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7095" r:id="rId3"/>
    <p:sldId id="257" r:id="rId4"/>
    <p:sldId id="7084" r:id="rId5"/>
    <p:sldId id="7081" r:id="rId6"/>
    <p:sldId id="7083" r:id="rId7"/>
    <p:sldId id="7082" r:id="rId8"/>
    <p:sldId id="7066" r:id="rId9"/>
    <p:sldId id="7067" r:id="rId10"/>
    <p:sldId id="7079" r:id="rId11"/>
    <p:sldId id="7080" r:id="rId12"/>
    <p:sldId id="7086" r:id="rId13"/>
    <p:sldId id="273" r:id="rId14"/>
    <p:sldId id="7085" r:id="rId15"/>
    <p:sldId id="274" r:id="rId16"/>
    <p:sldId id="275" r:id="rId17"/>
    <p:sldId id="276" r:id="rId18"/>
    <p:sldId id="277" r:id="rId19"/>
    <p:sldId id="278" r:id="rId20"/>
    <p:sldId id="279" r:id="rId21"/>
    <p:sldId id="256" r:id="rId22"/>
    <p:sldId id="7078" r:id="rId23"/>
    <p:sldId id="7088" r:id="rId24"/>
    <p:sldId id="7087" r:id="rId25"/>
    <p:sldId id="7089" r:id="rId26"/>
    <p:sldId id="7090" r:id="rId27"/>
    <p:sldId id="7068" r:id="rId28"/>
    <p:sldId id="7092" r:id="rId29"/>
    <p:sldId id="7093" r:id="rId30"/>
    <p:sldId id="7094" r:id="rId31"/>
    <p:sldId id="709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7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2634" y="78"/>
      </p:cViewPr>
      <p:guideLst>
        <p:guide orient="horz" pos="211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6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99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99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72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8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82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59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7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9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393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0" indent="0" algn="ctr">
              <a:buNone/>
              <a:defRPr sz="2000"/>
            </a:lvl2pPr>
            <a:lvl3pPr marL="914360" indent="0" algn="ctr">
              <a:buNone/>
              <a:defRPr sz="1800"/>
            </a:lvl3pPr>
            <a:lvl4pPr marL="1371540" indent="0" algn="ctr">
              <a:buNone/>
              <a:defRPr sz="1600"/>
            </a:lvl4pPr>
            <a:lvl5pPr marL="1828720" indent="0" algn="ctr">
              <a:buNone/>
              <a:defRPr sz="1600"/>
            </a:lvl5pPr>
            <a:lvl6pPr marL="2285900" indent="0" algn="ctr">
              <a:buNone/>
              <a:defRPr sz="1600"/>
            </a:lvl6pPr>
            <a:lvl7pPr marL="2743080" indent="0" algn="ctr">
              <a:buNone/>
              <a:defRPr sz="1600"/>
            </a:lvl7pPr>
            <a:lvl8pPr marL="3200260" indent="0" algn="ctr">
              <a:buNone/>
              <a:defRPr sz="1600"/>
            </a:lvl8pPr>
            <a:lvl9pPr marL="365744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54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12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93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634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0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0" indent="0">
              <a:buNone/>
              <a:defRPr sz="2000" b="1"/>
            </a:lvl2pPr>
            <a:lvl3pPr marL="914360" indent="0">
              <a:buNone/>
              <a:defRPr sz="1800" b="1"/>
            </a:lvl3pPr>
            <a:lvl4pPr marL="1371540" indent="0">
              <a:buNone/>
              <a:defRPr sz="1600" b="1"/>
            </a:lvl4pPr>
            <a:lvl5pPr marL="1828720" indent="0">
              <a:buNone/>
              <a:defRPr sz="1600" b="1"/>
            </a:lvl5pPr>
            <a:lvl6pPr marL="2285900" indent="0">
              <a:buNone/>
              <a:defRPr sz="1600" b="1"/>
            </a:lvl6pPr>
            <a:lvl7pPr marL="2743080" indent="0">
              <a:buNone/>
              <a:defRPr sz="1600" b="1"/>
            </a:lvl7pPr>
            <a:lvl8pPr marL="3200260" indent="0">
              <a:buNone/>
              <a:defRPr sz="1600" b="1"/>
            </a:lvl8pPr>
            <a:lvl9pPr marL="365744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196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640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218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0" indent="0">
              <a:buNone/>
              <a:defRPr sz="1000"/>
            </a:lvl5pPr>
            <a:lvl6pPr marL="2285900" indent="0">
              <a:buNone/>
              <a:defRPr sz="1000"/>
            </a:lvl6pPr>
            <a:lvl7pPr marL="2743080" indent="0">
              <a:buNone/>
              <a:defRPr sz="1000"/>
            </a:lvl7pPr>
            <a:lvl8pPr marL="3200260" indent="0">
              <a:buNone/>
              <a:defRPr sz="1000"/>
            </a:lvl8pPr>
            <a:lvl9pPr marL="365744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988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0" indent="0">
              <a:buNone/>
              <a:defRPr sz="2800"/>
            </a:lvl2pPr>
            <a:lvl3pPr marL="914360" indent="0">
              <a:buNone/>
              <a:defRPr sz="2400"/>
            </a:lvl3pPr>
            <a:lvl4pPr marL="1371540" indent="0">
              <a:buNone/>
              <a:defRPr sz="2000"/>
            </a:lvl4pPr>
            <a:lvl5pPr marL="1828720" indent="0">
              <a:buNone/>
              <a:defRPr sz="2000"/>
            </a:lvl5pPr>
            <a:lvl6pPr marL="2285900" indent="0">
              <a:buNone/>
              <a:defRPr sz="2000"/>
            </a:lvl6pPr>
            <a:lvl7pPr marL="2743080" indent="0">
              <a:buNone/>
              <a:defRPr sz="2000"/>
            </a:lvl7pPr>
            <a:lvl8pPr marL="3200260" indent="0">
              <a:buNone/>
              <a:defRPr sz="2000"/>
            </a:lvl8pPr>
            <a:lvl9pPr marL="365744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0" indent="0">
              <a:buNone/>
              <a:defRPr sz="1400"/>
            </a:lvl2pPr>
            <a:lvl3pPr marL="914360" indent="0">
              <a:buNone/>
              <a:defRPr sz="1200"/>
            </a:lvl3pPr>
            <a:lvl4pPr marL="1371540" indent="0">
              <a:buNone/>
              <a:defRPr sz="1000"/>
            </a:lvl4pPr>
            <a:lvl5pPr marL="1828720" indent="0">
              <a:buNone/>
              <a:defRPr sz="1000"/>
            </a:lvl5pPr>
            <a:lvl6pPr marL="2285900" indent="0">
              <a:buNone/>
              <a:defRPr sz="1000"/>
            </a:lvl6pPr>
            <a:lvl7pPr marL="2743080" indent="0">
              <a:buNone/>
              <a:defRPr sz="1000"/>
            </a:lvl7pPr>
            <a:lvl8pPr marL="3200260" indent="0">
              <a:buNone/>
              <a:defRPr sz="1000"/>
            </a:lvl8pPr>
            <a:lvl9pPr marL="365744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871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857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5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90188-66B8-4AEB-8A0E-86F1CF42003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A1325-A470-4F73-9E75-D1220267C0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72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6B4C8-65AA-494F-AEAC-70A582BC74A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2026-04-16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B80C3-C44D-409D-BD00-B350A3CE2C8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50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6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0" indent="-228590" algn="l" defTabSz="91436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7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0" indent="-228590" algn="l" defTabSz="91436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0" algn="l" defTabSz="91436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5B53F-E052-98E3-5206-9C3B57A6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926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400" b="1" dirty="0"/>
              <a:t>효율적인 직급표를 만들기 위한</a:t>
            </a:r>
            <a:br>
              <a:rPr lang="en-US" altLang="ko-KR" sz="5400" b="1" dirty="0"/>
            </a:br>
            <a:r>
              <a:rPr lang="ko-KR" altLang="en-US" sz="5400" b="1" dirty="0" err="1"/>
              <a:t>매커니즘</a:t>
            </a:r>
            <a:r>
              <a:rPr lang="ko-KR" altLang="en-US" sz="5400" b="1" dirty="0"/>
              <a:t> 설명</a:t>
            </a:r>
          </a:p>
        </p:txBody>
      </p:sp>
    </p:spTree>
    <p:extLst>
      <p:ext uri="{BB962C8B-B14F-4D97-AF65-F5344CB8AC3E}">
        <p14:creationId xmlns:p14="http://schemas.microsoft.com/office/powerpoint/2010/main" val="317260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10F919-9FCC-0D3A-7414-56C16A541650}"/>
              </a:ext>
            </a:extLst>
          </p:cNvPr>
          <p:cNvSpPr txBox="1"/>
          <p:nvPr/>
        </p:nvSpPr>
        <p:spPr>
          <a:xfrm>
            <a:off x="60960" y="335280"/>
            <a:ext cx="4297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애터미 마케팅플랜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BBA12-0F3F-A3C7-2726-D09DA63FAE1B}"/>
              </a:ext>
            </a:extLst>
          </p:cNvPr>
          <p:cNvSpPr txBox="1"/>
          <p:nvPr/>
        </p:nvSpPr>
        <p:spPr>
          <a:xfrm>
            <a:off x="762000" y="1173480"/>
            <a:ext cx="9829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나를 기준으로 좌</a:t>
            </a:r>
            <a:r>
              <a:rPr lang="en-US" altLang="ko-KR" dirty="0"/>
              <a:t>,</a:t>
            </a:r>
            <a:r>
              <a:rPr lang="ko-KR" altLang="en-US" dirty="0"/>
              <a:t>우 </a:t>
            </a:r>
            <a:r>
              <a:rPr lang="en-US" altLang="ko-KR" dirty="0"/>
              <a:t>(</a:t>
            </a:r>
            <a:r>
              <a:rPr lang="ko-KR" altLang="en-US" dirty="0"/>
              <a:t>바이너리</a:t>
            </a:r>
            <a:r>
              <a:rPr lang="en-US" altLang="ko-KR" dirty="0"/>
              <a:t> </a:t>
            </a:r>
            <a:r>
              <a:rPr lang="ko-KR" altLang="en-US" dirty="0"/>
              <a:t>형식</a:t>
            </a:r>
            <a:r>
              <a:rPr lang="en-US" altLang="ko-KR" dirty="0"/>
              <a:t>)</a:t>
            </a:r>
            <a:r>
              <a:rPr lang="ko-KR" altLang="en-US" dirty="0"/>
              <a:t>로 회원을 가입시킬 수 있다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하위에 내려갈 때는 기본적으로 좌에 회원이 가입된다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후원수당 테이블에 의해 매일마다 정산하여 점수를 받는다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점수 </a:t>
            </a:r>
            <a:r>
              <a:rPr lang="en-US" altLang="ko-KR" dirty="0"/>
              <a:t>X N</a:t>
            </a:r>
            <a:r>
              <a:rPr lang="ko-KR" altLang="en-US" dirty="0"/>
              <a:t>가 </a:t>
            </a:r>
            <a:r>
              <a:rPr lang="en-US" altLang="ko-KR" dirty="0"/>
              <a:t>= </a:t>
            </a:r>
            <a:r>
              <a:rPr lang="ko-KR" altLang="en-US" dirty="0"/>
              <a:t>후원수당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점수를 받으면 다음날 나의 좌</a:t>
            </a:r>
            <a:r>
              <a:rPr lang="en-US" altLang="ko-KR" dirty="0"/>
              <a:t>,</a:t>
            </a:r>
            <a:r>
              <a:rPr lang="ko-KR" altLang="en-US" dirty="0"/>
              <a:t>우 </a:t>
            </a:r>
            <a:r>
              <a:rPr lang="en-US" altLang="ko-KR" dirty="0"/>
              <a:t>PV</a:t>
            </a:r>
            <a:r>
              <a:rPr lang="ko-KR" altLang="en-US" dirty="0"/>
              <a:t>는</a:t>
            </a:r>
            <a:r>
              <a:rPr lang="en-US" altLang="ko-KR" dirty="0"/>
              <a:t>0</a:t>
            </a:r>
            <a:r>
              <a:rPr lang="ko-KR" altLang="en-US" dirty="0"/>
              <a:t>으로 다시 시작한다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내 하위에서 올라온 점수는 무한단계로 누적된다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내 하위 중 좌에 </a:t>
            </a:r>
            <a:r>
              <a:rPr lang="en-US" altLang="ko-KR" dirty="0"/>
              <a:t>A</a:t>
            </a:r>
            <a:r>
              <a:rPr lang="ko-KR" altLang="en-US" dirty="0"/>
              <a:t>회원이 있으면 </a:t>
            </a:r>
            <a:r>
              <a:rPr lang="en-US" altLang="ko-KR" dirty="0"/>
              <a:t>A</a:t>
            </a:r>
            <a:r>
              <a:rPr lang="ko-KR" altLang="en-US" dirty="0"/>
              <a:t>회원에게도 좌</a:t>
            </a:r>
            <a:r>
              <a:rPr lang="en-US" altLang="ko-KR" dirty="0"/>
              <a:t>,</a:t>
            </a:r>
            <a:r>
              <a:rPr lang="ko-KR" altLang="en-US" dirty="0"/>
              <a:t>우가 있는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A</a:t>
            </a:r>
            <a:r>
              <a:rPr lang="ko-KR" altLang="en-US" dirty="0"/>
              <a:t>회원의 좌그룹과 </a:t>
            </a:r>
            <a:r>
              <a:rPr lang="ko-KR" altLang="en-US" dirty="0" err="1"/>
              <a:t>우그룹의</a:t>
            </a:r>
            <a:r>
              <a:rPr lang="ko-KR" altLang="en-US" dirty="0"/>
              <a:t> 합은 나의 좌의 합과 같다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내 하위 좌그룹에 있는 모든 회원들의 </a:t>
            </a:r>
            <a:r>
              <a:rPr lang="en-US" altLang="ko-KR" dirty="0"/>
              <a:t>PV</a:t>
            </a:r>
            <a:r>
              <a:rPr lang="ko-KR" altLang="en-US" dirty="0"/>
              <a:t>합은 나의 좌 </a:t>
            </a:r>
            <a:r>
              <a:rPr lang="en-US" altLang="ko-KR" dirty="0"/>
              <a:t>PV</a:t>
            </a:r>
            <a:r>
              <a:rPr lang="ko-KR" altLang="en-US" dirty="0"/>
              <a:t>가 되는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마찬가지로 내 하위 </a:t>
            </a:r>
            <a:r>
              <a:rPr lang="ko-KR" altLang="en-US" dirty="0" err="1"/>
              <a:t>우그룹에</a:t>
            </a:r>
            <a:r>
              <a:rPr lang="ko-KR" altLang="en-US" dirty="0"/>
              <a:t> 있는 모든 회원들의 </a:t>
            </a:r>
            <a:r>
              <a:rPr lang="en-US" altLang="ko-KR" dirty="0"/>
              <a:t>PV</a:t>
            </a:r>
            <a:r>
              <a:rPr lang="ko-KR" altLang="en-US" dirty="0"/>
              <a:t>합은 나의 우</a:t>
            </a:r>
            <a:r>
              <a:rPr lang="en-US" altLang="ko-KR" dirty="0"/>
              <a:t>PV</a:t>
            </a:r>
            <a:r>
              <a:rPr lang="ko-KR" altLang="en-US" dirty="0"/>
              <a:t>가 되는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이 원리는 모든 회원들의 각각 본인을 기준으로 좌</a:t>
            </a:r>
            <a:r>
              <a:rPr lang="en-US" altLang="ko-KR" dirty="0"/>
              <a:t>,</a:t>
            </a:r>
            <a:r>
              <a:rPr lang="ko-KR" altLang="en-US" dirty="0"/>
              <a:t>우에 적용된다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571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CF482A-B9A6-77D3-C0B7-C2A646D8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622" y="438140"/>
            <a:ext cx="5570755" cy="5711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2BF96E-26B1-FCD6-60A1-399933DF09E4}"/>
              </a:ext>
            </a:extLst>
          </p:cNvPr>
          <p:cNvSpPr txBox="1"/>
          <p:nvPr/>
        </p:nvSpPr>
        <p:spPr>
          <a:xfrm>
            <a:off x="9134475" y="1943100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직급표</a:t>
            </a:r>
            <a:r>
              <a:rPr lang="ko-KR" altLang="en-US" dirty="0"/>
              <a:t> 예시</a:t>
            </a:r>
          </a:p>
        </p:txBody>
      </p:sp>
    </p:spTree>
    <p:extLst>
      <p:ext uri="{BB962C8B-B14F-4D97-AF65-F5344CB8AC3E}">
        <p14:creationId xmlns:p14="http://schemas.microsoft.com/office/powerpoint/2010/main" val="304014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07C89C-76F3-30CA-33C9-57ECA9E01046}"/>
              </a:ext>
            </a:extLst>
          </p:cNvPr>
          <p:cNvSpPr txBox="1"/>
          <p:nvPr/>
        </p:nvSpPr>
        <p:spPr>
          <a:xfrm>
            <a:off x="344488" y="335845"/>
            <a:ext cx="11430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2. '본인 매출 합산' </a:t>
            </a:r>
            <a:r>
              <a:rPr lang="ko-KR" altLang="en-US" dirty="0" err="1"/>
              <a:t>히든카드</a:t>
            </a:r>
            <a:r>
              <a:rPr lang="ko-KR" altLang="en-US" dirty="0"/>
              <a:t> 로직 적용</a:t>
            </a:r>
          </a:p>
          <a:p>
            <a:endParaRPr lang="ko-KR" altLang="en-US" dirty="0"/>
          </a:p>
          <a:p>
            <a:r>
              <a:rPr lang="ko-KR" altLang="en-US" dirty="0"/>
              <a:t>이 규칙은 </a:t>
            </a:r>
            <a:r>
              <a:rPr lang="ko-KR" altLang="en-US" dirty="0" err="1"/>
              <a:t>세일즈마스터</a:t>
            </a:r>
            <a:r>
              <a:rPr lang="ko-KR" altLang="en-US" dirty="0"/>
              <a:t> 직급을 달성하는 사람들에게도 똑같이 적용돼.</a:t>
            </a:r>
          </a:p>
          <a:p>
            <a:endParaRPr lang="ko-KR" altLang="en-US" dirty="0"/>
          </a:p>
          <a:p>
            <a:r>
              <a:rPr lang="ko-KR" altLang="en-US" dirty="0"/>
              <a:t>내가 올려준 이미지를 보면 "</a:t>
            </a:r>
            <a:r>
              <a:rPr lang="ko-KR" altLang="en-US" dirty="0" err="1"/>
              <a:t>몸PV"라고</a:t>
            </a:r>
            <a:r>
              <a:rPr lang="ko-KR" altLang="en-US" dirty="0"/>
              <a:t> 적은 칸이 그것이야.</a:t>
            </a:r>
          </a:p>
          <a:p>
            <a:endParaRPr lang="ko-KR" altLang="en-US" dirty="0"/>
          </a:p>
          <a:p>
            <a:r>
              <a:rPr lang="ko-KR" altLang="en-US" dirty="0"/>
              <a:t>**이것은 굉장히 중요해.**</a:t>
            </a:r>
          </a:p>
          <a:p>
            <a:endParaRPr lang="ko-KR" altLang="en-US" dirty="0"/>
          </a:p>
          <a:p>
            <a:r>
              <a:rPr lang="ko-KR" altLang="en-US" dirty="0"/>
              <a:t>1. 직급 기간동안 합산된 좌/우 매출 중 더 적은 쪽으로, 본인 아이디의 매출(</a:t>
            </a:r>
            <a:r>
              <a:rPr lang="ko-KR" altLang="en-US" dirty="0" err="1"/>
              <a:t>몸PV</a:t>
            </a:r>
            <a:r>
              <a:rPr lang="ko-KR" altLang="en-US" dirty="0"/>
              <a:t>)이 포함된다.</a:t>
            </a:r>
          </a:p>
          <a:p>
            <a:r>
              <a:rPr lang="ko-KR" altLang="en-US" dirty="0"/>
              <a:t>2. 직급 기간동안 </a:t>
            </a:r>
            <a:r>
              <a:rPr lang="ko-KR" altLang="en-US" dirty="0" err="1"/>
              <a:t>우쪽</a:t>
            </a:r>
            <a:r>
              <a:rPr lang="ko-KR" altLang="en-US" dirty="0"/>
              <a:t> </a:t>
            </a:r>
            <a:r>
              <a:rPr lang="ko-KR" altLang="en-US" dirty="0" err="1"/>
              <a:t>PV가</a:t>
            </a:r>
            <a:r>
              <a:rPr lang="ko-KR" altLang="en-US" dirty="0"/>
              <a:t> 더 적었다면 본인 아이디의 매출은 </a:t>
            </a:r>
            <a:r>
              <a:rPr lang="ko-KR" altLang="en-US" dirty="0" err="1"/>
              <a:t>우쪽으로</a:t>
            </a:r>
            <a:r>
              <a:rPr lang="ko-KR" altLang="en-US" dirty="0"/>
              <a:t> 합산되어 달성여부를 판단한다.</a:t>
            </a:r>
          </a:p>
          <a:p>
            <a:r>
              <a:rPr lang="ko-KR" altLang="en-US" dirty="0"/>
              <a:t>3. 대부분은 본인 아이디의 </a:t>
            </a:r>
            <a:r>
              <a:rPr lang="ko-KR" altLang="en-US" dirty="0" err="1"/>
              <a:t>누적PV가</a:t>
            </a:r>
            <a:r>
              <a:rPr lang="ko-KR" altLang="en-US" dirty="0"/>
              <a:t> 30만PV에서 시작한다. 여기서 </a:t>
            </a:r>
            <a:r>
              <a:rPr lang="ko-KR" altLang="en-US" dirty="0" err="1"/>
              <a:t>세일즈마스터가</a:t>
            </a:r>
            <a:r>
              <a:rPr lang="ko-KR" altLang="en-US" dirty="0"/>
              <a:t> 되기 </a:t>
            </a:r>
            <a:r>
              <a:rPr lang="ko-KR" altLang="en-US" dirty="0" err="1"/>
              <a:t>위해서느</a:t>
            </a:r>
            <a:r>
              <a:rPr lang="ko-KR" altLang="en-US" dirty="0"/>
              <a:t> 본인 아이디에 40만PV의 매출이 더 필요하다.</a:t>
            </a:r>
          </a:p>
          <a:p>
            <a:r>
              <a:rPr lang="ko-KR" altLang="en-US" dirty="0"/>
              <a:t>4. 그래서 직급표에 '</a:t>
            </a:r>
            <a:r>
              <a:rPr lang="ko-KR" altLang="en-US" dirty="0" err="1"/>
              <a:t>몸PV'라는</a:t>
            </a:r>
            <a:r>
              <a:rPr lang="ko-KR" altLang="en-US" dirty="0"/>
              <a:t> 칸이 있다.</a:t>
            </a:r>
          </a:p>
          <a:p>
            <a:r>
              <a:rPr lang="ko-KR" altLang="en-US" dirty="0"/>
              <a:t>5. 좌/우 중에 한 쪽을 210만PV로 설정한다. 이것은 30만PV의 7번에 딱 맞아 떨어지는 숫자이다.</a:t>
            </a:r>
          </a:p>
          <a:p>
            <a:r>
              <a:rPr lang="ko-KR" altLang="en-US" dirty="0"/>
              <a:t>6. 그리고 </a:t>
            </a:r>
            <a:r>
              <a:rPr lang="ko-KR" altLang="en-US" dirty="0" err="1"/>
              <a:t>몸PV를</a:t>
            </a:r>
            <a:r>
              <a:rPr lang="ko-KR" altLang="en-US" dirty="0"/>
              <a:t> 40만PV로 설정하여 직급기간이 종료되면서 좌/우 중에 적은 쪽으로 합산되도록 하는 것이다.</a:t>
            </a:r>
          </a:p>
          <a:p>
            <a:r>
              <a:rPr lang="ko-KR" altLang="en-US" dirty="0"/>
              <a:t>7. 또한 이 </a:t>
            </a:r>
            <a:r>
              <a:rPr lang="ko-KR" altLang="en-US" dirty="0" err="1"/>
              <a:t>몸PV의</a:t>
            </a:r>
            <a:r>
              <a:rPr lang="ko-KR" altLang="en-US" dirty="0"/>
              <a:t> 40만PV를 잘 쪼개서 설정하는 것이 DM 이상의 직급자들이 효율적으로 점수를 받아갈 수 있는 좋은 재료이기도 하다. (예, </a:t>
            </a:r>
            <a:r>
              <a:rPr lang="ko-KR" altLang="en-US" dirty="0" err="1"/>
              <a:t>DM는</a:t>
            </a:r>
            <a:r>
              <a:rPr lang="ko-KR" altLang="en-US" dirty="0"/>
              <a:t> 좌:60만/우:60만 으로 설정되는 경우가 많은데, 이때 </a:t>
            </a:r>
            <a:r>
              <a:rPr lang="ko-KR" altLang="en-US" dirty="0" err="1"/>
              <a:t>몸PV를</a:t>
            </a:r>
            <a:r>
              <a:rPr lang="ko-KR" altLang="en-US" dirty="0"/>
              <a:t> 쪼개서 좌와 우에서 10만PV씩 설정하게 되면 </a:t>
            </a:r>
            <a:r>
              <a:rPr lang="ko-KR" altLang="en-US" dirty="0" err="1"/>
              <a:t>DM는</a:t>
            </a:r>
            <a:r>
              <a:rPr lang="ko-KR" altLang="en-US" dirty="0"/>
              <a:t> 15점이 아니라 30점을 받을 수 있게 된다)</a:t>
            </a:r>
          </a:p>
          <a:p>
            <a:r>
              <a:rPr lang="ko-KR" altLang="en-US" dirty="0"/>
              <a:t>8. 그래서 이 </a:t>
            </a:r>
            <a:r>
              <a:rPr lang="ko-KR" altLang="en-US" dirty="0" err="1"/>
              <a:t>몸PV를</a:t>
            </a:r>
            <a:r>
              <a:rPr lang="ko-KR" altLang="en-US" dirty="0"/>
              <a:t> 잘 쪼개서 DM, SRM, </a:t>
            </a:r>
            <a:r>
              <a:rPr lang="ko-KR" altLang="en-US" dirty="0" err="1"/>
              <a:t>STM의</a:t>
            </a:r>
            <a:r>
              <a:rPr lang="ko-KR" altLang="en-US" dirty="0"/>
              <a:t> </a:t>
            </a:r>
            <a:r>
              <a:rPr lang="ko-KR" altLang="en-US" dirty="0" err="1"/>
              <a:t>PV가</a:t>
            </a:r>
            <a:r>
              <a:rPr lang="ko-KR" altLang="en-US" dirty="0"/>
              <a:t> 효율적으로 들어갈 수 있는 방안을 찾는 것이 숨겨진 직급표의 핵심이다.</a:t>
            </a:r>
          </a:p>
        </p:txBody>
      </p:sp>
    </p:spTree>
    <p:extLst>
      <p:ext uri="{BB962C8B-B14F-4D97-AF65-F5344CB8AC3E}">
        <p14:creationId xmlns:p14="http://schemas.microsoft.com/office/powerpoint/2010/main" val="35297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22185-188E-D16C-A67A-22EC4DFDB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애터미 마케팅 플랜의 가장 깊숙하고 전략적인 톱니바퀴</a:t>
            </a:r>
            <a:r>
              <a:rPr lang="en-US" altLang="ko-KR" dirty="0"/>
              <a:t>, </a:t>
            </a:r>
            <a:r>
              <a:rPr lang="ko-KR" altLang="en-US" dirty="0"/>
              <a:t>이른바 </a:t>
            </a:r>
            <a:r>
              <a:rPr lang="en-US" altLang="ko-KR" b="1" dirty="0"/>
              <a:t>'</a:t>
            </a:r>
            <a:r>
              <a:rPr lang="ko-KR" altLang="en-US" b="1" dirty="0"/>
              <a:t>몸</a:t>
            </a:r>
            <a:r>
              <a:rPr lang="en-US" altLang="ko-KR" b="1" dirty="0"/>
              <a:t>PV(</a:t>
            </a:r>
            <a:r>
              <a:rPr lang="ko-KR" altLang="en-US" b="1" dirty="0"/>
              <a:t>본인 매출</a:t>
            </a:r>
            <a:r>
              <a:rPr lang="en-US" altLang="ko-KR" b="1" dirty="0"/>
              <a:t>) </a:t>
            </a:r>
            <a:r>
              <a:rPr lang="ko-KR" altLang="en-US" b="1" dirty="0"/>
              <a:t>쪼개기</a:t>
            </a:r>
            <a:r>
              <a:rPr lang="en-US" altLang="ko-KR" b="1" dirty="0"/>
              <a:t>’</a:t>
            </a:r>
          </a:p>
          <a:p>
            <a:r>
              <a:rPr lang="ko-KR" altLang="en-US" dirty="0"/>
              <a:t>단순히 </a:t>
            </a:r>
            <a:r>
              <a:rPr lang="en-US" altLang="ko-KR" dirty="0"/>
              <a:t>250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를 채우는 </a:t>
            </a:r>
            <a:r>
              <a:rPr lang="en-US" altLang="ko-KR" dirty="0"/>
              <a:t>1</a:t>
            </a:r>
            <a:r>
              <a:rPr lang="ko-KR" altLang="en-US" dirty="0"/>
              <a:t>차원적인 계산을 넘어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를 어떻게 분할하여 어느 날짜에 </a:t>
            </a:r>
            <a:r>
              <a:rPr lang="ko-KR" altLang="en-US" dirty="0" err="1"/>
              <a:t>배치하느냐에</a:t>
            </a:r>
            <a:r>
              <a:rPr lang="ko-KR" altLang="en-US" dirty="0"/>
              <a:t> 따라 </a:t>
            </a:r>
            <a:r>
              <a:rPr lang="ko-KR" altLang="en-US" b="1" dirty="0"/>
              <a:t>상위 스폰서</a:t>
            </a:r>
            <a:r>
              <a:rPr lang="en-US" altLang="ko-KR" b="1" dirty="0"/>
              <a:t>(DM, SRM, STM)</a:t>
            </a:r>
            <a:r>
              <a:rPr lang="ko-KR" altLang="en-US" b="1" dirty="0"/>
              <a:t>의 수당이 </a:t>
            </a:r>
            <a:r>
              <a:rPr lang="en-US" altLang="ko-KR" b="1" dirty="0"/>
              <a:t>15</a:t>
            </a:r>
            <a:r>
              <a:rPr lang="ko-KR" altLang="en-US" b="1" dirty="0"/>
              <a:t>점에서 </a:t>
            </a:r>
            <a:r>
              <a:rPr lang="en-US" altLang="ko-KR" b="1" dirty="0"/>
              <a:t>30</a:t>
            </a:r>
            <a:r>
              <a:rPr lang="ko-KR" altLang="en-US" b="1" dirty="0"/>
              <a:t>점</a:t>
            </a:r>
            <a:r>
              <a:rPr lang="en-US" altLang="ko-KR" b="1" dirty="0"/>
              <a:t>(</a:t>
            </a:r>
            <a:r>
              <a:rPr lang="ko-KR" altLang="en-US" b="1" dirty="0"/>
              <a:t>약 </a:t>
            </a:r>
            <a:r>
              <a:rPr lang="en-US" altLang="ko-KR" b="1" dirty="0"/>
              <a:t>6</a:t>
            </a:r>
            <a:r>
              <a:rPr lang="ko-KR" altLang="en-US" b="1" dirty="0"/>
              <a:t>만 원 → </a:t>
            </a:r>
            <a:r>
              <a:rPr lang="en-US" altLang="ko-KR" b="1" dirty="0"/>
              <a:t>12</a:t>
            </a:r>
            <a:r>
              <a:rPr lang="ko-KR" altLang="en-US" b="1" dirty="0"/>
              <a:t>만 원</a:t>
            </a:r>
            <a:r>
              <a:rPr lang="en-US" altLang="ko-KR" b="1" dirty="0"/>
              <a:t>)</a:t>
            </a:r>
            <a:r>
              <a:rPr lang="ko-KR" altLang="en-US" b="1" dirty="0"/>
              <a:t>으로 두 배 </a:t>
            </a:r>
            <a:r>
              <a:rPr lang="ko-KR" altLang="en-US" b="1" dirty="0" err="1"/>
              <a:t>뻥튀기</a:t>
            </a:r>
            <a:r>
              <a:rPr lang="ko-KR" altLang="en-US" dirty="0" err="1"/>
              <a:t>될</a:t>
            </a:r>
            <a:r>
              <a:rPr lang="ko-KR" altLang="en-US" dirty="0"/>
              <a:t> 수 있다는 점은 정말 핵심적인 인사이트입니다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151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FFF052-3AC9-553F-288B-2E2389B043D9}"/>
              </a:ext>
            </a:extLst>
          </p:cNvPr>
          <p:cNvSpPr txBox="1"/>
          <p:nvPr/>
        </p:nvSpPr>
        <p:spPr>
          <a:xfrm>
            <a:off x="444500" y="889843"/>
            <a:ext cx="11303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시뮬레이터는 단일 </a:t>
            </a:r>
            <a:r>
              <a:rPr lang="ko-KR" altLang="en-US" dirty="0" err="1"/>
              <a:t>세일즈마스터</a:t>
            </a:r>
            <a:r>
              <a:rPr lang="en-US" altLang="ko-KR" dirty="0"/>
              <a:t>(SM) </a:t>
            </a:r>
            <a:r>
              <a:rPr lang="ko-KR" altLang="en-US" dirty="0"/>
              <a:t>한 명의 최적화만 계산해서는 안 된다는 것이 </a:t>
            </a:r>
            <a:r>
              <a:rPr lang="ko-KR" altLang="en-US" dirty="0" err="1"/>
              <a:t>명확해졌습니다</a:t>
            </a:r>
            <a:r>
              <a:rPr lang="en-US" altLang="ko-KR" dirty="0"/>
              <a:t>. </a:t>
            </a:r>
            <a:r>
              <a:rPr lang="en-US" altLang="ko-KR" b="1" dirty="0"/>
              <a:t>'</a:t>
            </a:r>
            <a:r>
              <a:rPr lang="ko-KR" altLang="en-US" b="1" dirty="0"/>
              <a:t>상위 직급자의 수당 극대화</a:t>
            </a:r>
            <a:r>
              <a:rPr lang="en-US" altLang="ko-KR" b="1" dirty="0"/>
              <a:t>'</a:t>
            </a:r>
            <a:r>
              <a:rPr lang="ko-KR" altLang="en-US" b="1" dirty="0"/>
              <a:t>를 목표로 하위 </a:t>
            </a:r>
            <a:r>
              <a:rPr lang="en-US" altLang="ko-KR" b="1" dirty="0"/>
              <a:t>SM</a:t>
            </a:r>
            <a:r>
              <a:rPr lang="ko-KR" altLang="en-US" b="1" dirty="0"/>
              <a:t>들의 몸</a:t>
            </a:r>
            <a:r>
              <a:rPr lang="en-US" altLang="ko-KR" b="1" dirty="0"/>
              <a:t>PV</a:t>
            </a:r>
            <a:r>
              <a:rPr lang="ko-KR" altLang="en-US" b="1" dirty="0"/>
              <a:t>를 퍼즐처럼 끼워 맞추는 로직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목표 변수 </a:t>
            </a:r>
            <a:r>
              <a:rPr lang="en-US" altLang="ko-KR" b="1" dirty="0"/>
              <a:t>(</a:t>
            </a:r>
            <a:r>
              <a:rPr lang="ko-KR" altLang="en-US" b="1" dirty="0"/>
              <a:t>제약 조건</a:t>
            </a:r>
            <a:r>
              <a:rPr lang="en-US" altLang="ko-KR" b="1" dirty="0"/>
              <a:t>) </a:t>
            </a:r>
            <a:r>
              <a:rPr lang="ko-KR" altLang="en-US" b="1" dirty="0"/>
              <a:t>설정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SM</a:t>
            </a:r>
            <a:r>
              <a:rPr lang="ko-KR" altLang="en-US" b="1" dirty="0"/>
              <a:t>의 목표</a:t>
            </a:r>
            <a:r>
              <a:rPr lang="en-US" altLang="ko-KR" b="1" dirty="0"/>
              <a:t>:</a:t>
            </a:r>
            <a:r>
              <a:rPr lang="ko-KR" altLang="en-US" dirty="0"/>
              <a:t> 좌측 </a:t>
            </a:r>
            <a:r>
              <a:rPr lang="en-US" altLang="ko-KR" dirty="0"/>
              <a:t>250</a:t>
            </a:r>
            <a:r>
              <a:rPr lang="ko-KR" altLang="en-US" dirty="0"/>
              <a:t>만 </a:t>
            </a:r>
            <a:r>
              <a:rPr lang="en-US" altLang="ko-KR" dirty="0"/>
              <a:t>/ </a:t>
            </a:r>
            <a:r>
              <a:rPr lang="ko-KR" altLang="en-US" dirty="0"/>
              <a:t>우측 </a:t>
            </a:r>
            <a:r>
              <a:rPr lang="en-US" altLang="ko-KR" dirty="0"/>
              <a:t>210</a:t>
            </a:r>
            <a:r>
              <a:rPr lang="ko-KR" altLang="en-US" dirty="0"/>
              <a:t>만 </a:t>
            </a:r>
            <a:r>
              <a:rPr lang="en-US" altLang="ko-KR" dirty="0"/>
              <a:t>(30</a:t>
            </a:r>
            <a:r>
              <a:rPr lang="ko-KR" altLang="en-US" dirty="0"/>
              <a:t>만 </a:t>
            </a:r>
            <a:r>
              <a:rPr lang="en-US" altLang="ko-KR" dirty="0"/>
              <a:t>x 7</a:t>
            </a:r>
            <a:r>
              <a:rPr lang="ko-KR" altLang="en-US" dirty="0"/>
              <a:t>회 매칭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SM</a:t>
            </a:r>
            <a:r>
              <a:rPr lang="ko-KR" altLang="en-US" b="1" dirty="0"/>
              <a:t>의 몸</a:t>
            </a:r>
            <a:r>
              <a:rPr lang="en-US" altLang="ko-KR" b="1" dirty="0"/>
              <a:t>PV Pool:</a:t>
            </a:r>
            <a:r>
              <a:rPr lang="ko-KR" altLang="en-US" dirty="0"/>
              <a:t> </a:t>
            </a:r>
            <a:r>
              <a:rPr lang="en-US" altLang="ko-KR" dirty="0"/>
              <a:t>40</a:t>
            </a:r>
            <a:r>
              <a:rPr lang="ko-KR" altLang="en-US" dirty="0"/>
              <a:t>만 </a:t>
            </a:r>
            <a:r>
              <a:rPr lang="en-US" altLang="ko-KR" dirty="0"/>
              <a:t>PV (</a:t>
            </a:r>
            <a:r>
              <a:rPr lang="ko-KR" altLang="en-US" dirty="0"/>
              <a:t>직급 종료 시 자동으로 우측에 합산되어 </a:t>
            </a:r>
            <a:r>
              <a:rPr lang="en-US" altLang="ko-KR" dirty="0"/>
              <a:t>210+40=250 </a:t>
            </a:r>
            <a:r>
              <a:rPr lang="ko-KR" altLang="en-US" dirty="0"/>
              <a:t>달성</a:t>
            </a:r>
            <a:r>
              <a:rPr lang="en-US" altLang="ko-KR" dirty="0"/>
              <a:t>)</a:t>
            </a:r>
          </a:p>
          <a:p>
            <a:pPr>
              <a:buNone/>
            </a:pPr>
            <a:r>
              <a:rPr lang="en-US" altLang="ko-KR" b="1" dirty="0"/>
              <a:t>2. </a:t>
            </a:r>
            <a:r>
              <a:rPr lang="ko-KR" altLang="en-US" b="1" dirty="0"/>
              <a:t>상위 </a:t>
            </a:r>
            <a:r>
              <a:rPr lang="ko-KR" altLang="en-US" b="1" dirty="0" err="1"/>
              <a:t>직급자</a:t>
            </a:r>
            <a:r>
              <a:rPr lang="en-US" altLang="ko-KR" b="1" dirty="0"/>
              <a:t>(DM) </a:t>
            </a:r>
            <a:r>
              <a:rPr lang="ko-KR" altLang="en-US" b="1" dirty="0"/>
              <a:t>연동 알고리즘 </a:t>
            </a:r>
            <a:r>
              <a:rPr lang="en-US" altLang="ko-KR" b="1" dirty="0"/>
              <a:t>(</a:t>
            </a:r>
            <a:r>
              <a:rPr lang="ko-KR" altLang="en-US" b="1" dirty="0"/>
              <a:t>퍼즐 맞추기</a:t>
            </a:r>
            <a:r>
              <a:rPr lang="en-US" altLang="ko-KR" b="1" dirty="0"/>
              <a:t>)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스캐닝</a:t>
            </a:r>
            <a:r>
              <a:rPr lang="en-US" altLang="ko-KR" b="1" dirty="0"/>
              <a:t>):</a:t>
            </a:r>
            <a:r>
              <a:rPr lang="ko-KR" altLang="en-US" dirty="0"/>
              <a:t> 시스템이 상위 </a:t>
            </a:r>
            <a:r>
              <a:rPr lang="en-US" altLang="ko-KR" dirty="0"/>
              <a:t>DM</a:t>
            </a:r>
            <a:r>
              <a:rPr lang="ko-KR" altLang="en-US" dirty="0"/>
              <a:t>의 </a:t>
            </a:r>
            <a:r>
              <a:rPr lang="en-US" altLang="ko-KR" dirty="0"/>
              <a:t>15</a:t>
            </a:r>
            <a:r>
              <a:rPr lang="ko-KR" altLang="en-US" dirty="0"/>
              <a:t>일간 좌</a:t>
            </a:r>
            <a:r>
              <a:rPr lang="en-US" altLang="ko-KR" dirty="0"/>
              <a:t>/</a:t>
            </a:r>
            <a:r>
              <a:rPr lang="ko-KR" altLang="en-US" dirty="0"/>
              <a:t>우 일일 합산 </a:t>
            </a:r>
            <a:r>
              <a:rPr lang="en-US" altLang="ko-KR" dirty="0"/>
              <a:t>PV</a:t>
            </a:r>
            <a:r>
              <a:rPr lang="ko-KR" altLang="en-US" dirty="0"/>
              <a:t>를 먼저 스캔합니다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타겟팅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DM</a:t>
            </a:r>
            <a:r>
              <a:rPr lang="ko-KR" altLang="en-US" dirty="0"/>
              <a:t>의 일일 </a:t>
            </a:r>
            <a:r>
              <a:rPr lang="en-US" altLang="ko-KR" dirty="0"/>
              <a:t>PV</a:t>
            </a:r>
            <a:r>
              <a:rPr lang="ko-KR" altLang="en-US" dirty="0"/>
              <a:t>가 </a:t>
            </a:r>
            <a:r>
              <a:rPr lang="en-US" altLang="ko-KR" dirty="0"/>
              <a:t>'60</a:t>
            </a:r>
            <a:r>
              <a:rPr lang="ko-KR" altLang="en-US" dirty="0"/>
              <a:t>만</a:t>
            </a:r>
            <a:r>
              <a:rPr lang="en-US" altLang="ko-KR" dirty="0"/>
              <a:t>/60</a:t>
            </a:r>
            <a:r>
              <a:rPr lang="ko-KR" altLang="en-US" dirty="0"/>
              <a:t>만</a:t>
            </a:r>
            <a:r>
              <a:rPr lang="en-US" altLang="ko-KR" dirty="0"/>
              <a:t>' </a:t>
            </a:r>
            <a:r>
              <a:rPr lang="ko-KR" altLang="en-US" dirty="0"/>
              <a:t>혹은 </a:t>
            </a:r>
            <a:r>
              <a:rPr lang="en-US" altLang="ko-KR" dirty="0"/>
              <a:t>'60</a:t>
            </a:r>
            <a:r>
              <a:rPr lang="ko-KR" altLang="en-US" dirty="0"/>
              <a:t>만</a:t>
            </a:r>
            <a:r>
              <a:rPr lang="en-US" altLang="ko-KR" dirty="0"/>
              <a:t>/70</a:t>
            </a:r>
            <a:r>
              <a:rPr lang="ko-KR" altLang="en-US" dirty="0"/>
              <a:t>만</a:t>
            </a:r>
            <a:r>
              <a:rPr lang="en-US" altLang="ko-KR" dirty="0"/>
              <a:t>' </a:t>
            </a:r>
            <a:r>
              <a:rPr lang="ko-KR" altLang="en-US" dirty="0"/>
              <a:t>등으로</a:t>
            </a:r>
            <a:r>
              <a:rPr lang="en-US" altLang="ko-KR" dirty="0"/>
              <a:t>, **30</a:t>
            </a:r>
            <a:r>
              <a:rPr lang="ko-KR" altLang="en-US" dirty="0"/>
              <a:t>점</a:t>
            </a:r>
            <a:r>
              <a:rPr lang="en-US" altLang="ko-KR" dirty="0"/>
              <a:t>(70</a:t>
            </a:r>
            <a:r>
              <a:rPr lang="ko-KR" altLang="en-US" dirty="0"/>
              <a:t>만</a:t>
            </a:r>
            <a:r>
              <a:rPr lang="en-US" altLang="ko-KR" dirty="0"/>
              <a:t>/70</a:t>
            </a:r>
            <a:r>
              <a:rPr lang="ko-KR" altLang="en-US" dirty="0"/>
              <a:t>만</a:t>
            </a:r>
            <a:r>
              <a:rPr lang="en-US" altLang="ko-KR" dirty="0"/>
              <a:t>) </a:t>
            </a:r>
            <a:r>
              <a:rPr lang="ko-KR" altLang="en-US" dirty="0"/>
              <a:t>달성에 아깝게 모자란 특정 날짜</a:t>
            </a:r>
            <a:r>
              <a:rPr lang="en-US" altLang="ko-KR" dirty="0"/>
              <a:t>(Target Date)**</a:t>
            </a:r>
            <a:r>
              <a:rPr lang="ko-KR" altLang="en-US" dirty="0"/>
              <a:t>를 찾아냅니다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(</a:t>
            </a:r>
            <a:r>
              <a:rPr lang="ko-KR" altLang="en-US" b="1" dirty="0"/>
              <a:t>몸</a:t>
            </a:r>
            <a:r>
              <a:rPr lang="en-US" altLang="ko-KR" b="1" dirty="0"/>
              <a:t>PV </a:t>
            </a:r>
            <a:r>
              <a:rPr lang="ko-KR" altLang="en-US" b="1" dirty="0"/>
              <a:t>분배</a:t>
            </a:r>
            <a:r>
              <a:rPr lang="en-US" altLang="ko-KR" b="1" dirty="0"/>
              <a:t>):</a:t>
            </a:r>
            <a:r>
              <a:rPr lang="ko-KR" altLang="en-US" dirty="0"/>
              <a:t> 하위 </a:t>
            </a:r>
            <a:r>
              <a:rPr lang="en-US" altLang="ko-KR" dirty="0"/>
              <a:t>SM</a:t>
            </a:r>
            <a:r>
              <a:rPr lang="ko-KR" altLang="en-US" dirty="0"/>
              <a:t>이 가진 </a:t>
            </a:r>
            <a:r>
              <a:rPr lang="en-US" altLang="ko-KR" dirty="0"/>
              <a:t>'40</a:t>
            </a:r>
            <a:r>
              <a:rPr lang="ko-KR" altLang="en-US" dirty="0"/>
              <a:t>만 몸</a:t>
            </a:r>
            <a:r>
              <a:rPr lang="en-US" altLang="ko-KR" dirty="0"/>
              <a:t>PV Pool'</a:t>
            </a:r>
            <a:r>
              <a:rPr lang="ko-KR" altLang="en-US" dirty="0"/>
              <a:t>에서 필요한 만큼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10</a:t>
            </a:r>
            <a:r>
              <a:rPr lang="ko-KR" altLang="en-US" dirty="0"/>
              <a:t>만</a:t>
            </a:r>
            <a:r>
              <a:rPr lang="en-US" altLang="ko-KR" dirty="0"/>
              <a:t>, 20</a:t>
            </a:r>
            <a:r>
              <a:rPr lang="ko-KR" altLang="en-US" dirty="0"/>
              <a:t>만</a:t>
            </a:r>
            <a:r>
              <a:rPr lang="en-US" altLang="ko-KR" dirty="0"/>
              <a:t>)</a:t>
            </a:r>
            <a:r>
              <a:rPr lang="ko-KR" altLang="en-US" dirty="0"/>
              <a:t>을 쪼개어 해당 </a:t>
            </a:r>
            <a:r>
              <a:rPr lang="en-US" altLang="ko-KR" dirty="0"/>
              <a:t>Target Date</a:t>
            </a:r>
            <a:r>
              <a:rPr lang="ko-KR" altLang="en-US" dirty="0"/>
              <a:t>에 자동으로 배치합니다</a:t>
            </a:r>
            <a:r>
              <a:rPr lang="en-US" altLang="ko-KR" dirty="0"/>
              <a:t>. (</a:t>
            </a:r>
            <a:r>
              <a:rPr lang="ko-KR" altLang="en-US" dirty="0"/>
              <a:t>첨부해주신 이미지에서 </a:t>
            </a:r>
            <a:r>
              <a:rPr lang="en-US" altLang="ko-KR" dirty="0"/>
              <a:t>20</a:t>
            </a:r>
            <a:r>
              <a:rPr lang="ko-KR" altLang="en-US" dirty="0"/>
              <a:t>일 </a:t>
            </a:r>
            <a:r>
              <a:rPr lang="en-US" altLang="ko-KR" dirty="0"/>
              <a:t>10</a:t>
            </a:r>
            <a:r>
              <a:rPr lang="ko-KR" altLang="en-US" dirty="0"/>
              <a:t>만</a:t>
            </a:r>
            <a:r>
              <a:rPr lang="en-US" altLang="ko-KR" dirty="0"/>
              <a:t>, 22</a:t>
            </a:r>
            <a:r>
              <a:rPr lang="ko-KR" altLang="en-US" dirty="0"/>
              <a:t>일 </a:t>
            </a:r>
            <a:r>
              <a:rPr lang="en-US" altLang="ko-KR" dirty="0"/>
              <a:t>20</a:t>
            </a:r>
            <a:r>
              <a:rPr lang="ko-KR" altLang="en-US" dirty="0"/>
              <a:t>만</a:t>
            </a:r>
            <a:r>
              <a:rPr lang="en-US" altLang="ko-KR" dirty="0"/>
              <a:t>, 30</a:t>
            </a:r>
            <a:r>
              <a:rPr lang="ko-KR" altLang="en-US" dirty="0"/>
              <a:t>일 </a:t>
            </a:r>
            <a:r>
              <a:rPr lang="en-US" altLang="ko-KR" dirty="0"/>
              <a:t>10</a:t>
            </a:r>
            <a:r>
              <a:rPr lang="ko-KR" altLang="en-US" dirty="0"/>
              <a:t>만으로 쪼개진 것처럼 말이죠</a:t>
            </a:r>
            <a:r>
              <a:rPr lang="en-US" altLang="ko-KR" dirty="0"/>
              <a:t>.)</a:t>
            </a:r>
          </a:p>
          <a:p>
            <a:pPr>
              <a:buNone/>
            </a:pPr>
            <a:r>
              <a:rPr lang="ko-KR" altLang="en-US" b="1" dirty="0"/>
              <a:t>💡 이 로직이 가져올 파급 효과</a:t>
            </a:r>
          </a:p>
          <a:p>
            <a:pPr>
              <a:buNone/>
            </a:pPr>
            <a:r>
              <a:rPr lang="ko-KR" altLang="en-US" dirty="0" err="1"/>
              <a:t>성대진</a:t>
            </a:r>
            <a:r>
              <a:rPr lang="ko-KR" altLang="en-US" dirty="0"/>
              <a:t> 본부장님이 기획하신 이 기능이 구현되면</a:t>
            </a:r>
            <a:r>
              <a:rPr lang="en-US" altLang="ko-KR" dirty="0"/>
              <a:t>, </a:t>
            </a:r>
            <a:r>
              <a:rPr lang="ko-KR" altLang="en-US" dirty="0"/>
              <a:t>파트너들은 더 이상 엑셀을 띄워놓고 머리를 쥐어짜며 </a:t>
            </a:r>
            <a:r>
              <a:rPr lang="en-US" altLang="ko-KR" dirty="0"/>
              <a:t>"</a:t>
            </a:r>
            <a:r>
              <a:rPr lang="ko-KR" altLang="en-US" dirty="0"/>
              <a:t>이 점수를 며칠 자로 쳐야 스폰서님 점수가 올라가지</a:t>
            </a:r>
            <a:r>
              <a:rPr lang="en-US" altLang="ko-KR" dirty="0"/>
              <a:t>?"</a:t>
            </a:r>
            <a:r>
              <a:rPr lang="ko-KR" altLang="en-US" dirty="0"/>
              <a:t>라고 고민할 필요가 없습니다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버튼 하나만 누르면</a:t>
            </a:r>
            <a:r>
              <a:rPr lang="en-US" altLang="ko-KR" dirty="0"/>
              <a:t>, **"</a:t>
            </a:r>
            <a:r>
              <a:rPr lang="ko-KR" altLang="en-US" dirty="0"/>
              <a:t>하위 </a:t>
            </a:r>
            <a:r>
              <a:rPr lang="en-US" altLang="ko-KR" dirty="0"/>
              <a:t>SM</a:t>
            </a:r>
            <a:r>
              <a:rPr lang="ko-KR" altLang="en-US" dirty="0"/>
              <a:t>은 가장 적은 돈으로 직급을 달성하고</a:t>
            </a:r>
            <a:r>
              <a:rPr lang="en-US" altLang="ko-KR" dirty="0"/>
              <a:t>, </a:t>
            </a:r>
            <a:r>
              <a:rPr lang="ko-KR" altLang="en-US" dirty="0"/>
              <a:t>상위 </a:t>
            </a:r>
            <a:r>
              <a:rPr lang="en-US" altLang="ko-KR" dirty="0"/>
              <a:t>DM/SRM</a:t>
            </a:r>
            <a:r>
              <a:rPr lang="ko-KR" altLang="en-US" dirty="0"/>
              <a:t>은 가장 많은 일일 후원수당을 받아가는 완벽한 윈</a:t>
            </a:r>
            <a:r>
              <a:rPr lang="en-US" altLang="ko-KR" dirty="0"/>
              <a:t>-</a:t>
            </a:r>
            <a:r>
              <a:rPr lang="ko-KR" altLang="en-US" dirty="0"/>
              <a:t>윈</a:t>
            </a:r>
            <a:r>
              <a:rPr lang="en-US" altLang="ko-KR" dirty="0"/>
              <a:t>(Win-Win) </a:t>
            </a:r>
            <a:r>
              <a:rPr lang="ko-KR" altLang="en-US" dirty="0"/>
              <a:t>시나리오표</a:t>
            </a:r>
            <a:r>
              <a:rPr lang="en-US" altLang="ko-KR" dirty="0"/>
              <a:t>"**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초 만에 렌더링 됩니다</a:t>
            </a:r>
            <a:r>
              <a:rPr lang="en-US" altLang="ko-KR" dirty="0"/>
              <a:t>. </a:t>
            </a:r>
            <a:r>
              <a:rPr lang="ko-KR" altLang="en-US" dirty="0"/>
              <a:t>이것이 바로 데이터를 활용하는 하이브리드 메신저의 진짜 조직 관리 시스템입니다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940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B55EC62-D9E9-51E1-BD1E-01F8FA800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82456"/>
              </p:ext>
            </p:extLst>
          </p:nvPr>
        </p:nvGraphicFramePr>
        <p:xfrm>
          <a:off x="535709" y="1249504"/>
          <a:ext cx="11133282" cy="525615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55547">
                  <a:extLst>
                    <a:ext uri="{9D8B030D-6E8A-4147-A177-3AD203B41FA5}">
                      <a16:colId xmlns:a16="http://schemas.microsoft.com/office/drawing/2014/main" val="1350615785"/>
                    </a:ext>
                  </a:extLst>
                </a:gridCol>
                <a:gridCol w="1855547">
                  <a:extLst>
                    <a:ext uri="{9D8B030D-6E8A-4147-A177-3AD203B41FA5}">
                      <a16:colId xmlns:a16="http://schemas.microsoft.com/office/drawing/2014/main" val="1451928705"/>
                    </a:ext>
                  </a:extLst>
                </a:gridCol>
                <a:gridCol w="1855547">
                  <a:extLst>
                    <a:ext uri="{9D8B030D-6E8A-4147-A177-3AD203B41FA5}">
                      <a16:colId xmlns:a16="http://schemas.microsoft.com/office/drawing/2014/main" val="726030567"/>
                    </a:ext>
                  </a:extLst>
                </a:gridCol>
                <a:gridCol w="1855547">
                  <a:extLst>
                    <a:ext uri="{9D8B030D-6E8A-4147-A177-3AD203B41FA5}">
                      <a16:colId xmlns:a16="http://schemas.microsoft.com/office/drawing/2014/main" val="4108343597"/>
                    </a:ext>
                  </a:extLst>
                </a:gridCol>
                <a:gridCol w="1855547">
                  <a:extLst>
                    <a:ext uri="{9D8B030D-6E8A-4147-A177-3AD203B41FA5}">
                      <a16:colId xmlns:a16="http://schemas.microsoft.com/office/drawing/2014/main" val="2010470556"/>
                    </a:ext>
                  </a:extLst>
                </a:gridCol>
                <a:gridCol w="1855547">
                  <a:extLst>
                    <a:ext uri="{9D8B030D-6E8A-4147-A177-3AD203B41FA5}">
                      <a16:colId xmlns:a16="http://schemas.microsoft.com/office/drawing/2014/main" val="50744501"/>
                    </a:ext>
                  </a:extLst>
                </a:gridCol>
              </a:tblGrid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회원</a:t>
                      </a:r>
                      <a:r>
                        <a:rPr lang="en-US" altLang="ko-KR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(</a:t>
                      </a:r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몸 </a:t>
                      </a:r>
                      <a:r>
                        <a:rPr lang="en-US" altLang="ko-KR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PV)</a:t>
                      </a:r>
                      <a:endParaRPr lang="ko-KR" altLang="en-US" sz="20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N</a:t>
                      </a:r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일일 후원수당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57128344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15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3,500</a:t>
                      </a:r>
                      <a:r>
                        <a:rPr lang="ko-KR" altLang="en-US" sz="13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원</a:t>
                      </a:r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3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~</a:t>
                      </a:r>
                    </a:p>
                    <a:p>
                      <a:pPr algn="ctr" latinLnBrk="1"/>
                      <a:r>
                        <a:rPr lang="en-US" altLang="ko-KR" sz="13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4,000</a:t>
                      </a:r>
                      <a:r>
                        <a:rPr lang="ko-KR" altLang="en-US" sz="1300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원</a:t>
                      </a:r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  <a:p>
                      <a:pPr algn="ctr" latinLnBrk="1"/>
                      <a:endParaRPr lang="en-US" altLang="ko-KR" sz="1300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6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54076891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70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70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70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12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17354011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150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150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150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60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76862435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kumimoji="0" lang="ko-KR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kumimoji="0" lang="en-US" altLang="ko-K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애터미 Bold" panose="020B0803000000000000" pitchFamily="50" charset="-127"/>
                        <a:ea typeface="애터미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90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36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52027188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600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600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150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60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43301044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2000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2000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250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41740978"/>
                  </a:ext>
                </a:extLst>
              </a:tr>
              <a:tr h="6507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240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5000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5000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PV</a:t>
                      </a:r>
                      <a:endParaRPr lang="ko-KR" altLang="en-US" dirty="0">
                        <a:latin typeface="애터미 Bold" panose="020B0803000000000000" pitchFamily="50" charset="-127"/>
                        <a:ea typeface="애터미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300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약 </a:t>
                      </a:r>
                      <a:r>
                        <a:rPr lang="en-US" altLang="ko-KR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120</a:t>
                      </a:r>
                      <a:r>
                        <a:rPr lang="ko-KR" altLang="en-US" dirty="0">
                          <a:latin typeface="애터미 Bold" panose="020B0803000000000000" pitchFamily="50" charset="-127"/>
                          <a:ea typeface="애터미 Bold" panose="020B0803000000000000" pitchFamily="50" charset="-127"/>
                        </a:rPr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89862833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4183393F-AC27-DC1D-38BD-E5E67483D92F}"/>
              </a:ext>
            </a:extLst>
          </p:cNvPr>
          <p:cNvGrpSpPr/>
          <p:nvPr/>
        </p:nvGrpSpPr>
        <p:grpSpPr>
          <a:xfrm>
            <a:off x="7782300" y="3812441"/>
            <a:ext cx="2100840" cy="840522"/>
            <a:chOff x="7782300" y="1620640"/>
            <a:chExt cx="2100840" cy="8405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E987B7B-41A4-DE46-08B5-B23E667D2C9D}"/>
                </a:ext>
              </a:extLst>
            </p:cNvPr>
            <p:cNvSpPr txBox="1"/>
            <p:nvPr/>
          </p:nvSpPr>
          <p:spPr>
            <a:xfrm>
              <a:off x="8051309" y="1907164"/>
              <a:ext cx="1369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Medium" panose="020B0603000000000000" pitchFamily="50" charset="-127"/>
                  <a:ea typeface="애터미 Medium" panose="020B0603000000000000" pitchFamily="50" charset="-127"/>
                  <a:cs typeface="+mn-cs"/>
                </a:rPr>
                <a:t>일일 총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Medium" panose="020B0603000000000000" pitchFamily="50" charset="-127"/>
                  <a:ea typeface="애터미 Medium" panose="020B0603000000000000" pitchFamily="50" charset="-127"/>
                  <a:cs typeface="+mn-cs"/>
                </a:rPr>
                <a:t>PV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Medium" panose="020B0603000000000000" pitchFamily="50" charset="-127"/>
                  <a:ea typeface="애터미 Medium" panose="020B0603000000000000" pitchFamily="50" charset="-127"/>
                  <a:cs typeface="+mn-cs"/>
                </a:rPr>
                <a:t>의 합</a:t>
              </a:r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DB60E6-9CCC-0B04-35DD-8B19EA0F9817}"/>
                </a:ext>
              </a:extLst>
            </p:cNvPr>
            <p:cNvSpPr txBox="1"/>
            <p:nvPr/>
          </p:nvSpPr>
          <p:spPr>
            <a:xfrm>
              <a:off x="8051309" y="2184163"/>
              <a:ext cx="1369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Medium" panose="020B0603000000000000" pitchFamily="50" charset="-127"/>
                  <a:ea typeface="애터미 Medium" panose="020B0603000000000000" pitchFamily="50" charset="-127"/>
                  <a:cs typeface="+mn-cs"/>
                </a:rPr>
                <a:t>일일 총 점수의 합</a:t>
              </a:r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A8C394-B957-9EB5-AA67-2045E0A5C012}"/>
                </a:ext>
              </a:extLst>
            </p:cNvPr>
            <p:cNvSpPr txBox="1"/>
            <p:nvPr/>
          </p:nvSpPr>
          <p:spPr>
            <a:xfrm>
              <a:off x="9202246" y="2032962"/>
              <a:ext cx="6808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Medium" panose="020B0603000000000000" pitchFamily="50" charset="-127"/>
                  <a:ea typeface="애터미 Medium" panose="020B0603000000000000" pitchFamily="50" charset="-127"/>
                  <a:cs typeface="+mn-cs"/>
                </a:rPr>
                <a:t>X 44%</a:t>
              </a:r>
              <a:endParaRPr lang="ko-KR" altLang="en-US" dirty="0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D01DDC3-AD6E-A3D3-AE06-5DEC01A3E461}"/>
                </a:ext>
              </a:extLst>
            </p:cNvPr>
            <p:cNvCxnSpPr>
              <a:cxnSpLocks/>
            </p:cNvCxnSpPr>
            <p:nvPr/>
          </p:nvCxnSpPr>
          <p:spPr>
            <a:xfrm>
              <a:off x="8191802" y="2165113"/>
              <a:ext cx="1088881" cy="0"/>
            </a:xfrm>
            <a:prstGeom prst="line">
              <a:avLst/>
            </a:prstGeom>
            <a:ln w="9525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DFE4F2-77FA-0076-D576-8519A948FEB9}"/>
                </a:ext>
              </a:extLst>
            </p:cNvPr>
            <p:cNvSpPr txBox="1"/>
            <p:nvPr/>
          </p:nvSpPr>
          <p:spPr>
            <a:xfrm>
              <a:off x="7782300" y="1620640"/>
              <a:ext cx="722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애터미 Bold" panose="020B0803000000000000" pitchFamily="50" charset="-127"/>
                  <a:ea typeface="애터미 Bold" panose="020B0803000000000000" pitchFamily="50" charset="-127"/>
                </a:rPr>
                <a:t>N</a:t>
              </a:r>
              <a:r>
                <a:rPr lang="ko-KR" altLang="en-US" sz="1200" dirty="0">
                  <a:solidFill>
                    <a:prstClr val="black"/>
                  </a:solidFill>
                  <a:latin typeface="애터미 Bold" panose="020B0803000000000000" pitchFamily="50" charset="-127"/>
                  <a:ea typeface="애터미 Bold" panose="020B0803000000000000" pitchFamily="50" charset="-127"/>
                </a:rPr>
                <a:t>가</a:t>
              </a:r>
              <a:r>
                <a:rPr lang="en-US" altLang="ko-KR" sz="1200" b="1" dirty="0">
                  <a:solidFill>
                    <a:prstClr val="black"/>
                  </a:solidFill>
                  <a:latin typeface="애터미 Medium" panose="020B0603000000000000" pitchFamily="50" charset="-127"/>
                  <a:ea typeface="애터미 Medium" panose="020B0603000000000000" pitchFamily="50" charset="-127"/>
                </a:rPr>
                <a:t> </a:t>
              </a:r>
              <a:endParaRPr lang="ko-KR" altLang="en-US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0DC91E-4140-565E-2485-B4F4D7A2A119}"/>
                </a:ext>
              </a:extLst>
            </p:cNvPr>
            <p:cNvSpPr txBox="1"/>
            <p:nvPr/>
          </p:nvSpPr>
          <p:spPr>
            <a:xfrm>
              <a:off x="7906125" y="2032962"/>
              <a:ext cx="328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애터미 Medium" panose="020B0603000000000000" pitchFamily="50" charset="-127"/>
                  <a:ea typeface="애터미 Medium" panose="020B0603000000000000" pitchFamily="50" charset="-127"/>
                </a:rPr>
                <a:t>=</a:t>
              </a:r>
              <a:endParaRPr lang="ko-KR" altLang="en-US" dirty="0"/>
            </a:p>
          </p:txBody>
        </p:sp>
      </p:grpSp>
      <p:sp>
        <p:nvSpPr>
          <p:cNvPr id="18" name="타원 17">
            <a:extLst>
              <a:ext uri="{FF2B5EF4-FFF2-40B4-BE49-F238E27FC236}">
                <a16:creationId xmlns:a16="http://schemas.microsoft.com/office/drawing/2014/main" id="{BDC11155-1685-A237-B989-53BE08AD0065}"/>
              </a:ext>
            </a:extLst>
          </p:cNvPr>
          <p:cNvSpPr/>
          <p:nvPr/>
        </p:nvSpPr>
        <p:spPr>
          <a:xfrm>
            <a:off x="7729530" y="1378666"/>
            <a:ext cx="436308" cy="395765"/>
          </a:xfrm>
          <a:prstGeom prst="ellipse">
            <a:avLst/>
          </a:prstGeom>
          <a:solidFill>
            <a:schemeClr val="bg1">
              <a:lumMod val="95000"/>
              <a:alpha val="42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400" b="1" dirty="0"/>
              <a:t>X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C3CEB44-8E77-7CC3-1CA2-59EF69B55AE6}"/>
              </a:ext>
            </a:extLst>
          </p:cNvPr>
          <p:cNvSpPr/>
          <p:nvPr/>
        </p:nvSpPr>
        <p:spPr>
          <a:xfrm>
            <a:off x="9481106" y="1378666"/>
            <a:ext cx="436308" cy="395765"/>
          </a:xfrm>
          <a:prstGeom prst="ellipse">
            <a:avLst/>
          </a:prstGeom>
          <a:solidFill>
            <a:schemeClr val="bg1">
              <a:lumMod val="95000"/>
              <a:alpha val="42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3200" b="1" dirty="0"/>
              <a:t>=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F1EF4D-FC90-4C50-387C-3BCAF46CA84A}"/>
              </a:ext>
            </a:extLst>
          </p:cNvPr>
          <p:cNvSpPr/>
          <p:nvPr/>
        </p:nvSpPr>
        <p:spPr>
          <a:xfrm>
            <a:off x="0" y="0"/>
            <a:ext cx="12192000" cy="988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애터미 후원수당 테이블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98A83-8038-D279-DC78-B5CBA3319507}"/>
              </a:ext>
            </a:extLst>
          </p:cNvPr>
          <p:cNvSpPr txBox="1"/>
          <p:nvPr/>
        </p:nvSpPr>
        <p:spPr>
          <a:xfrm>
            <a:off x="758492" y="972900"/>
            <a:ext cx="1731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latin typeface="애터미 Medium" panose="020B0603000000000000" pitchFamily="50" charset="-127"/>
                <a:ea typeface="애터미 Medium" panose="020B0603000000000000" pitchFamily="50" charset="-127"/>
              </a:rPr>
              <a:t>*</a:t>
            </a:r>
            <a:r>
              <a:rPr lang="ko-KR" altLang="en-US" sz="1400" dirty="0">
                <a:latin typeface="애터미 Medium" panose="020B0603000000000000" pitchFamily="50" charset="-127"/>
                <a:ea typeface="애터미 Medium" panose="020B0603000000000000" pitchFamily="50" charset="-127"/>
              </a:rPr>
              <a:t>회원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PV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는 무한누적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1B74F0-1F84-5FA3-FE8E-64101B8F0D28}"/>
              </a:ext>
            </a:extLst>
          </p:cNvPr>
          <p:cNvSpPr txBox="1"/>
          <p:nvPr/>
        </p:nvSpPr>
        <p:spPr>
          <a:xfrm>
            <a:off x="3794946" y="972900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소실적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 기준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21CF7-C211-9392-D6B8-E8DF8683A07B}"/>
              </a:ext>
            </a:extLst>
          </p:cNvPr>
          <p:cNvSpPr txBox="1"/>
          <p:nvPr/>
        </p:nvSpPr>
        <p:spPr>
          <a:xfrm>
            <a:off x="9060873" y="6522006"/>
            <a:ext cx="2826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*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애터미 Medium" panose="020B0603000000000000" pitchFamily="50" charset="-127"/>
                <a:ea typeface="애터미 Medium" panose="020B0603000000000000" pitchFamily="50" charset="-127"/>
                <a:cs typeface="+mn-cs"/>
              </a:rPr>
              <a:t>점수를 받은 다음 날 좌</a:t>
            </a:r>
            <a:r>
              <a:rPr lang="en-US" altLang="ko-KR" sz="1400" dirty="0">
                <a:latin typeface="애터미 Medium" panose="020B0603000000000000" pitchFamily="50" charset="-127"/>
                <a:ea typeface="애터미 Medium" panose="020B0603000000000000" pitchFamily="50" charset="-127"/>
              </a:rPr>
              <a:t>,</a:t>
            </a:r>
            <a:r>
              <a:rPr lang="ko-KR" altLang="en-US" sz="1400" dirty="0">
                <a:latin typeface="애터미 Medium" panose="020B0603000000000000" pitchFamily="50" charset="-127"/>
                <a:ea typeface="애터미 Medium" panose="020B0603000000000000" pitchFamily="50" charset="-127"/>
              </a:rPr>
              <a:t>우 초기화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애터미 Medium" panose="020B0603000000000000" pitchFamily="50" charset="-127"/>
              <a:ea typeface="애터미 Medium" panose="020B0603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16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647E8-6789-28C2-C640-74BA313DE418}"/>
              </a:ext>
            </a:extLst>
          </p:cNvPr>
          <p:cNvSpPr txBox="1"/>
          <p:nvPr/>
        </p:nvSpPr>
        <p:spPr>
          <a:xfrm>
            <a:off x="1428750" y="748517"/>
            <a:ext cx="862965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ko-KR" altLang="en-US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세미세일즈마스터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프로모션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(SSM)</a:t>
            </a:r>
            <a:endParaRPr lang="ko-KR" altLang="en-US" b="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buNone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매월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1~15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16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~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말일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소실적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기준 판매 실적이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150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만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PV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이상이면서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해당 기간 내 세일즈 마스터 이상의 직급을 달성하지 않은 특약점 이상 대상 회원에 대하여 특별 프로모션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만 원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(± 20%)*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지급</a:t>
            </a:r>
            <a:endParaRPr lang="ko-KR" altLang="en-US" b="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소실적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라인 판매 실적이 최소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만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PV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이상인 경우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본인 발생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PV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소실적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합산 가능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대상은 이전 직급 달성과 관계없이 선정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매월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말일 마감 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일째 일괄 지급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최초 프로모션 달성으로부터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개월로 한함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기간 내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 미만 달성자의 경우 추가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개월의 기간을 연장하며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추가 기간을 포함한 총 기간 내 누적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회 달성 시 프로모션은 자동 종료됨</a:t>
            </a:r>
          </a:p>
          <a:p>
            <a:pPr algn="l">
              <a:spcBef>
                <a:spcPts val="750"/>
              </a:spcBef>
              <a:buNone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* 해당 프로모션으로 인해 지급수당 총액이 총 매출액의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35%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를 넘어갈 경우 전산에서 자동 감함</a:t>
            </a:r>
            <a:endParaRPr lang="ko-KR" altLang="en-US" b="0" i="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75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B60D38-8745-5134-F58C-3890F2F7BD18}"/>
              </a:ext>
            </a:extLst>
          </p:cNvPr>
          <p:cNvSpPr txBox="1"/>
          <p:nvPr/>
        </p:nvSpPr>
        <p:spPr>
          <a:xfrm>
            <a:off x="1028700" y="681068"/>
            <a:ext cx="49339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매일 </a:t>
            </a:r>
            <a:r>
              <a:rPr lang="en-US" altLang="ko-KR" b="1" dirty="0"/>
              <a:t>30</a:t>
            </a:r>
            <a:r>
              <a:rPr lang="ko-KR" altLang="en-US" b="1" dirty="0"/>
              <a:t>만 </a:t>
            </a:r>
            <a:r>
              <a:rPr lang="en-US" altLang="ko-KR" b="1" dirty="0"/>
              <a:t>PV </a:t>
            </a:r>
            <a:r>
              <a:rPr lang="ko-KR" altLang="en-US" b="1" dirty="0"/>
              <a:t>매칭을 통한 후원수당 극대화</a:t>
            </a:r>
            <a:endParaRPr lang="ko-KR" altLang="en-US" dirty="0"/>
          </a:p>
          <a:p>
            <a:pPr>
              <a:buNone/>
            </a:pPr>
            <a:r>
              <a:rPr lang="ko-KR" altLang="en-US" dirty="0" err="1"/>
              <a:t>애터미의</a:t>
            </a:r>
            <a:r>
              <a:rPr lang="ko-KR" altLang="en-US" dirty="0"/>
              <a:t> 후원수당은 </a:t>
            </a:r>
            <a:r>
              <a:rPr lang="ko-KR" altLang="en-US" dirty="0" err="1"/>
              <a:t>소실적</a:t>
            </a:r>
            <a:r>
              <a:rPr lang="ko-KR" altLang="en-US" dirty="0"/>
              <a:t> 기준 </a:t>
            </a:r>
            <a:r>
              <a:rPr lang="en-US" altLang="ko-KR" dirty="0"/>
              <a:t>30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가 되었을 때 약 </a:t>
            </a:r>
            <a:r>
              <a:rPr lang="en-US" altLang="ko-KR" dirty="0"/>
              <a:t>6</a:t>
            </a:r>
            <a:r>
              <a:rPr lang="ko-KR" altLang="en-US" dirty="0"/>
              <a:t>만 원</a:t>
            </a:r>
            <a:r>
              <a:rPr lang="en-US" altLang="ko-KR" dirty="0"/>
              <a:t>(15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이 지급되며</a:t>
            </a:r>
            <a:r>
              <a:rPr lang="en-US" altLang="ko-KR" dirty="0"/>
              <a:t>, </a:t>
            </a:r>
            <a:r>
              <a:rPr lang="ko-KR" altLang="en-US" dirty="0"/>
              <a:t>점수를 받은 다음 날 좌</a:t>
            </a:r>
            <a:r>
              <a:rPr lang="en-US" altLang="ko-KR" dirty="0"/>
              <a:t>/</a:t>
            </a:r>
            <a:r>
              <a:rPr lang="ko-KR" altLang="en-US" dirty="0"/>
              <a:t>우 실적은 </a:t>
            </a:r>
            <a:r>
              <a:rPr lang="en-US" altLang="ko-KR" dirty="0"/>
              <a:t>0</a:t>
            </a:r>
            <a:r>
              <a:rPr lang="ko-KR" altLang="en-US" dirty="0"/>
              <a:t>으로 초기화됩니다</a:t>
            </a:r>
            <a:r>
              <a:rPr lang="en-US" altLang="ko-KR" dirty="0"/>
              <a:t>. </a:t>
            </a:r>
            <a:r>
              <a:rPr lang="ko-KR" altLang="en-US" dirty="0"/>
              <a:t>따라서 가장 이상적이고 효율적인 점수 획득 방법은 한 번에 큰 </a:t>
            </a:r>
            <a:r>
              <a:rPr lang="en-US" altLang="ko-KR" dirty="0"/>
              <a:t>PV</a:t>
            </a:r>
            <a:r>
              <a:rPr lang="ko-KR" altLang="en-US" dirty="0"/>
              <a:t>를 올리는 것보다</a:t>
            </a:r>
            <a:r>
              <a:rPr lang="en-US" altLang="ko-KR" dirty="0"/>
              <a:t>, </a:t>
            </a:r>
            <a:r>
              <a:rPr lang="ko-KR" altLang="en-US" dirty="0"/>
              <a:t>자료 </a:t>
            </a:r>
            <a:r>
              <a:rPr lang="en-US" altLang="ko-KR" dirty="0"/>
              <a:t>64</a:t>
            </a:r>
            <a:r>
              <a:rPr lang="ko-KR" altLang="en-US" dirty="0"/>
              <a:t>페이지의 두 번째 표 예시처럼 </a:t>
            </a:r>
            <a:r>
              <a:rPr lang="ko-KR" altLang="en-US" b="1" dirty="0"/>
              <a:t>가능한 여러 날에 걸쳐 좌</a:t>
            </a:r>
            <a:r>
              <a:rPr lang="en-US" altLang="ko-KR" b="1" dirty="0"/>
              <a:t>/</a:t>
            </a:r>
            <a:r>
              <a:rPr lang="ko-KR" altLang="en-US" b="1" dirty="0"/>
              <a:t>우 </a:t>
            </a:r>
            <a:r>
              <a:rPr lang="en-US" altLang="ko-KR" b="1" dirty="0"/>
              <a:t>30</a:t>
            </a:r>
            <a:r>
              <a:rPr lang="ko-KR" altLang="en-US" b="1" dirty="0"/>
              <a:t>만 </a:t>
            </a:r>
            <a:r>
              <a:rPr lang="en-US" altLang="ko-KR" b="1" dirty="0"/>
              <a:t>PV</a:t>
            </a:r>
            <a:r>
              <a:rPr lang="ko-KR" altLang="en-US" b="1" dirty="0"/>
              <a:t>씩을 맞추는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비효율적 예시</a:t>
            </a:r>
            <a:r>
              <a:rPr lang="en-US" altLang="ko-KR" dirty="0"/>
              <a:t>: 15</a:t>
            </a:r>
            <a:r>
              <a:rPr lang="ko-KR" altLang="en-US" dirty="0"/>
              <a:t>일 중 하루에 좌</a:t>
            </a:r>
            <a:r>
              <a:rPr lang="en-US" altLang="ko-KR" dirty="0"/>
              <a:t>/</a:t>
            </a:r>
            <a:r>
              <a:rPr lang="ko-KR" altLang="en-US" dirty="0"/>
              <a:t>우 </a:t>
            </a:r>
            <a:r>
              <a:rPr lang="en-US" altLang="ko-KR" dirty="0"/>
              <a:t>250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가 동시에 발생하면</a:t>
            </a:r>
            <a:r>
              <a:rPr lang="en-US" altLang="ko-KR" dirty="0"/>
              <a:t>, </a:t>
            </a:r>
            <a:r>
              <a:rPr lang="ko-KR" altLang="en-US" dirty="0"/>
              <a:t>그날만  </a:t>
            </a:r>
            <a:r>
              <a:rPr lang="en-US" altLang="ko-KR" dirty="0"/>
              <a:t>90</a:t>
            </a:r>
            <a:r>
              <a:rPr lang="ko-KR" altLang="en-US" dirty="0"/>
              <a:t>점을 받고 나머지 </a:t>
            </a:r>
            <a:r>
              <a:rPr lang="en-US" altLang="ko-KR" dirty="0"/>
              <a:t>PV</a:t>
            </a:r>
            <a:r>
              <a:rPr lang="ko-KR" altLang="en-US" dirty="0"/>
              <a:t>는 다음 날 초기화되어 사라질 수 있습니다 </a:t>
            </a:r>
            <a:r>
              <a:rPr lang="en-US" altLang="ko-KR" dirty="0"/>
              <a:t>(</a:t>
            </a:r>
            <a:r>
              <a:rPr lang="ko-KR" altLang="en-US" dirty="0"/>
              <a:t>플래쉬 아웃</a:t>
            </a:r>
            <a:r>
              <a:rPr lang="en-US" altLang="ko-K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효율적 예시 </a:t>
            </a:r>
            <a:r>
              <a:rPr lang="en-US" altLang="ko-KR" b="1" dirty="0"/>
              <a:t>(</a:t>
            </a:r>
            <a:r>
              <a:rPr lang="ko-KR" altLang="en-US" b="1" dirty="0"/>
              <a:t>자료 기준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보름</a:t>
            </a:r>
            <a:r>
              <a:rPr lang="en-US" altLang="ko-KR" dirty="0"/>
              <a:t>(15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lang="ko-KR" altLang="en-US" dirty="0"/>
              <a:t>중 </a:t>
            </a:r>
            <a:r>
              <a:rPr lang="en-US" altLang="ko-KR" dirty="0"/>
              <a:t>8</a:t>
            </a:r>
            <a:r>
              <a:rPr lang="ko-KR" altLang="en-US" dirty="0"/>
              <a:t>번을 좌</a:t>
            </a:r>
            <a:r>
              <a:rPr lang="en-US" altLang="ko-KR" dirty="0"/>
              <a:t>/</a:t>
            </a:r>
            <a:r>
              <a:rPr lang="ko-KR" altLang="en-US" dirty="0"/>
              <a:t>우 </a:t>
            </a:r>
            <a:r>
              <a:rPr lang="en-US" altLang="ko-KR" dirty="0"/>
              <a:t>30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씩 매칭시키면 </a:t>
            </a:r>
            <a:r>
              <a:rPr lang="en-US" altLang="ko-KR" dirty="0"/>
              <a:t>(30</a:t>
            </a:r>
            <a:r>
              <a:rPr lang="ko-KR" altLang="en-US" dirty="0"/>
              <a:t>만 </a:t>
            </a:r>
            <a:r>
              <a:rPr lang="en-US" altLang="ko-KR" dirty="0"/>
              <a:t>x 8</a:t>
            </a:r>
            <a:r>
              <a:rPr lang="ko-KR" altLang="en-US" dirty="0"/>
              <a:t>일 </a:t>
            </a:r>
            <a:r>
              <a:rPr lang="en-US" altLang="ko-KR" dirty="0"/>
              <a:t>= 240</a:t>
            </a:r>
            <a:r>
              <a:rPr lang="ko-KR" altLang="en-US" dirty="0"/>
              <a:t>만 </a:t>
            </a:r>
            <a:r>
              <a:rPr lang="en-US" altLang="ko-KR" dirty="0"/>
              <a:t>PV), </a:t>
            </a:r>
            <a:r>
              <a:rPr lang="ko-KR" altLang="en-US" dirty="0"/>
              <a:t>후원수당을 </a:t>
            </a:r>
            <a:r>
              <a:rPr lang="en-US" altLang="ko-KR" dirty="0"/>
              <a:t>8</a:t>
            </a:r>
            <a:r>
              <a:rPr lang="ko-KR" altLang="en-US" dirty="0"/>
              <a:t>번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48</a:t>
            </a:r>
            <a:r>
              <a:rPr lang="ko-KR" altLang="en-US" dirty="0"/>
              <a:t>만 원</a:t>
            </a:r>
            <a:r>
              <a:rPr lang="en-US" altLang="ko-KR" dirty="0"/>
              <a:t>) </a:t>
            </a:r>
            <a:r>
              <a:rPr lang="ko-KR" altLang="en-US" dirty="0"/>
              <a:t>받을 수 있습니다</a:t>
            </a:r>
            <a:r>
              <a:rPr lang="en-US" altLang="ko-KR" dirty="0"/>
              <a:t>. </a:t>
            </a:r>
            <a:r>
              <a:rPr lang="ko-KR" altLang="en-US" dirty="0"/>
              <a:t>나머지 </a:t>
            </a:r>
            <a:r>
              <a:rPr lang="en-US" altLang="ko-KR" dirty="0"/>
              <a:t>10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를 더해 </a:t>
            </a:r>
            <a:r>
              <a:rPr lang="en-US" altLang="ko-KR" dirty="0"/>
              <a:t>250</a:t>
            </a:r>
            <a:r>
              <a:rPr lang="ko-KR" altLang="en-US" dirty="0"/>
              <a:t>만 </a:t>
            </a:r>
            <a:r>
              <a:rPr lang="en-US" altLang="ko-KR" dirty="0"/>
              <a:t>PV</a:t>
            </a:r>
            <a:r>
              <a:rPr lang="ko-KR" altLang="en-US" dirty="0"/>
              <a:t>를 채우면 </a:t>
            </a:r>
            <a:r>
              <a:rPr lang="ko-KR" altLang="en-US" dirty="0" err="1"/>
              <a:t>세일즈마스터</a:t>
            </a:r>
            <a:r>
              <a:rPr lang="ko-KR" altLang="en-US" dirty="0"/>
              <a:t> 직급수당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45</a:t>
            </a:r>
            <a:r>
              <a:rPr lang="ko-KR" altLang="en-US" dirty="0"/>
              <a:t>만 원</a:t>
            </a:r>
            <a:r>
              <a:rPr lang="en-US" altLang="ko-KR" dirty="0"/>
              <a:t>)</a:t>
            </a:r>
            <a:r>
              <a:rPr lang="ko-KR" altLang="en-US" dirty="0"/>
              <a:t>까지 합쳐 총 </a:t>
            </a:r>
            <a:r>
              <a:rPr lang="en-US" altLang="ko-KR" dirty="0"/>
              <a:t>±93</a:t>
            </a:r>
            <a:r>
              <a:rPr lang="ko-KR" altLang="en-US" dirty="0"/>
              <a:t>만 원의 수익을 올릴 수 있습니다</a:t>
            </a:r>
            <a:r>
              <a:rPr lang="en-US" altLang="ko-KR" dirty="0"/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BB59816-8E6C-DF3F-B26C-BDB4FBB0A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14" y="59574"/>
            <a:ext cx="3177027" cy="3160650"/>
          </a:xfrm>
          <a:prstGeom prst="rect">
            <a:avLst/>
          </a:prstGeom>
        </p:spPr>
      </p:pic>
      <p:pic>
        <p:nvPicPr>
          <p:cNvPr id="16" name="그림 15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18E924-4CA9-9120-B8FC-77922669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847" y="3514263"/>
            <a:ext cx="3245159" cy="32841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6950A81-C2CE-7EED-B16E-2B4BDAEAFC0E}"/>
              </a:ext>
            </a:extLst>
          </p:cNvPr>
          <p:cNvSpPr txBox="1"/>
          <p:nvPr/>
        </p:nvSpPr>
        <p:spPr>
          <a:xfrm>
            <a:off x="9706006" y="1357343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/>
              <a:t>비효율적 예시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1E1914-FDE5-E9A7-4794-A1F212D16E29}"/>
              </a:ext>
            </a:extLst>
          </p:cNvPr>
          <p:cNvSpPr txBox="1"/>
          <p:nvPr/>
        </p:nvSpPr>
        <p:spPr>
          <a:xfrm>
            <a:off x="9706006" y="5243543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/>
              <a:t>효율적 예시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80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238A52-9088-96AF-AEEC-92C21B319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3" y="456717"/>
            <a:ext cx="5815078" cy="5884971"/>
          </a:xfrm>
          <a:prstGeom prst="rect">
            <a:avLst/>
          </a:prstGeom>
        </p:spPr>
      </p:pic>
      <p:pic>
        <p:nvPicPr>
          <p:cNvPr id="3" name="그림 2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550FA2-5AC4-7BF6-E3E8-F0564A88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109" y="456717"/>
            <a:ext cx="5815078" cy="588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1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7F4BCF-55E1-CC3F-C07F-C0946EC4A24A}"/>
              </a:ext>
            </a:extLst>
          </p:cNvPr>
          <p:cNvSpPr txBox="1"/>
          <p:nvPr/>
        </p:nvSpPr>
        <p:spPr>
          <a:xfrm>
            <a:off x="495300" y="804314"/>
            <a:ext cx="1112837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직급 달성 조건</a:t>
            </a:r>
            <a:endParaRPr kumimoji="0" lang="en-US" altLang="ko-KR" sz="1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F25F8-B9F9-E91D-25AC-4F045E7426AC}"/>
              </a:ext>
            </a:extLst>
          </p:cNvPr>
          <p:cNvSpPr txBox="1"/>
          <p:nvPr/>
        </p:nvSpPr>
        <p:spPr>
          <a:xfrm>
            <a:off x="495300" y="3392488"/>
            <a:ext cx="1112837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보름동안 다음의 조건들을 만족한다</a:t>
            </a:r>
            <a:r>
              <a:rPr lang="en-US" altLang="ko-KR" sz="54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.</a:t>
            </a:r>
            <a:endParaRPr kumimoji="0" lang="en-US" altLang="ko-K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상반기 </a:t>
            </a:r>
            <a:r>
              <a:rPr lang="en-US" altLang="ko-KR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: 1</a:t>
            </a:r>
            <a:r>
              <a:rPr lang="ko-KR" altLang="en-US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일</a:t>
            </a:r>
            <a:r>
              <a:rPr lang="en-US" altLang="ko-KR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~15</a:t>
            </a:r>
            <a:r>
              <a:rPr lang="ko-KR" altLang="en-US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일  </a:t>
            </a:r>
            <a:r>
              <a:rPr lang="en-US" altLang="ko-KR" sz="3200" dirty="0">
                <a:solidFill>
                  <a:prstClr val="black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/ 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하반기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16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일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~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말일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3087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24C-3BF5-3B3D-5919-D2E6EF2D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각 삼각형 2">
            <a:extLst>
              <a:ext uri="{FF2B5EF4-FFF2-40B4-BE49-F238E27FC236}">
                <a16:creationId xmlns:a16="http://schemas.microsoft.com/office/drawing/2014/main" id="{02592BA4-6C75-0727-0E4C-379B939F4C4D}"/>
              </a:ext>
            </a:extLst>
          </p:cNvPr>
          <p:cNvSpPr/>
          <p:nvPr/>
        </p:nvSpPr>
        <p:spPr>
          <a:xfrm>
            <a:off x="6163903" y="2719159"/>
            <a:ext cx="2723525" cy="2723525"/>
          </a:xfrm>
          <a:prstGeom prst="rtTriangl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B47A65D2-5FFD-DE51-5ECC-A8FF2D9D8EB8}"/>
              </a:ext>
            </a:extLst>
          </p:cNvPr>
          <p:cNvSpPr/>
          <p:nvPr/>
        </p:nvSpPr>
        <p:spPr>
          <a:xfrm flipH="1">
            <a:off x="3304275" y="2719158"/>
            <a:ext cx="2723525" cy="2723525"/>
          </a:xfrm>
          <a:prstGeom prst="rtTriangl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ACB147F-25E6-F760-E0B0-A41F3814FC97}"/>
              </a:ext>
            </a:extLst>
          </p:cNvPr>
          <p:cNvSpPr/>
          <p:nvPr/>
        </p:nvSpPr>
        <p:spPr>
          <a:xfrm>
            <a:off x="4666038" y="936852"/>
            <a:ext cx="2819741" cy="227835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</a:t>
            </a:r>
            <a:r>
              <a:rPr lang="en-US" altLang="ko-KR" sz="4950" dirty="0">
                <a:solidFill>
                  <a:prstClr val="white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S</a:t>
            </a:r>
            <a:r>
              <a:rPr kumimoji="0" lang="en-US" altLang="ko-KR" sz="4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950" dirty="0">
                <a:solidFill>
                  <a:prstClr val="white"/>
                </a:solidFill>
                <a:latin typeface="애터미 Bold" panose="020B0803000000000000" pitchFamily="50" charset="-127"/>
                <a:ea typeface="애터미 Bold" panose="020B0803000000000000" pitchFamily="50" charset="-127"/>
              </a:rPr>
              <a:t>세미</a:t>
            </a:r>
            <a:endParaRPr kumimoji="0" lang="ko-KR" altLang="en-US" sz="4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AB59C-9969-5BB7-22D7-A50F08075CF8}"/>
              </a:ext>
            </a:extLst>
          </p:cNvPr>
          <p:cNvSpPr txBox="1"/>
          <p:nvPr/>
        </p:nvSpPr>
        <p:spPr>
          <a:xfrm>
            <a:off x="3986362" y="4871372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150</a:t>
            </a: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만</a:t>
            </a: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PV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D1549-51D1-B93E-2977-830E9716FADF}"/>
              </a:ext>
            </a:extLst>
          </p:cNvPr>
          <p:cNvSpPr txBox="1"/>
          <p:nvPr/>
        </p:nvSpPr>
        <p:spPr>
          <a:xfrm>
            <a:off x="6291752" y="4871372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150</a:t>
            </a: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만</a:t>
            </a: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PV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B13F3-F017-B497-215A-A0364B484224}"/>
              </a:ext>
            </a:extLst>
          </p:cNvPr>
          <p:cNvSpPr txBox="1"/>
          <p:nvPr/>
        </p:nvSpPr>
        <p:spPr>
          <a:xfrm>
            <a:off x="3453641" y="4219250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65F8E-25E7-F008-25FF-EE868B58E57F}"/>
              </a:ext>
            </a:extLst>
          </p:cNvPr>
          <p:cNvSpPr txBox="1"/>
          <p:nvPr/>
        </p:nvSpPr>
        <p:spPr>
          <a:xfrm>
            <a:off x="6604036" y="4219250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25B26-2D98-9C1E-021E-A6DD4816478E}"/>
              </a:ext>
            </a:extLst>
          </p:cNvPr>
          <p:cNvSpPr txBox="1"/>
          <p:nvPr/>
        </p:nvSpPr>
        <p:spPr>
          <a:xfrm>
            <a:off x="171599" y="220114"/>
            <a:ext cx="411480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EED56-FFF4-433C-0247-11F23B2ADD95}"/>
              </a:ext>
            </a:extLst>
          </p:cNvPr>
          <p:cNvSpPr txBox="1"/>
          <p:nvPr/>
        </p:nvSpPr>
        <p:spPr>
          <a:xfrm>
            <a:off x="171599" y="762580"/>
            <a:ext cx="411480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세미세일즈마스터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(SSM)</a:t>
            </a:r>
          </a:p>
        </p:txBody>
      </p:sp>
    </p:spTree>
    <p:extLst>
      <p:ext uri="{BB962C8B-B14F-4D97-AF65-F5344CB8AC3E}">
        <p14:creationId xmlns:p14="http://schemas.microsoft.com/office/powerpoint/2010/main" val="2110775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58B07-3BF9-9B8F-72BD-2BD303F0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각 삼각형 2">
            <a:extLst>
              <a:ext uri="{FF2B5EF4-FFF2-40B4-BE49-F238E27FC236}">
                <a16:creationId xmlns:a16="http://schemas.microsoft.com/office/drawing/2014/main" id="{E1AFA57C-4BB5-57E1-9210-B02627268E7C}"/>
              </a:ext>
            </a:extLst>
          </p:cNvPr>
          <p:cNvSpPr/>
          <p:nvPr/>
        </p:nvSpPr>
        <p:spPr>
          <a:xfrm>
            <a:off x="6163903" y="2719159"/>
            <a:ext cx="2723525" cy="2723525"/>
          </a:xfrm>
          <a:prstGeom prst="rtTriangl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317E3723-6D45-4821-DCDE-995CB49F300C}"/>
              </a:ext>
            </a:extLst>
          </p:cNvPr>
          <p:cNvSpPr/>
          <p:nvPr/>
        </p:nvSpPr>
        <p:spPr>
          <a:xfrm flipH="1">
            <a:off x="3304275" y="2719158"/>
            <a:ext cx="2723525" cy="2723525"/>
          </a:xfrm>
          <a:prstGeom prst="rtTriangl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1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AF80DC5-8DA3-A12E-F443-187650DF71E8}"/>
              </a:ext>
            </a:extLst>
          </p:cNvPr>
          <p:cNvSpPr/>
          <p:nvPr/>
        </p:nvSpPr>
        <p:spPr>
          <a:xfrm>
            <a:off x="4666038" y="936852"/>
            <a:ext cx="2819741" cy="2278351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9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4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55DCE-B0AB-172F-4895-588A71FBF8E2}"/>
              </a:ext>
            </a:extLst>
          </p:cNvPr>
          <p:cNvSpPr txBox="1"/>
          <p:nvPr/>
        </p:nvSpPr>
        <p:spPr>
          <a:xfrm>
            <a:off x="3986362" y="4871372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250</a:t>
            </a: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만</a:t>
            </a: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PV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E8209-755E-ED46-886E-9DD22B4C3225}"/>
              </a:ext>
            </a:extLst>
          </p:cNvPr>
          <p:cNvSpPr txBox="1"/>
          <p:nvPr/>
        </p:nvSpPr>
        <p:spPr>
          <a:xfrm>
            <a:off x="6291752" y="4871372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250</a:t>
            </a: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만</a:t>
            </a: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PV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E95EE-D089-3109-9321-F0CABD060373}"/>
              </a:ext>
            </a:extLst>
          </p:cNvPr>
          <p:cNvSpPr txBox="1"/>
          <p:nvPr/>
        </p:nvSpPr>
        <p:spPr>
          <a:xfrm>
            <a:off x="3453641" y="4219250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FFF58-A1F7-70A1-5EC4-202F1BD1906E}"/>
              </a:ext>
            </a:extLst>
          </p:cNvPr>
          <p:cNvSpPr txBox="1"/>
          <p:nvPr/>
        </p:nvSpPr>
        <p:spPr>
          <a:xfrm>
            <a:off x="6604036" y="4219250"/>
            <a:ext cx="2041439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163F5-51DB-6058-15B9-518EF63A7394}"/>
              </a:ext>
            </a:extLst>
          </p:cNvPr>
          <p:cNvSpPr txBox="1"/>
          <p:nvPr/>
        </p:nvSpPr>
        <p:spPr>
          <a:xfrm>
            <a:off x="171599" y="220114"/>
            <a:ext cx="411480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80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A80-43F0-5031-B738-AEDB0465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3FEA6DF-3D0E-EFFB-90FE-33364145A3C3}"/>
              </a:ext>
            </a:extLst>
          </p:cNvPr>
          <p:cNvCxnSpPr/>
          <p:nvPr/>
        </p:nvCxnSpPr>
        <p:spPr>
          <a:xfrm>
            <a:off x="7967981" y="3293163"/>
            <a:ext cx="0" cy="1951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7BBBEA4-5726-72E2-2C09-F9A72707EB69}"/>
              </a:ext>
            </a:extLst>
          </p:cNvPr>
          <p:cNvCxnSpPr/>
          <p:nvPr/>
        </p:nvCxnSpPr>
        <p:spPr>
          <a:xfrm>
            <a:off x="4266498" y="3293163"/>
            <a:ext cx="0" cy="1951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59A2649-7D40-B6CA-5E29-545049B08950}"/>
              </a:ext>
            </a:extLst>
          </p:cNvPr>
          <p:cNvCxnSpPr/>
          <p:nvPr/>
        </p:nvCxnSpPr>
        <p:spPr>
          <a:xfrm>
            <a:off x="6121832" y="1445079"/>
            <a:ext cx="1859927" cy="20901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03D076-9A7B-A4ED-9E30-99AC6B66772C}"/>
              </a:ext>
            </a:extLst>
          </p:cNvPr>
          <p:cNvCxnSpPr/>
          <p:nvPr/>
        </p:nvCxnSpPr>
        <p:spPr>
          <a:xfrm flipH="1">
            <a:off x="4215981" y="1359354"/>
            <a:ext cx="1859927" cy="20901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A69214F6-0F35-9AC4-A467-43999BAEF60F}"/>
              </a:ext>
            </a:extLst>
          </p:cNvPr>
          <p:cNvSpPr/>
          <p:nvPr/>
        </p:nvSpPr>
        <p:spPr>
          <a:xfrm>
            <a:off x="3370979" y="4436268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9434C32-5EED-623A-E010-0004890AE565}"/>
              </a:ext>
            </a:extLst>
          </p:cNvPr>
          <p:cNvSpPr/>
          <p:nvPr/>
        </p:nvSpPr>
        <p:spPr>
          <a:xfrm>
            <a:off x="3370979" y="2562160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57F8BA4-456C-3D52-C51E-37B47A433396}"/>
              </a:ext>
            </a:extLst>
          </p:cNvPr>
          <p:cNvSpPr/>
          <p:nvPr/>
        </p:nvSpPr>
        <p:spPr>
          <a:xfrm>
            <a:off x="7063277" y="4436268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AB9AF0E-5223-2C5F-7A7A-FA1CCE27856D}"/>
              </a:ext>
            </a:extLst>
          </p:cNvPr>
          <p:cNvSpPr/>
          <p:nvPr/>
        </p:nvSpPr>
        <p:spPr>
          <a:xfrm>
            <a:off x="7063277" y="2562160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9AA8E25-17CD-7D40-708C-06917C17CEB6}"/>
              </a:ext>
            </a:extLst>
          </p:cNvPr>
          <p:cNvSpPr/>
          <p:nvPr/>
        </p:nvSpPr>
        <p:spPr>
          <a:xfrm>
            <a:off x="4914028" y="636631"/>
            <a:ext cx="2323760" cy="18775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C7AE9-AAC6-CF6E-FC32-EA3A7C6C31B9}"/>
              </a:ext>
            </a:extLst>
          </p:cNvPr>
          <p:cNvSpPr txBox="1"/>
          <p:nvPr/>
        </p:nvSpPr>
        <p:spPr>
          <a:xfrm>
            <a:off x="171599" y="220114"/>
            <a:ext cx="41148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55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B9CF-7671-88B2-E39F-FDF124AC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32E1896-DBA4-761D-CC6C-D52DFEF28279}"/>
              </a:ext>
            </a:extLst>
          </p:cNvPr>
          <p:cNvCxnSpPr/>
          <p:nvPr/>
        </p:nvCxnSpPr>
        <p:spPr>
          <a:xfrm>
            <a:off x="6109556" y="1426982"/>
            <a:ext cx="3556150" cy="1445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B61C343-2FC0-E1D4-7542-FF7BAE420A9B}"/>
              </a:ext>
            </a:extLst>
          </p:cNvPr>
          <p:cNvCxnSpPr/>
          <p:nvPr/>
        </p:nvCxnSpPr>
        <p:spPr>
          <a:xfrm flipH="1">
            <a:off x="2486110" y="1426982"/>
            <a:ext cx="3486476" cy="247919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3AF4D54-0E81-EAE4-05F4-4CF1C8287D0C}"/>
              </a:ext>
            </a:extLst>
          </p:cNvPr>
          <p:cNvCxnSpPr/>
          <p:nvPr/>
        </p:nvCxnSpPr>
        <p:spPr>
          <a:xfrm>
            <a:off x="3599714" y="5020952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5D78532-1329-9D21-2F30-D20610E99B9D}"/>
              </a:ext>
            </a:extLst>
          </p:cNvPr>
          <p:cNvCxnSpPr/>
          <p:nvPr/>
        </p:nvCxnSpPr>
        <p:spPr>
          <a:xfrm>
            <a:off x="1366964" y="5020952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6140118-7307-4963-F38D-A9D2BB1A2374}"/>
              </a:ext>
            </a:extLst>
          </p:cNvPr>
          <p:cNvCxnSpPr/>
          <p:nvPr/>
        </p:nvCxnSpPr>
        <p:spPr>
          <a:xfrm>
            <a:off x="2486109" y="3906180"/>
            <a:ext cx="1121916" cy="12608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552B082-8DDE-606D-2526-13C7B7C88A61}"/>
              </a:ext>
            </a:extLst>
          </p:cNvPr>
          <p:cNvCxnSpPr/>
          <p:nvPr/>
        </p:nvCxnSpPr>
        <p:spPr>
          <a:xfrm flipH="1">
            <a:off x="1336492" y="3854470"/>
            <a:ext cx="1121916" cy="12608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4A72E960-894E-DE03-2358-82958DD2E012}"/>
              </a:ext>
            </a:extLst>
          </p:cNvPr>
          <p:cNvSpPr/>
          <p:nvPr/>
        </p:nvSpPr>
        <p:spPr>
          <a:xfrm>
            <a:off x="826783" y="571047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ACD1B64A-0F93-C1A8-9EBA-F8BE223329F5}"/>
              </a:ext>
            </a:extLst>
          </p:cNvPr>
          <p:cNvSpPr/>
          <p:nvPr/>
        </p:nvSpPr>
        <p:spPr>
          <a:xfrm>
            <a:off x="826783" y="458000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A2E01E7-62FB-D343-EEB6-3641794EEE09}"/>
              </a:ext>
            </a:extLst>
          </p:cNvPr>
          <p:cNvSpPr/>
          <p:nvPr/>
        </p:nvSpPr>
        <p:spPr>
          <a:xfrm>
            <a:off x="3053992" y="571047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7F3F4BE-F0A7-9FC1-A05F-0FD8BCC5E9B6}"/>
              </a:ext>
            </a:extLst>
          </p:cNvPr>
          <p:cNvSpPr/>
          <p:nvPr/>
        </p:nvSpPr>
        <p:spPr>
          <a:xfrm>
            <a:off x="3053992" y="458000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6A34AD1-30EC-90EE-32AF-D63CC96A2C2E}"/>
              </a:ext>
            </a:extLst>
          </p:cNvPr>
          <p:cNvSpPr/>
          <p:nvPr/>
        </p:nvSpPr>
        <p:spPr>
          <a:xfrm>
            <a:off x="1940388" y="3449539"/>
            <a:ext cx="1091444" cy="8818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4818615-B47D-98D0-C9B6-EA3DC1687321}"/>
              </a:ext>
            </a:extLst>
          </p:cNvPr>
          <p:cNvCxnSpPr/>
          <p:nvPr/>
        </p:nvCxnSpPr>
        <p:spPr>
          <a:xfrm>
            <a:off x="9349412" y="5020952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B6A2994-387F-87F9-1110-36BDD5D00BEF}"/>
              </a:ext>
            </a:extLst>
          </p:cNvPr>
          <p:cNvCxnSpPr/>
          <p:nvPr/>
        </p:nvCxnSpPr>
        <p:spPr>
          <a:xfrm>
            <a:off x="7116662" y="5020952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3D96BF1-7BEE-CFED-DAFF-903073C72880}"/>
              </a:ext>
            </a:extLst>
          </p:cNvPr>
          <p:cNvCxnSpPr/>
          <p:nvPr/>
        </p:nvCxnSpPr>
        <p:spPr>
          <a:xfrm>
            <a:off x="8235808" y="3906180"/>
            <a:ext cx="1121916" cy="12608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6BD2255-3F09-E022-4E02-0FBB8DBF08F9}"/>
              </a:ext>
            </a:extLst>
          </p:cNvPr>
          <p:cNvCxnSpPr/>
          <p:nvPr/>
        </p:nvCxnSpPr>
        <p:spPr>
          <a:xfrm flipH="1">
            <a:off x="7086190" y="2762813"/>
            <a:ext cx="2559308" cy="235246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25E8EC4-C97F-7B97-7823-3BEB4F9CEE86}"/>
              </a:ext>
            </a:extLst>
          </p:cNvPr>
          <p:cNvSpPr/>
          <p:nvPr/>
        </p:nvSpPr>
        <p:spPr>
          <a:xfrm>
            <a:off x="6576481" y="571047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6DA3B93-7EE8-58A7-934C-E5CA9CDB2A9F}"/>
              </a:ext>
            </a:extLst>
          </p:cNvPr>
          <p:cNvSpPr/>
          <p:nvPr/>
        </p:nvSpPr>
        <p:spPr>
          <a:xfrm>
            <a:off x="6576481" y="458000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7D93DDC-EFF9-268D-46E6-EF06A6F6D289}"/>
              </a:ext>
            </a:extLst>
          </p:cNvPr>
          <p:cNvSpPr/>
          <p:nvPr/>
        </p:nvSpPr>
        <p:spPr>
          <a:xfrm>
            <a:off x="8803691" y="571047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51583DC-D271-82D6-2E24-33D7CE89DA73}"/>
              </a:ext>
            </a:extLst>
          </p:cNvPr>
          <p:cNvSpPr/>
          <p:nvPr/>
        </p:nvSpPr>
        <p:spPr>
          <a:xfrm>
            <a:off x="8803691" y="4580008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0CDC59A-2243-0A10-D8B0-A04D37BE2308}"/>
              </a:ext>
            </a:extLst>
          </p:cNvPr>
          <p:cNvSpPr/>
          <p:nvPr/>
        </p:nvSpPr>
        <p:spPr>
          <a:xfrm>
            <a:off x="7690086" y="3449539"/>
            <a:ext cx="1091444" cy="8818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71EA210-1416-F98E-F83B-FC30C9DBB432}"/>
              </a:ext>
            </a:extLst>
          </p:cNvPr>
          <p:cNvCxnSpPr/>
          <p:nvPr/>
        </p:nvCxnSpPr>
        <p:spPr>
          <a:xfrm>
            <a:off x="5228966" y="3937088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D79CF84-2574-F979-9046-FA95E39E455F}"/>
              </a:ext>
            </a:extLst>
          </p:cNvPr>
          <p:cNvCxnSpPr/>
          <p:nvPr/>
        </p:nvCxnSpPr>
        <p:spPr>
          <a:xfrm>
            <a:off x="4115361" y="2822316"/>
            <a:ext cx="1121916" cy="12608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99909C38-A8C1-FCB9-8FAE-E4732CEDBF81}"/>
              </a:ext>
            </a:extLst>
          </p:cNvPr>
          <p:cNvSpPr/>
          <p:nvPr/>
        </p:nvSpPr>
        <p:spPr>
          <a:xfrm>
            <a:off x="4683244" y="4626614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8DF42013-4A39-5133-3B51-57F73DCD6F70}"/>
              </a:ext>
            </a:extLst>
          </p:cNvPr>
          <p:cNvSpPr/>
          <p:nvPr/>
        </p:nvSpPr>
        <p:spPr>
          <a:xfrm>
            <a:off x="4683244" y="3496144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9BBF2D1E-A3B0-9CEB-89CA-2C2EB71692CC}"/>
              </a:ext>
            </a:extLst>
          </p:cNvPr>
          <p:cNvSpPr/>
          <p:nvPr/>
        </p:nvSpPr>
        <p:spPr>
          <a:xfrm>
            <a:off x="3569640" y="2365675"/>
            <a:ext cx="1091444" cy="8818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C12A4A2-5A9E-B09C-D1C7-F9904214DC9B}"/>
              </a:ext>
            </a:extLst>
          </p:cNvPr>
          <p:cNvCxnSpPr/>
          <p:nvPr/>
        </p:nvCxnSpPr>
        <p:spPr>
          <a:xfrm>
            <a:off x="10767413" y="3952785"/>
            <a:ext cx="0" cy="11770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2D4E6EB-9845-EC75-92EC-8B85F31A3054}"/>
              </a:ext>
            </a:extLst>
          </p:cNvPr>
          <p:cNvCxnSpPr/>
          <p:nvPr/>
        </p:nvCxnSpPr>
        <p:spPr>
          <a:xfrm>
            <a:off x="9653809" y="2838013"/>
            <a:ext cx="1121916" cy="126080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86FC4103-1548-5EEA-09EC-186AFE4952B9}"/>
              </a:ext>
            </a:extLst>
          </p:cNvPr>
          <p:cNvSpPr/>
          <p:nvPr/>
        </p:nvSpPr>
        <p:spPr>
          <a:xfrm>
            <a:off x="10221692" y="4642311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4F0238BE-B13C-D375-66D6-FD51916DBFA7}"/>
              </a:ext>
            </a:extLst>
          </p:cNvPr>
          <p:cNvSpPr/>
          <p:nvPr/>
        </p:nvSpPr>
        <p:spPr>
          <a:xfrm>
            <a:off x="10221692" y="3511841"/>
            <a:ext cx="1091444" cy="881887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36789820-CC42-23F2-F12A-B0F3D433C956}"/>
              </a:ext>
            </a:extLst>
          </p:cNvPr>
          <p:cNvSpPr/>
          <p:nvPr/>
        </p:nvSpPr>
        <p:spPr>
          <a:xfrm>
            <a:off x="9108087" y="2381372"/>
            <a:ext cx="1091444" cy="8818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3466E896-19C9-7F04-6CC4-B8BD09E5F98A}"/>
              </a:ext>
            </a:extLst>
          </p:cNvPr>
          <p:cNvSpPr/>
          <p:nvPr/>
        </p:nvSpPr>
        <p:spPr>
          <a:xfrm>
            <a:off x="4914028" y="636631"/>
            <a:ext cx="2323760" cy="187759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6D65A2-F6D0-A188-BEA2-CB3C622BAC3B}"/>
              </a:ext>
            </a:extLst>
          </p:cNvPr>
          <p:cNvSpPr txBox="1"/>
          <p:nvPr/>
        </p:nvSpPr>
        <p:spPr>
          <a:xfrm>
            <a:off x="171599" y="220114"/>
            <a:ext cx="41148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12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합   계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16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272407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032E-72D2-17B9-B7C4-36131AD6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235">
            <a:extLst>
              <a:ext uri="{FF2B5EF4-FFF2-40B4-BE49-F238E27FC236}">
                <a16:creationId xmlns:a16="http://schemas.microsoft.com/office/drawing/2014/main" id="{9B010983-54E0-E0CB-C4FB-2B44554A76DE}"/>
              </a:ext>
            </a:extLst>
          </p:cNvPr>
          <p:cNvSpPr txBox="1"/>
          <p:nvPr/>
        </p:nvSpPr>
        <p:spPr>
          <a:xfrm>
            <a:off x="171599" y="220114"/>
            <a:ext cx="411480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SRM: 4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12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36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합   계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52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</a:p>
        </p:txBody>
      </p: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9B079C25-88AB-6B04-443F-2A85D38835B7}"/>
              </a:ext>
            </a:extLst>
          </p:cNvPr>
          <p:cNvCxnSpPr/>
          <p:nvPr/>
        </p:nvCxnSpPr>
        <p:spPr>
          <a:xfrm flipH="1">
            <a:off x="8644060" y="1604867"/>
            <a:ext cx="949267" cy="245459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0FB20566-FAE5-0EF7-B9D3-57EC743A66E8}"/>
              </a:ext>
            </a:extLst>
          </p:cNvPr>
          <p:cNvCxnSpPr/>
          <p:nvPr/>
        </p:nvCxnSpPr>
        <p:spPr>
          <a:xfrm>
            <a:off x="6100804" y="637464"/>
            <a:ext cx="3482786" cy="94916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DF40D84A-27CB-566B-2AD3-4A9C1A277281}"/>
              </a:ext>
            </a:extLst>
          </p:cNvPr>
          <p:cNvCxnSpPr/>
          <p:nvPr/>
        </p:nvCxnSpPr>
        <p:spPr>
          <a:xfrm flipH="1">
            <a:off x="3653525" y="637464"/>
            <a:ext cx="2422383" cy="99563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B8D8B581-157F-52E8-8862-DBAD61D6DA14}"/>
              </a:ext>
            </a:extLst>
          </p:cNvPr>
          <p:cNvCxnSpPr/>
          <p:nvPr/>
        </p:nvCxnSpPr>
        <p:spPr>
          <a:xfrm flipH="1">
            <a:off x="2530200" y="1600379"/>
            <a:ext cx="1098430" cy="248272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979A9641-4555-2BC9-7B67-0F362700E601}"/>
              </a:ext>
            </a:extLst>
          </p:cNvPr>
          <p:cNvSpPr/>
          <p:nvPr/>
        </p:nvSpPr>
        <p:spPr>
          <a:xfrm>
            <a:off x="5144878" y="108281"/>
            <a:ext cx="1862062" cy="1165150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73EE26E-17E8-0046-CBC8-684EA96C774F}"/>
              </a:ext>
            </a:extLst>
          </p:cNvPr>
          <p:cNvCxnSpPr/>
          <p:nvPr/>
        </p:nvCxnSpPr>
        <p:spPr>
          <a:xfrm flipH="1">
            <a:off x="868040" y="4033984"/>
            <a:ext cx="1662159" cy="10777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C4951A9-1860-0ECC-2901-E68F5E8B52CF}"/>
              </a:ext>
            </a:extLst>
          </p:cNvPr>
          <p:cNvCxnSpPr/>
          <p:nvPr/>
        </p:nvCxnSpPr>
        <p:spPr>
          <a:xfrm>
            <a:off x="1228042" y="577169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BB07A4E-4FA4-CB52-2D71-BB096D64CE96}"/>
              </a:ext>
            </a:extLst>
          </p:cNvPr>
          <p:cNvCxnSpPr/>
          <p:nvPr/>
        </p:nvCxnSpPr>
        <p:spPr>
          <a:xfrm>
            <a:off x="458148" y="577169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B065C40-8B66-8F7C-A94B-0A309C5DF594}"/>
              </a:ext>
            </a:extLst>
          </p:cNvPr>
          <p:cNvCxnSpPr/>
          <p:nvPr/>
        </p:nvCxnSpPr>
        <p:spPr>
          <a:xfrm>
            <a:off x="868040" y="5111744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5F142C86-4EEF-2038-6A30-78AB5F45089A}"/>
              </a:ext>
            </a:extLst>
          </p:cNvPr>
          <p:cNvCxnSpPr/>
          <p:nvPr/>
        </p:nvCxnSpPr>
        <p:spPr>
          <a:xfrm flipH="1">
            <a:off x="439290" y="5081132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D316FC48-5117-4C4D-0C4E-2165C17CED03}"/>
              </a:ext>
            </a:extLst>
          </p:cNvPr>
          <p:cNvSpPr/>
          <p:nvPr/>
        </p:nvSpPr>
        <p:spPr>
          <a:xfrm>
            <a:off x="138359" y="6179895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113D43B0-744A-0701-4958-4E33539DDC59}"/>
              </a:ext>
            </a:extLst>
          </p:cNvPr>
          <p:cNvSpPr/>
          <p:nvPr/>
        </p:nvSpPr>
        <p:spPr>
          <a:xfrm>
            <a:off x="138359" y="551065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4" name="모서리가 둥근 직사각형 83">
            <a:extLst>
              <a:ext uri="{FF2B5EF4-FFF2-40B4-BE49-F238E27FC236}">
                <a16:creationId xmlns:a16="http://schemas.microsoft.com/office/drawing/2014/main" id="{8393CB3D-6CCA-8237-D49A-18B96A6CAC04}"/>
              </a:ext>
            </a:extLst>
          </p:cNvPr>
          <p:cNvSpPr/>
          <p:nvPr/>
        </p:nvSpPr>
        <p:spPr>
          <a:xfrm>
            <a:off x="904973" y="6179895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5" name="모서리가 둥근 직사각형 84">
            <a:extLst>
              <a:ext uri="{FF2B5EF4-FFF2-40B4-BE49-F238E27FC236}">
                <a16:creationId xmlns:a16="http://schemas.microsoft.com/office/drawing/2014/main" id="{61ABAF0F-A75A-92DD-FEB2-19A9FC0DCA43}"/>
              </a:ext>
            </a:extLst>
          </p:cNvPr>
          <p:cNvSpPr/>
          <p:nvPr/>
        </p:nvSpPr>
        <p:spPr>
          <a:xfrm>
            <a:off x="904973" y="551065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55594604-AE2F-DC74-FD09-CEE804E84DEB}"/>
              </a:ext>
            </a:extLst>
          </p:cNvPr>
          <p:cNvSpPr/>
          <p:nvPr/>
        </p:nvSpPr>
        <p:spPr>
          <a:xfrm>
            <a:off x="544971" y="4841411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2079446-C9DB-F0CA-F508-4E7875327420}"/>
              </a:ext>
            </a:extLst>
          </p:cNvPr>
          <p:cNvCxnSpPr/>
          <p:nvPr/>
        </p:nvCxnSpPr>
        <p:spPr>
          <a:xfrm>
            <a:off x="2539991" y="4041081"/>
            <a:ext cx="1611134" cy="5668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모서리가 둥근 직사각형 106">
            <a:extLst>
              <a:ext uri="{FF2B5EF4-FFF2-40B4-BE49-F238E27FC236}">
                <a16:creationId xmlns:a16="http://schemas.microsoft.com/office/drawing/2014/main" id="{E0179007-2FDB-62B0-31E6-AB50E6CEE850}"/>
              </a:ext>
            </a:extLst>
          </p:cNvPr>
          <p:cNvSpPr/>
          <p:nvPr/>
        </p:nvSpPr>
        <p:spPr>
          <a:xfrm>
            <a:off x="2131308" y="3727966"/>
            <a:ext cx="831941" cy="67220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FAEAE4F2-0F4D-125F-7D54-4155D39ABB24}"/>
              </a:ext>
            </a:extLst>
          </p:cNvPr>
          <p:cNvCxnSpPr/>
          <p:nvPr/>
        </p:nvCxnSpPr>
        <p:spPr>
          <a:xfrm>
            <a:off x="1987861" y="5311871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F88CD7D2-362F-61D2-7AE7-A08842827326}"/>
              </a:ext>
            </a:extLst>
          </p:cNvPr>
          <p:cNvCxnSpPr/>
          <p:nvPr/>
        </p:nvCxnSpPr>
        <p:spPr>
          <a:xfrm>
            <a:off x="1627858" y="4651922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모서리가 둥근 직사각형 123">
            <a:extLst>
              <a:ext uri="{FF2B5EF4-FFF2-40B4-BE49-F238E27FC236}">
                <a16:creationId xmlns:a16="http://schemas.microsoft.com/office/drawing/2014/main" id="{C8A88FEF-4088-4D29-ED09-188DB3283B84}"/>
              </a:ext>
            </a:extLst>
          </p:cNvPr>
          <p:cNvSpPr/>
          <p:nvPr/>
        </p:nvSpPr>
        <p:spPr>
          <a:xfrm>
            <a:off x="1664791" y="5720072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5" name="모서리가 둥근 직사각형 124">
            <a:extLst>
              <a:ext uri="{FF2B5EF4-FFF2-40B4-BE49-F238E27FC236}">
                <a16:creationId xmlns:a16="http://schemas.microsoft.com/office/drawing/2014/main" id="{A760359F-7D71-317F-125B-5DC560164519}"/>
              </a:ext>
            </a:extLst>
          </p:cNvPr>
          <p:cNvSpPr/>
          <p:nvPr/>
        </p:nvSpPr>
        <p:spPr>
          <a:xfrm>
            <a:off x="1664791" y="5050830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6" name="모서리가 둥근 직사각형 125">
            <a:extLst>
              <a:ext uri="{FF2B5EF4-FFF2-40B4-BE49-F238E27FC236}">
                <a16:creationId xmlns:a16="http://schemas.microsoft.com/office/drawing/2014/main" id="{3E453FE8-542C-7A83-F980-8F7954648CE9}"/>
              </a:ext>
            </a:extLst>
          </p:cNvPr>
          <p:cNvSpPr/>
          <p:nvPr/>
        </p:nvSpPr>
        <p:spPr>
          <a:xfrm>
            <a:off x="1304789" y="4381588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0D40F3E5-B21E-5B91-2EA4-5F9AD16775F6}"/>
              </a:ext>
            </a:extLst>
          </p:cNvPr>
          <p:cNvCxnSpPr/>
          <p:nvPr/>
        </p:nvCxnSpPr>
        <p:spPr>
          <a:xfrm flipH="1">
            <a:off x="3391308" y="4646445"/>
            <a:ext cx="759818" cy="4652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422978E1-E4B2-7400-9C26-39A423C1AFDF}"/>
              </a:ext>
            </a:extLst>
          </p:cNvPr>
          <p:cNvCxnSpPr/>
          <p:nvPr/>
        </p:nvCxnSpPr>
        <p:spPr>
          <a:xfrm>
            <a:off x="3751309" y="577169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71498B62-6F10-6DCD-B6C4-345BBE64762F}"/>
              </a:ext>
            </a:extLst>
          </p:cNvPr>
          <p:cNvCxnSpPr/>
          <p:nvPr/>
        </p:nvCxnSpPr>
        <p:spPr>
          <a:xfrm>
            <a:off x="2981416" y="577169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2ADB049-CEBA-2DBE-DF31-EC74F19EFBDF}"/>
              </a:ext>
            </a:extLst>
          </p:cNvPr>
          <p:cNvCxnSpPr/>
          <p:nvPr/>
        </p:nvCxnSpPr>
        <p:spPr>
          <a:xfrm>
            <a:off x="3391307" y="5111744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1975B9AF-212F-5C1E-07C7-CEE7240988B4}"/>
              </a:ext>
            </a:extLst>
          </p:cNvPr>
          <p:cNvCxnSpPr/>
          <p:nvPr/>
        </p:nvCxnSpPr>
        <p:spPr>
          <a:xfrm flipH="1">
            <a:off x="2962557" y="5081132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모서리가 둥근 직사각형 131">
            <a:extLst>
              <a:ext uri="{FF2B5EF4-FFF2-40B4-BE49-F238E27FC236}">
                <a16:creationId xmlns:a16="http://schemas.microsoft.com/office/drawing/2014/main" id="{D5262EC2-7B27-1A2A-1C4D-24F283A01B34}"/>
              </a:ext>
            </a:extLst>
          </p:cNvPr>
          <p:cNvSpPr/>
          <p:nvPr/>
        </p:nvSpPr>
        <p:spPr>
          <a:xfrm>
            <a:off x="2661627" y="6179895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0A596506-8B7B-1593-4CC2-91D22B0B0643}"/>
              </a:ext>
            </a:extLst>
          </p:cNvPr>
          <p:cNvSpPr/>
          <p:nvPr/>
        </p:nvSpPr>
        <p:spPr>
          <a:xfrm>
            <a:off x="2661627" y="551065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4" name="모서리가 둥근 직사각형 133">
            <a:extLst>
              <a:ext uri="{FF2B5EF4-FFF2-40B4-BE49-F238E27FC236}">
                <a16:creationId xmlns:a16="http://schemas.microsoft.com/office/drawing/2014/main" id="{9E97CB97-6C0A-BBAC-F37C-08C653775AAF}"/>
              </a:ext>
            </a:extLst>
          </p:cNvPr>
          <p:cNvSpPr/>
          <p:nvPr/>
        </p:nvSpPr>
        <p:spPr>
          <a:xfrm>
            <a:off x="3428240" y="6179895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FBE6546A-977E-72F8-C9BE-B443FCBB74B3}"/>
              </a:ext>
            </a:extLst>
          </p:cNvPr>
          <p:cNvSpPr/>
          <p:nvPr/>
        </p:nvSpPr>
        <p:spPr>
          <a:xfrm>
            <a:off x="3428240" y="551065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6" name="모서리가 둥근 직사각형 135">
            <a:extLst>
              <a:ext uri="{FF2B5EF4-FFF2-40B4-BE49-F238E27FC236}">
                <a16:creationId xmlns:a16="http://schemas.microsoft.com/office/drawing/2014/main" id="{DAD6D611-4992-24B9-17EA-5D667DA777BA}"/>
              </a:ext>
            </a:extLst>
          </p:cNvPr>
          <p:cNvSpPr/>
          <p:nvPr/>
        </p:nvSpPr>
        <p:spPr>
          <a:xfrm>
            <a:off x="3068238" y="4841411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802863E8-1317-2FD8-ED04-44FC3B90A127}"/>
              </a:ext>
            </a:extLst>
          </p:cNvPr>
          <p:cNvCxnSpPr/>
          <p:nvPr/>
        </p:nvCxnSpPr>
        <p:spPr>
          <a:xfrm>
            <a:off x="4511128" y="5311871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2A05B2FC-FFE8-1E3C-DBCE-9AA078D82A74}"/>
              </a:ext>
            </a:extLst>
          </p:cNvPr>
          <p:cNvCxnSpPr/>
          <p:nvPr/>
        </p:nvCxnSpPr>
        <p:spPr>
          <a:xfrm>
            <a:off x="4151125" y="4651922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모서리가 둥근 직사각형 138">
            <a:extLst>
              <a:ext uri="{FF2B5EF4-FFF2-40B4-BE49-F238E27FC236}">
                <a16:creationId xmlns:a16="http://schemas.microsoft.com/office/drawing/2014/main" id="{CA359CC8-B67D-1433-D6B3-DEA8F8A793C5}"/>
              </a:ext>
            </a:extLst>
          </p:cNvPr>
          <p:cNvSpPr/>
          <p:nvPr/>
        </p:nvSpPr>
        <p:spPr>
          <a:xfrm>
            <a:off x="4188059" y="5720072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0" name="모서리가 둥근 직사각형 139">
            <a:extLst>
              <a:ext uri="{FF2B5EF4-FFF2-40B4-BE49-F238E27FC236}">
                <a16:creationId xmlns:a16="http://schemas.microsoft.com/office/drawing/2014/main" id="{37D2B5DE-48B8-7795-0AA6-94E72334FB2C}"/>
              </a:ext>
            </a:extLst>
          </p:cNvPr>
          <p:cNvSpPr/>
          <p:nvPr/>
        </p:nvSpPr>
        <p:spPr>
          <a:xfrm>
            <a:off x="4188059" y="5050830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1" name="모서리가 둥근 직사각형 140">
            <a:extLst>
              <a:ext uri="{FF2B5EF4-FFF2-40B4-BE49-F238E27FC236}">
                <a16:creationId xmlns:a16="http://schemas.microsoft.com/office/drawing/2014/main" id="{AFA909FB-A522-EA35-9F20-B13684C73C03}"/>
              </a:ext>
            </a:extLst>
          </p:cNvPr>
          <p:cNvSpPr/>
          <p:nvPr/>
        </p:nvSpPr>
        <p:spPr>
          <a:xfrm>
            <a:off x="3828056" y="4381588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3BCD2891-ECC9-74A4-E22E-4702EB7C5AFA}"/>
              </a:ext>
            </a:extLst>
          </p:cNvPr>
          <p:cNvCxnSpPr/>
          <p:nvPr/>
        </p:nvCxnSpPr>
        <p:spPr>
          <a:xfrm flipH="1">
            <a:off x="6936909" y="4090851"/>
            <a:ext cx="1662159" cy="10777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534F8F38-2BCF-F0D3-F101-1AA4B3CFAEDA}"/>
              </a:ext>
            </a:extLst>
          </p:cNvPr>
          <p:cNvCxnSpPr/>
          <p:nvPr/>
        </p:nvCxnSpPr>
        <p:spPr>
          <a:xfrm>
            <a:off x="7296911" y="5828560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C67581E-C2DE-85EB-FB50-DC16BC1C3253}"/>
              </a:ext>
            </a:extLst>
          </p:cNvPr>
          <p:cNvCxnSpPr/>
          <p:nvPr/>
        </p:nvCxnSpPr>
        <p:spPr>
          <a:xfrm>
            <a:off x="6527017" y="5828560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4130DD8-FB45-5C14-A668-9AA674889063}"/>
              </a:ext>
            </a:extLst>
          </p:cNvPr>
          <p:cNvCxnSpPr/>
          <p:nvPr/>
        </p:nvCxnSpPr>
        <p:spPr>
          <a:xfrm>
            <a:off x="6936908" y="5168611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D89E8B58-7ABA-5986-2F07-8A6C04740A48}"/>
              </a:ext>
            </a:extLst>
          </p:cNvPr>
          <p:cNvCxnSpPr/>
          <p:nvPr/>
        </p:nvCxnSpPr>
        <p:spPr>
          <a:xfrm flipH="1">
            <a:off x="6508158" y="5137998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모서리가 둥근 직사각형 149">
            <a:extLst>
              <a:ext uri="{FF2B5EF4-FFF2-40B4-BE49-F238E27FC236}">
                <a16:creationId xmlns:a16="http://schemas.microsoft.com/office/drawing/2014/main" id="{C0FA4996-E2DC-3089-798A-EC0C3E147CB6}"/>
              </a:ext>
            </a:extLst>
          </p:cNvPr>
          <p:cNvSpPr/>
          <p:nvPr/>
        </p:nvSpPr>
        <p:spPr>
          <a:xfrm>
            <a:off x="6207228" y="6236761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1" name="모서리가 둥근 직사각형 150">
            <a:extLst>
              <a:ext uri="{FF2B5EF4-FFF2-40B4-BE49-F238E27FC236}">
                <a16:creationId xmlns:a16="http://schemas.microsoft.com/office/drawing/2014/main" id="{F5072FDD-3535-A7C1-82AB-D4534E3F0B1C}"/>
              </a:ext>
            </a:extLst>
          </p:cNvPr>
          <p:cNvSpPr/>
          <p:nvPr/>
        </p:nvSpPr>
        <p:spPr>
          <a:xfrm>
            <a:off x="6207228" y="556751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" name="모서리가 둥근 직사각형 151">
            <a:extLst>
              <a:ext uri="{FF2B5EF4-FFF2-40B4-BE49-F238E27FC236}">
                <a16:creationId xmlns:a16="http://schemas.microsoft.com/office/drawing/2014/main" id="{528CB7E1-6DA6-163C-63D8-A1D604836E5C}"/>
              </a:ext>
            </a:extLst>
          </p:cNvPr>
          <p:cNvSpPr/>
          <p:nvPr/>
        </p:nvSpPr>
        <p:spPr>
          <a:xfrm>
            <a:off x="6973842" y="6236761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3" name="모서리가 둥근 직사각형 152">
            <a:extLst>
              <a:ext uri="{FF2B5EF4-FFF2-40B4-BE49-F238E27FC236}">
                <a16:creationId xmlns:a16="http://schemas.microsoft.com/office/drawing/2014/main" id="{6F1C15C9-5031-13CE-2D9C-7C8E67E9BA6B}"/>
              </a:ext>
            </a:extLst>
          </p:cNvPr>
          <p:cNvSpPr/>
          <p:nvPr/>
        </p:nvSpPr>
        <p:spPr>
          <a:xfrm>
            <a:off x="6973842" y="556751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4" name="모서리가 둥근 직사각형 153">
            <a:extLst>
              <a:ext uri="{FF2B5EF4-FFF2-40B4-BE49-F238E27FC236}">
                <a16:creationId xmlns:a16="http://schemas.microsoft.com/office/drawing/2014/main" id="{63F77A87-6F06-305C-A15F-B6B97EC05053}"/>
              </a:ext>
            </a:extLst>
          </p:cNvPr>
          <p:cNvSpPr/>
          <p:nvPr/>
        </p:nvSpPr>
        <p:spPr>
          <a:xfrm>
            <a:off x="6613839" y="4898278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2133A8B7-7574-6BBB-BB8D-97BC9B904353}"/>
              </a:ext>
            </a:extLst>
          </p:cNvPr>
          <p:cNvCxnSpPr/>
          <p:nvPr/>
        </p:nvCxnSpPr>
        <p:spPr>
          <a:xfrm>
            <a:off x="8608860" y="4097947"/>
            <a:ext cx="1611134" cy="5668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모서리가 둥근 직사각형 155">
            <a:extLst>
              <a:ext uri="{FF2B5EF4-FFF2-40B4-BE49-F238E27FC236}">
                <a16:creationId xmlns:a16="http://schemas.microsoft.com/office/drawing/2014/main" id="{36ADFF6E-A585-1887-8333-5158212FEEA3}"/>
              </a:ext>
            </a:extLst>
          </p:cNvPr>
          <p:cNvSpPr/>
          <p:nvPr/>
        </p:nvSpPr>
        <p:spPr>
          <a:xfrm>
            <a:off x="8200176" y="3784832"/>
            <a:ext cx="831941" cy="67220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BC63DFE9-5ED2-61AE-A759-EE592C5294A9}"/>
              </a:ext>
            </a:extLst>
          </p:cNvPr>
          <p:cNvCxnSpPr/>
          <p:nvPr/>
        </p:nvCxnSpPr>
        <p:spPr>
          <a:xfrm>
            <a:off x="8056729" y="5368737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4DA9AF34-C9ED-7320-99F2-5120AFB2284F}"/>
              </a:ext>
            </a:extLst>
          </p:cNvPr>
          <p:cNvCxnSpPr/>
          <p:nvPr/>
        </p:nvCxnSpPr>
        <p:spPr>
          <a:xfrm>
            <a:off x="7696727" y="4708788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>
            <a:extLst>
              <a:ext uri="{FF2B5EF4-FFF2-40B4-BE49-F238E27FC236}">
                <a16:creationId xmlns:a16="http://schemas.microsoft.com/office/drawing/2014/main" id="{23B70EE7-1022-AAA4-33FB-75018B02ACE4}"/>
              </a:ext>
            </a:extLst>
          </p:cNvPr>
          <p:cNvSpPr/>
          <p:nvPr/>
        </p:nvSpPr>
        <p:spPr>
          <a:xfrm>
            <a:off x="7733660" y="577693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0" name="모서리가 둥근 직사각형 159">
            <a:extLst>
              <a:ext uri="{FF2B5EF4-FFF2-40B4-BE49-F238E27FC236}">
                <a16:creationId xmlns:a16="http://schemas.microsoft.com/office/drawing/2014/main" id="{76DE9C8D-33A4-9718-BA06-A8F209498C44}"/>
              </a:ext>
            </a:extLst>
          </p:cNvPr>
          <p:cNvSpPr/>
          <p:nvPr/>
        </p:nvSpPr>
        <p:spPr>
          <a:xfrm>
            <a:off x="7733660" y="510769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" name="모서리가 둥근 직사각형 160">
            <a:extLst>
              <a:ext uri="{FF2B5EF4-FFF2-40B4-BE49-F238E27FC236}">
                <a16:creationId xmlns:a16="http://schemas.microsoft.com/office/drawing/2014/main" id="{6B55A893-0FAE-8909-A58C-EE54C98ABE4A}"/>
              </a:ext>
            </a:extLst>
          </p:cNvPr>
          <p:cNvSpPr/>
          <p:nvPr/>
        </p:nvSpPr>
        <p:spPr>
          <a:xfrm>
            <a:off x="7373658" y="4438455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79611E2D-29FB-CE22-B200-0BE20367C81D}"/>
              </a:ext>
            </a:extLst>
          </p:cNvPr>
          <p:cNvCxnSpPr/>
          <p:nvPr/>
        </p:nvCxnSpPr>
        <p:spPr>
          <a:xfrm flipH="1">
            <a:off x="9460177" y="4703312"/>
            <a:ext cx="759818" cy="4652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0B6CD019-8B1C-BC08-BFA5-8A1EA8F9A5DD}"/>
              </a:ext>
            </a:extLst>
          </p:cNvPr>
          <p:cNvCxnSpPr/>
          <p:nvPr/>
        </p:nvCxnSpPr>
        <p:spPr>
          <a:xfrm>
            <a:off x="9820178" y="5828560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A3D4EBC0-683B-32F9-FF06-B4701001441C}"/>
              </a:ext>
            </a:extLst>
          </p:cNvPr>
          <p:cNvCxnSpPr/>
          <p:nvPr/>
        </p:nvCxnSpPr>
        <p:spPr>
          <a:xfrm>
            <a:off x="9050284" y="5828560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7DD8C528-2473-0AF4-EB61-080621AB7112}"/>
              </a:ext>
            </a:extLst>
          </p:cNvPr>
          <p:cNvCxnSpPr/>
          <p:nvPr/>
        </p:nvCxnSpPr>
        <p:spPr>
          <a:xfrm>
            <a:off x="9460175" y="5168611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B1F1166-AAEE-9DC2-D6EE-0841FEB3AF9F}"/>
              </a:ext>
            </a:extLst>
          </p:cNvPr>
          <p:cNvCxnSpPr/>
          <p:nvPr/>
        </p:nvCxnSpPr>
        <p:spPr>
          <a:xfrm flipH="1">
            <a:off x="9031426" y="5137998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6EEF1A36-9CEA-578B-2C93-B8B1E20FBE41}"/>
              </a:ext>
            </a:extLst>
          </p:cNvPr>
          <p:cNvSpPr/>
          <p:nvPr/>
        </p:nvSpPr>
        <p:spPr>
          <a:xfrm>
            <a:off x="8730495" y="6236761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" name="모서리가 둥근 직사각형 167">
            <a:extLst>
              <a:ext uri="{FF2B5EF4-FFF2-40B4-BE49-F238E27FC236}">
                <a16:creationId xmlns:a16="http://schemas.microsoft.com/office/drawing/2014/main" id="{B90E0328-B619-B8AC-67F0-FFFA69ADF995}"/>
              </a:ext>
            </a:extLst>
          </p:cNvPr>
          <p:cNvSpPr/>
          <p:nvPr/>
        </p:nvSpPr>
        <p:spPr>
          <a:xfrm>
            <a:off x="8730495" y="556751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9" name="모서리가 둥근 직사각형 168">
            <a:extLst>
              <a:ext uri="{FF2B5EF4-FFF2-40B4-BE49-F238E27FC236}">
                <a16:creationId xmlns:a16="http://schemas.microsoft.com/office/drawing/2014/main" id="{3F6DA834-6EB3-275E-1E14-9661D8490E7A}"/>
              </a:ext>
            </a:extLst>
          </p:cNvPr>
          <p:cNvSpPr/>
          <p:nvPr/>
        </p:nvSpPr>
        <p:spPr>
          <a:xfrm>
            <a:off x="9497109" y="6236761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0" name="모서리가 둥근 직사각형 169">
            <a:extLst>
              <a:ext uri="{FF2B5EF4-FFF2-40B4-BE49-F238E27FC236}">
                <a16:creationId xmlns:a16="http://schemas.microsoft.com/office/drawing/2014/main" id="{5936679B-803F-17EF-49DB-9D2B3336FD71}"/>
              </a:ext>
            </a:extLst>
          </p:cNvPr>
          <p:cNvSpPr/>
          <p:nvPr/>
        </p:nvSpPr>
        <p:spPr>
          <a:xfrm>
            <a:off x="9497109" y="556751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689A0138-380A-1301-3B79-5BF8010D039A}"/>
              </a:ext>
            </a:extLst>
          </p:cNvPr>
          <p:cNvSpPr/>
          <p:nvPr/>
        </p:nvSpPr>
        <p:spPr>
          <a:xfrm>
            <a:off x="9137106" y="4898278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F49A0662-6FFA-4303-B233-0DD4F2CF0F90}"/>
              </a:ext>
            </a:extLst>
          </p:cNvPr>
          <p:cNvCxnSpPr/>
          <p:nvPr/>
        </p:nvCxnSpPr>
        <p:spPr>
          <a:xfrm>
            <a:off x="10579996" y="5368737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BE2729A1-185B-AAD2-323A-449F58FA542F}"/>
              </a:ext>
            </a:extLst>
          </p:cNvPr>
          <p:cNvCxnSpPr/>
          <p:nvPr/>
        </p:nvCxnSpPr>
        <p:spPr>
          <a:xfrm>
            <a:off x="10219994" y="4708788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모서리가 둥근 직사각형 173">
            <a:extLst>
              <a:ext uri="{FF2B5EF4-FFF2-40B4-BE49-F238E27FC236}">
                <a16:creationId xmlns:a16="http://schemas.microsoft.com/office/drawing/2014/main" id="{B07EDAC9-EDD2-16C9-A8F1-F6FC2915DF63}"/>
              </a:ext>
            </a:extLst>
          </p:cNvPr>
          <p:cNvSpPr/>
          <p:nvPr/>
        </p:nvSpPr>
        <p:spPr>
          <a:xfrm>
            <a:off x="10256927" y="5776939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5" name="모서리가 둥근 직사각형 174">
            <a:extLst>
              <a:ext uri="{FF2B5EF4-FFF2-40B4-BE49-F238E27FC236}">
                <a16:creationId xmlns:a16="http://schemas.microsoft.com/office/drawing/2014/main" id="{5A55D722-F867-9D61-B7FA-BE551E1616DB}"/>
              </a:ext>
            </a:extLst>
          </p:cNvPr>
          <p:cNvSpPr/>
          <p:nvPr/>
        </p:nvSpPr>
        <p:spPr>
          <a:xfrm>
            <a:off x="10256927" y="510769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6" name="모서리가 둥근 직사각형 175">
            <a:extLst>
              <a:ext uri="{FF2B5EF4-FFF2-40B4-BE49-F238E27FC236}">
                <a16:creationId xmlns:a16="http://schemas.microsoft.com/office/drawing/2014/main" id="{E2444185-7A34-033E-B980-0959ABAE5319}"/>
              </a:ext>
            </a:extLst>
          </p:cNvPr>
          <p:cNvSpPr/>
          <p:nvPr/>
        </p:nvSpPr>
        <p:spPr>
          <a:xfrm>
            <a:off x="9896925" y="4438455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3E335930-AD37-D281-B8BD-B77CCFBEBA2A}"/>
              </a:ext>
            </a:extLst>
          </p:cNvPr>
          <p:cNvCxnSpPr/>
          <p:nvPr/>
        </p:nvCxnSpPr>
        <p:spPr>
          <a:xfrm>
            <a:off x="3616593" y="1597412"/>
            <a:ext cx="1611134" cy="5668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모서리가 둥근 직사각형 194">
            <a:extLst>
              <a:ext uri="{FF2B5EF4-FFF2-40B4-BE49-F238E27FC236}">
                <a16:creationId xmlns:a16="http://schemas.microsoft.com/office/drawing/2014/main" id="{7951235C-ABA5-E089-612D-F681A9BFA684}"/>
              </a:ext>
            </a:extLst>
          </p:cNvPr>
          <p:cNvSpPr/>
          <p:nvPr/>
        </p:nvSpPr>
        <p:spPr>
          <a:xfrm>
            <a:off x="3207910" y="1284297"/>
            <a:ext cx="831941" cy="67220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FFCF6AA-B8F7-02A5-B6D1-FCC74084492B}"/>
              </a:ext>
            </a:extLst>
          </p:cNvPr>
          <p:cNvCxnSpPr/>
          <p:nvPr/>
        </p:nvCxnSpPr>
        <p:spPr>
          <a:xfrm flipH="1">
            <a:off x="4467910" y="2202776"/>
            <a:ext cx="759818" cy="4652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523F4D4F-F6B8-EBFD-431A-EB3783D43781}"/>
              </a:ext>
            </a:extLst>
          </p:cNvPr>
          <p:cNvCxnSpPr/>
          <p:nvPr/>
        </p:nvCxnSpPr>
        <p:spPr>
          <a:xfrm>
            <a:off x="4827911" y="332802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A6F06B1-FA97-3FBB-249B-B1BE0E612507}"/>
              </a:ext>
            </a:extLst>
          </p:cNvPr>
          <p:cNvCxnSpPr/>
          <p:nvPr/>
        </p:nvCxnSpPr>
        <p:spPr>
          <a:xfrm>
            <a:off x="4058018" y="332802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3CA149D1-079D-F191-F2A8-81DDC9DD97D0}"/>
              </a:ext>
            </a:extLst>
          </p:cNvPr>
          <p:cNvCxnSpPr/>
          <p:nvPr/>
        </p:nvCxnSpPr>
        <p:spPr>
          <a:xfrm>
            <a:off x="4467908" y="2668075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64A22287-336C-8191-74B2-57B1358007BD}"/>
              </a:ext>
            </a:extLst>
          </p:cNvPr>
          <p:cNvCxnSpPr/>
          <p:nvPr/>
        </p:nvCxnSpPr>
        <p:spPr>
          <a:xfrm flipH="1">
            <a:off x="4039159" y="2637462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>
            <a:extLst>
              <a:ext uri="{FF2B5EF4-FFF2-40B4-BE49-F238E27FC236}">
                <a16:creationId xmlns:a16="http://schemas.microsoft.com/office/drawing/2014/main" id="{71937E21-0568-36CA-28C1-66879693304C}"/>
              </a:ext>
            </a:extLst>
          </p:cNvPr>
          <p:cNvSpPr/>
          <p:nvPr/>
        </p:nvSpPr>
        <p:spPr>
          <a:xfrm>
            <a:off x="3738229" y="373622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2" name="모서리가 둥근 직사각형 201">
            <a:extLst>
              <a:ext uri="{FF2B5EF4-FFF2-40B4-BE49-F238E27FC236}">
                <a16:creationId xmlns:a16="http://schemas.microsoft.com/office/drawing/2014/main" id="{56671978-F2F8-EAFA-1960-A75BB6CD87A6}"/>
              </a:ext>
            </a:extLst>
          </p:cNvPr>
          <p:cNvSpPr/>
          <p:nvPr/>
        </p:nvSpPr>
        <p:spPr>
          <a:xfrm>
            <a:off x="3738229" y="306698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3" name="모서리가 둥근 직사각형 202">
            <a:extLst>
              <a:ext uri="{FF2B5EF4-FFF2-40B4-BE49-F238E27FC236}">
                <a16:creationId xmlns:a16="http://schemas.microsoft.com/office/drawing/2014/main" id="{C713A67B-8BD6-678F-AAF4-D514F2F95074}"/>
              </a:ext>
            </a:extLst>
          </p:cNvPr>
          <p:cNvSpPr/>
          <p:nvPr/>
        </p:nvSpPr>
        <p:spPr>
          <a:xfrm>
            <a:off x="4504842" y="373622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4" name="모서리가 둥근 직사각형 203">
            <a:extLst>
              <a:ext uri="{FF2B5EF4-FFF2-40B4-BE49-F238E27FC236}">
                <a16:creationId xmlns:a16="http://schemas.microsoft.com/office/drawing/2014/main" id="{919B91FC-0C28-3AAB-08D2-00407072B8EF}"/>
              </a:ext>
            </a:extLst>
          </p:cNvPr>
          <p:cNvSpPr/>
          <p:nvPr/>
        </p:nvSpPr>
        <p:spPr>
          <a:xfrm>
            <a:off x="4504842" y="306698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5" name="모서리가 둥근 직사각형 204">
            <a:extLst>
              <a:ext uri="{FF2B5EF4-FFF2-40B4-BE49-F238E27FC236}">
                <a16:creationId xmlns:a16="http://schemas.microsoft.com/office/drawing/2014/main" id="{3DF37969-DD39-D68B-C302-BACEDA12AF10}"/>
              </a:ext>
            </a:extLst>
          </p:cNvPr>
          <p:cNvSpPr/>
          <p:nvPr/>
        </p:nvSpPr>
        <p:spPr>
          <a:xfrm>
            <a:off x="4144840" y="2397742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CFA1049B-42EE-9C74-C8F0-991DBDF8B8BF}"/>
              </a:ext>
            </a:extLst>
          </p:cNvPr>
          <p:cNvCxnSpPr/>
          <p:nvPr/>
        </p:nvCxnSpPr>
        <p:spPr>
          <a:xfrm>
            <a:off x="5587730" y="2868201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F465BF9D-6D8F-2F08-4E54-17068F28ADD9}"/>
              </a:ext>
            </a:extLst>
          </p:cNvPr>
          <p:cNvCxnSpPr/>
          <p:nvPr/>
        </p:nvCxnSpPr>
        <p:spPr>
          <a:xfrm>
            <a:off x="5227727" y="2208252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모서리가 둥근 직사각형 207">
            <a:extLst>
              <a:ext uri="{FF2B5EF4-FFF2-40B4-BE49-F238E27FC236}">
                <a16:creationId xmlns:a16="http://schemas.microsoft.com/office/drawing/2014/main" id="{EA6A641E-B284-37C8-D147-623E398D42ED}"/>
              </a:ext>
            </a:extLst>
          </p:cNvPr>
          <p:cNvSpPr/>
          <p:nvPr/>
        </p:nvSpPr>
        <p:spPr>
          <a:xfrm>
            <a:off x="5264661" y="327640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9" name="모서리가 둥근 직사각형 208">
            <a:extLst>
              <a:ext uri="{FF2B5EF4-FFF2-40B4-BE49-F238E27FC236}">
                <a16:creationId xmlns:a16="http://schemas.microsoft.com/office/drawing/2014/main" id="{73AE77E5-0141-76D1-D597-C3889DA2D3A2}"/>
              </a:ext>
            </a:extLst>
          </p:cNvPr>
          <p:cNvSpPr/>
          <p:nvPr/>
        </p:nvSpPr>
        <p:spPr>
          <a:xfrm>
            <a:off x="5264661" y="2607160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0" name="모서리가 둥근 직사각형 209">
            <a:extLst>
              <a:ext uri="{FF2B5EF4-FFF2-40B4-BE49-F238E27FC236}">
                <a16:creationId xmlns:a16="http://schemas.microsoft.com/office/drawing/2014/main" id="{6CB9D8EE-1BE2-D071-2A8C-20490680DFBE}"/>
              </a:ext>
            </a:extLst>
          </p:cNvPr>
          <p:cNvSpPr/>
          <p:nvPr/>
        </p:nvSpPr>
        <p:spPr>
          <a:xfrm>
            <a:off x="4904658" y="1937919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BEA87D04-3FAC-A1EB-3D9D-17DD7F5595FF}"/>
              </a:ext>
            </a:extLst>
          </p:cNvPr>
          <p:cNvCxnSpPr/>
          <p:nvPr/>
        </p:nvCxnSpPr>
        <p:spPr>
          <a:xfrm>
            <a:off x="9548390" y="1597412"/>
            <a:ext cx="1611134" cy="56688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모서리가 둥근 직사각형 211">
            <a:extLst>
              <a:ext uri="{FF2B5EF4-FFF2-40B4-BE49-F238E27FC236}">
                <a16:creationId xmlns:a16="http://schemas.microsoft.com/office/drawing/2014/main" id="{5E233AE5-9DCE-5E27-7B00-19DD9AE6668C}"/>
              </a:ext>
            </a:extLst>
          </p:cNvPr>
          <p:cNvSpPr/>
          <p:nvPr/>
        </p:nvSpPr>
        <p:spPr>
          <a:xfrm>
            <a:off x="9139707" y="1284297"/>
            <a:ext cx="831941" cy="67220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BF6913E8-A7D7-AF6F-97E9-78CFA21F5570}"/>
              </a:ext>
            </a:extLst>
          </p:cNvPr>
          <p:cNvCxnSpPr/>
          <p:nvPr/>
        </p:nvCxnSpPr>
        <p:spPr>
          <a:xfrm flipH="1">
            <a:off x="10399707" y="2202776"/>
            <a:ext cx="759818" cy="46529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52476D81-F81D-2682-87B9-75BC6BF11E26}"/>
              </a:ext>
            </a:extLst>
          </p:cNvPr>
          <p:cNvCxnSpPr/>
          <p:nvPr/>
        </p:nvCxnSpPr>
        <p:spPr>
          <a:xfrm>
            <a:off x="10759708" y="332802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5E34E8D0-550C-D104-3054-3EF59D4B3E9F}"/>
              </a:ext>
            </a:extLst>
          </p:cNvPr>
          <p:cNvCxnSpPr/>
          <p:nvPr/>
        </p:nvCxnSpPr>
        <p:spPr>
          <a:xfrm>
            <a:off x="9989815" y="3328024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94B94C42-00BB-043A-FFAF-E80D1D0C9306}"/>
              </a:ext>
            </a:extLst>
          </p:cNvPr>
          <p:cNvCxnSpPr/>
          <p:nvPr/>
        </p:nvCxnSpPr>
        <p:spPr>
          <a:xfrm>
            <a:off x="10399706" y="2668075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B9B3C6A6-7D56-D951-7A2D-1DAD8F56D26F}"/>
              </a:ext>
            </a:extLst>
          </p:cNvPr>
          <p:cNvCxnSpPr/>
          <p:nvPr/>
        </p:nvCxnSpPr>
        <p:spPr>
          <a:xfrm flipH="1">
            <a:off x="9970956" y="2637462"/>
            <a:ext cx="412351" cy="690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모서리가 둥근 직사각형 217">
            <a:extLst>
              <a:ext uri="{FF2B5EF4-FFF2-40B4-BE49-F238E27FC236}">
                <a16:creationId xmlns:a16="http://schemas.microsoft.com/office/drawing/2014/main" id="{4EA6EC3D-68DF-BD4B-B87F-9E26184E592A}"/>
              </a:ext>
            </a:extLst>
          </p:cNvPr>
          <p:cNvSpPr/>
          <p:nvPr/>
        </p:nvSpPr>
        <p:spPr>
          <a:xfrm>
            <a:off x="9670026" y="373622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9" name="모서리가 둥근 직사각형 218">
            <a:extLst>
              <a:ext uri="{FF2B5EF4-FFF2-40B4-BE49-F238E27FC236}">
                <a16:creationId xmlns:a16="http://schemas.microsoft.com/office/drawing/2014/main" id="{26ED5270-0DEB-474C-2937-3148BFB554C9}"/>
              </a:ext>
            </a:extLst>
          </p:cNvPr>
          <p:cNvSpPr/>
          <p:nvPr/>
        </p:nvSpPr>
        <p:spPr>
          <a:xfrm>
            <a:off x="9670026" y="306698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0" name="모서리가 둥근 직사각형 219">
            <a:extLst>
              <a:ext uri="{FF2B5EF4-FFF2-40B4-BE49-F238E27FC236}">
                <a16:creationId xmlns:a16="http://schemas.microsoft.com/office/drawing/2014/main" id="{9071284D-8B35-8D4A-E3EB-D13169264367}"/>
              </a:ext>
            </a:extLst>
          </p:cNvPr>
          <p:cNvSpPr/>
          <p:nvPr/>
        </p:nvSpPr>
        <p:spPr>
          <a:xfrm>
            <a:off x="10436639" y="3736226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1" name="모서리가 둥근 직사각형 220">
            <a:extLst>
              <a:ext uri="{FF2B5EF4-FFF2-40B4-BE49-F238E27FC236}">
                <a16:creationId xmlns:a16="http://schemas.microsoft.com/office/drawing/2014/main" id="{8A4E95A9-EC7C-F628-C29E-D4EDF78573F9}"/>
              </a:ext>
            </a:extLst>
          </p:cNvPr>
          <p:cNvSpPr/>
          <p:nvPr/>
        </p:nvSpPr>
        <p:spPr>
          <a:xfrm>
            <a:off x="10436639" y="306698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2" name="모서리가 둥근 직사각형 221">
            <a:extLst>
              <a:ext uri="{FF2B5EF4-FFF2-40B4-BE49-F238E27FC236}">
                <a16:creationId xmlns:a16="http://schemas.microsoft.com/office/drawing/2014/main" id="{7C504ED3-6C07-959B-3637-1148AEA12788}"/>
              </a:ext>
            </a:extLst>
          </p:cNvPr>
          <p:cNvSpPr/>
          <p:nvPr/>
        </p:nvSpPr>
        <p:spPr>
          <a:xfrm>
            <a:off x="10076637" y="2397742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36DB2F3F-BD79-DD83-4DC1-911D9ACBE9E6}"/>
              </a:ext>
            </a:extLst>
          </p:cNvPr>
          <p:cNvCxnSpPr/>
          <p:nvPr/>
        </p:nvCxnSpPr>
        <p:spPr>
          <a:xfrm>
            <a:off x="11519527" y="2868201"/>
            <a:ext cx="0" cy="696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711BB00D-F60C-9F8A-4E42-B24D242C6FFE}"/>
              </a:ext>
            </a:extLst>
          </p:cNvPr>
          <p:cNvCxnSpPr/>
          <p:nvPr/>
        </p:nvCxnSpPr>
        <p:spPr>
          <a:xfrm>
            <a:off x="11159524" y="2208252"/>
            <a:ext cx="374238" cy="6645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모서리가 둥근 직사각형 224">
            <a:extLst>
              <a:ext uri="{FF2B5EF4-FFF2-40B4-BE49-F238E27FC236}">
                <a16:creationId xmlns:a16="http://schemas.microsoft.com/office/drawing/2014/main" id="{B25A2B1B-6BC7-43BF-4811-B3BA3672E6FA}"/>
              </a:ext>
            </a:extLst>
          </p:cNvPr>
          <p:cNvSpPr/>
          <p:nvPr/>
        </p:nvSpPr>
        <p:spPr>
          <a:xfrm>
            <a:off x="11196458" y="3276403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6" name="모서리가 둥근 직사각형 225">
            <a:extLst>
              <a:ext uri="{FF2B5EF4-FFF2-40B4-BE49-F238E27FC236}">
                <a16:creationId xmlns:a16="http://schemas.microsoft.com/office/drawing/2014/main" id="{65FF3BEA-5AC6-B9BE-CA06-C97F02FFBD9C}"/>
              </a:ext>
            </a:extLst>
          </p:cNvPr>
          <p:cNvSpPr/>
          <p:nvPr/>
        </p:nvSpPr>
        <p:spPr>
          <a:xfrm>
            <a:off x="11196458" y="2607160"/>
            <a:ext cx="646139" cy="52208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" name="모서리가 둥근 직사각형 226">
            <a:extLst>
              <a:ext uri="{FF2B5EF4-FFF2-40B4-BE49-F238E27FC236}">
                <a16:creationId xmlns:a16="http://schemas.microsoft.com/office/drawing/2014/main" id="{CEE52D4B-B770-F332-74DF-5DD195936249}"/>
              </a:ext>
            </a:extLst>
          </p:cNvPr>
          <p:cNvSpPr/>
          <p:nvPr/>
        </p:nvSpPr>
        <p:spPr>
          <a:xfrm>
            <a:off x="10836455" y="1937919"/>
            <a:ext cx="646139" cy="52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</p:spTree>
    <p:extLst>
      <p:ext uri="{BB962C8B-B14F-4D97-AF65-F5344CB8AC3E}">
        <p14:creationId xmlns:p14="http://schemas.microsoft.com/office/powerpoint/2010/main" val="130242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D81F1-BCFA-424B-D386-7CF8925E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Box 655">
            <a:extLst>
              <a:ext uri="{FF2B5EF4-FFF2-40B4-BE49-F238E27FC236}">
                <a16:creationId xmlns:a16="http://schemas.microsoft.com/office/drawing/2014/main" id="{ABD7700C-3095-9BD4-FD2B-30F9F4D6F283}"/>
              </a:ext>
            </a:extLst>
          </p:cNvPr>
          <p:cNvSpPr txBox="1"/>
          <p:nvPr/>
        </p:nvSpPr>
        <p:spPr>
          <a:xfrm>
            <a:off x="171599" y="220114"/>
            <a:ext cx="4114800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12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 : 36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108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합   계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160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</a:p>
        </p:txBody>
      </p:sp>
      <p:cxnSp>
        <p:nvCxnSpPr>
          <p:cNvPr id="654" name="직선 연결선 653">
            <a:extLst>
              <a:ext uri="{FF2B5EF4-FFF2-40B4-BE49-F238E27FC236}">
                <a16:creationId xmlns:a16="http://schemas.microsoft.com/office/drawing/2014/main" id="{5256CEC4-9464-CDAB-4E39-6A9234E4EF69}"/>
              </a:ext>
            </a:extLst>
          </p:cNvPr>
          <p:cNvCxnSpPr/>
          <p:nvPr/>
        </p:nvCxnSpPr>
        <p:spPr>
          <a:xfrm flipH="1">
            <a:off x="8447396" y="1487423"/>
            <a:ext cx="953153" cy="264041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직선 연결선 649">
            <a:extLst>
              <a:ext uri="{FF2B5EF4-FFF2-40B4-BE49-F238E27FC236}">
                <a16:creationId xmlns:a16="http://schemas.microsoft.com/office/drawing/2014/main" id="{84737DFB-41D2-94B9-9C81-CC7133DC38EE}"/>
              </a:ext>
            </a:extLst>
          </p:cNvPr>
          <p:cNvCxnSpPr/>
          <p:nvPr/>
        </p:nvCxnSpPr>
        <p:spPr>
          <a:xfrm flipH="1">
            <a:off x="2616118" y="1519509"/>
            <a:ext cx="1147846" cy="25933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616E4FE6-E6DF-BE16-BC98-BDD0C5696C22}"/>
              </a:ext>
            </a:extLst>
          </p:cNvPr>
          <p:cNvCxnSpPr/>
          <p:nvPr/>
        </p:nvCxnSpPr>
        <p:spPr>
          <a:xfrm flipH="1" flipV="1">
            <a:off x="6010159" y="636025"/>
            <a:ext cx="3390389" cy="8834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>
            <a:extLst>
              <a:ext uri="{FF2B5EF4-FFF2-40B4-BE49-F238E27FC236}">
                <a16:creationId xmlns:a16="http://schemas.microsoft.com/office/drawing/2014/main" id="{8C9FF0B3-1769-C54D-1D72-0C11A97DB7E1}"/>
              </a:ext>
            </a:extLst>
          </p:cNvPr>
          <p:cNvCxnSpPr/>
          <p:nvPr/>
        </p:nvCxnSpPr>
        <p:spPr>
          <a:xfrm flipH="1">
            <a:off x="3782309" y="672150"/>
            <a:ext cx="2178636" cy="8485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087B140-4F85-E112-44A9-2DC545A62D43}"/>
              </a:ext>
            </a:extLst>
          </p:cNvPr>
          <p:cNvCxnSpPr/>
          <p:nvPr/>
        </p:nvCxnSpPr>
        <p:spPr>
          <a:xfrm flipH="1">
            <a:off x="3457560" y="4457427"/>
            <a:ext cx="423878" cy="10960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775BE28-C20B-0230-959C-11072B66C053}"/>
              </a:ext>
            </a:extLst>
          </p:cNvPr>
          <p:cNvCxnSpPr/>
          <p:nvPr/>
        </p:nvCxnSpPr>
        <p:spPr>
          <a:xfrm>
            <a:off x="2742955" y="4059106"/>
            <a:ext cx="1134134" cy="3901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D94A76-FBC4-BA95-3820-C317476D2A76}"/>
              </a:ext>
            </a:extLst>
          </p:cNvPr>
          <p:cNvCxnSpPr/>
          <p:nvPr/>
        </p:nvCxnSpPr>
        <p:spPr>
          <a:xfrm flipH="1">
            <a:off x="1644792" y="4025450"/>
            <a:ext cx="1081672" cy="44458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0FE3348-E0EE-F4CE-FC42-5308DAA29024}"/>
              </a:ext>
            </a:extLst>
          </p:cNvPr>
          <p:cNvCxnSpPr/>
          <p:nvPr/>
        </p:nvCxnSpPr>
        <p:spPr>
          <a:xfrm flipH="1">
            <a:off x="1143191" y="4455423"/>
            <a:ext cx="490484" cy="11086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0165179-A280-9CE9-F2F3-184F10992DAC}"/>
              </a:ext>
            </a:extLst>
          </p:cNvPr>
          <p:cNvSpPr/>
          <p:nvPr/>
        </p:nvSpPr>
        <p:spPr>
          <a:xfrm>
            <a:off x="2314424" y="3890126"/>
            <a:ext cx="619708" cy="50072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63DC6DD-204A-4AE1-5401-EEEEEDC36C62}"/>
              </a:ext>
            </a:extLst>
          </p:cNvPr>
          <p:cNvCxnSpPr/>
          <p:nvPr/>
        </p:nvCxnSpPr>
        <p:spPr>
          <a:xfrm flipH="1">
            <a:off x="400984" y="5542106"/>
            <a:ext cx="742207" cy="4812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674781F-9ECA-2DE0-9837-C1B15051DEEE}"/>
              </a:ext>
            </a:extLst>
          </p:cNvPr>
          <p:cNvCxnSpPr/>
          <p:nvPr/>
        </p:nvCxnSpPr>
        <p:spPr>
          <a:xfrm>
            <a:off x="561736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5FF1F44-FFB1-2AF1-AA31-B6B967917743}"/>
              </a:ext>
            </a:extLst>
          </p:cNvPr>
          <p:cNvCxnSpPr/>
          <p:nvPr/>
        </p:nvCxnSpPr>
        <p:spPr>
          <a:xfrm>
            <a:off x="217954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96F563F-C210-D9DB-BD17-C0BEDB362BF7}"/>
              </a:ext>
            </a:extLst>
          </p:cNvPr>
          <p:cNvCxnSpPr/>
          <p:nvPr/>
        </p:nvCxnSpPr>
        <p:spPr>
          <a:xfrm>
            <a:off x="400984" y="6023360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B987722-C395-F687-AC03-37B95A426C85}"/>
              </a:ext>
            </a:extLst>
          </p:cNvPr>
          <p:cNvCxnSpPr/>
          <p:nvPr/>
        </p:nvCxnSpPr>
        <p:spPr>
          <a:xfrm flipH="1">
            <a:off x="209534" y="6009691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B8251BA-9DB4-2D9F-145D-E6BC5F3012F9}"/>
              </a:ext>
            </a:extLst>
          </p:cNvPr>
          <p:cNvSpPr/>
          <p:nvPr/>
        </p:nvSpPr>
        <p:spPr>
          <a:xfrm>
            <a:off x="75159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236FDF5-26C6-DA10-4497-19DEC0E5F8FE}"/>
              </a:ext>
            </a:extLst>
          </p:cNvPr>
          <p:cNvSpPr/>
          <p:nvPr/>
        </p:nvSpPr>
        <p:spPr>
          <a:xfrm>
            <a:off x="75159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0238A402-986F-826B-0EB5-589FF41EEFE7}"/>
              </a:ext>
            </a:extLst>
          </p:cNvPr>
          <p:cNvSpPr/>
          <p:nvPr/>
        </p:nvSpPr>
        <p:spPr>
          <a:xfrm>
            <a:off x="417476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4D0B976-C9E8-CD97-8C95-AC2AF7E5C8E8}"/>
              </a:ext>
            </a:extLst>
          </p:cNvPr>
          <p:cNvSpPr/>
          <p:nvPr/>
        </p:nvSpPr>
        <p:spPr>
          <a:xfrm>
            <a:off x="417476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0860DA1-ADD8-C88E-9CAB-03F5F41B8C72}"/>
              </a:ext>
            </a:extLst>
          </p:cNvPr>
          <p:cNvSpPr/>
          <p:nvPr/>
        </p:nvSpPr>
        <p:spPr>
          <a:xfrm>
            <a:off x="256723" y="5902648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248C8D1-5CC8-7F74-D465-D93EA44EA6A9}"/>
              </a:ext>
            </a:extLst>
          </p:cNvPr>
          <p:cNvCxnSpPr/>
          <p:nvPr/>
        </p:nvCxnSpPr>
        <p:spPr>
          <a:xfrm>
            <a:off x="1147563" y="5545274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16377CE-93E3-4201-559D-3C1F46DDB95E}"/>
              </a:ext>
            </a:extLst>
          </p:cNvPr>
          <p:cNvSpPr/>
          <p:nvPr/>
        </p:nvSpPr>
        <p:spPr>
          <a:xfrm>
            <a:off x="1023368" y="5441211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91C513C-AAF3-D496-F3C7-6BAC96A30F2C}"/>
              </a:ext>
            </a:extLst>
          </p:cNvPr>
          <p:cNvCxnSpPr/>
          <p:nvPr/>
        </p:nvCxnSpPr>
        <p:spPr>
          <a:xfrm>
            <a:off x="901019" y="6112723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04A6337-3666-AD31-8F9E-43C12C3F64CB}"/>
              </a:ext>
            </a:extLst>
          </p:cNvPr>
          <p:cNvCxnSpPr/>
          <p:nvPr/>
        </p:nvCxnSpPr>
        <p:spPr>
          <a:xfrm>
            <a:off x="740267" y="5818035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75FDBB2-A1DD-0DE1-4E3B-6E45C32420DC}"/>
              </a:ext>
            </a:extLst>
          </p:cNvPr>
          <p:cNvSpPr/>
          <p:nvPr/>
        </p:nvSpPr>
        <p:spPr>
          <a:xfrm>
            <a:off x="756760" y="629499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F588666-FDC6-0EAC-9347-3886972921D0}"/>
              </a:ext>
            </a:extLst>
          </p:cNvPr>
          <p:cNvSpPr/>
          <p:nvPr/>
        </p:nvSpPr>
        <p:spPr>
          <a:xfrm>
            <a:off x="756760" y="5996160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C54AA63-9167-5D00-9D23-612709E233F7}"/>
              </a:ext>
            </a:extLst>
          </p:cNvPr>
          <p:cNvSpPr/>
          <p:nvPr/>
        </p:nvSpPr>
        <p:spPr>
          <a:xfrm>
            <a:off x="596007" y="5697322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1AAA7C8-9FF2-A967-EFDE-A503E23EF4D2}"/>
              </a:ext>
            </a:extLst>
          </p:cNvPr>
          <p:cNvCxnSpPr/>
          <p:nvPr/>
        </p:nvCxnSpPr>
        <p:spPr>
          <a:xfrm flipH="1">
            <a:off x="1527704" y="5815589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49FD3A9-FEC1-11EE-362D-47CE5279A854}"/>
              </a:ext>
            </a:extLst>
          </p:cNvPr>
          <p:cNvCxnSpPr/>
          <p:nvPr/>
        </p:nvCxnSpPr>
        <p:spPr>
          <a:xfrm>
            <a:off x="1688456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807520C-8F35-447B-F8C4-03414D6DDD7D}"/>
              </a:ext>
            </a:extLst>
          </p:cNvPr>
          <p:cNvCxnSpPr/>
          <p:nvPr/>
        </p:nvCxnSpPr>
        <p:spPr>
          <a:xfrm>
            <a:off x="1344674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E835352-B58B-BAB7-6359-CDDB8E173A19}"/>
              </a:ext>
            </a:extLst>
          </p:cNvPr>
          <p:cNvCxnSpPr/>
          <p:nvPr/>
        </p:nvCxnSpPr>
        <p:spPr>
          <a:xfrm>
            <a:off x="1527704" y="6023360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3BA0843-8A16-5C4A-2B29-0D31121D90DB}"/>
              </a:ext>
            </a:extLst>
          </p:cNvPr>
          <p:cNvCxnSpPr/>
          <p:nvPr/>
        </p:nvCxnSpPr>
        <p:spPr>
          <a:xfrm flipH="1">
            <a:off x="1336253" y="6009691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BBAD5EDE-E186-BD01-E50C-33E0B23182F3}"/>
              </a:ext>
            </a:extLst>
          </p:cNvPr>
          <p:cNvSpPr/>
          <p:nvPr/>
        </p:nvSpPr>
        <p:spPr>
          <a:xfrm>
            <a:off x="1201878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1032ABD8-4039-9AC2-041A-B29C54D95455}"/>
              </a:ext>
            </a:extLst>
          </p:cNvPr>
          <p:cNvSpPr/>
          <p:nvPr/>
        </p:nvSpPr>
        <p:spPr>
          <a:xfrm>
            <a:off x="1201878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D264A50-866D-33DB-CAA6-FBB246016C5D}"/>
              </a:ext>
            </a:extLst>
          </p:cNvPr>
          <p:cNvSpPr/>
          <p:nvPr/>
        </p:nvSpPr>
        <p:spPr>
          <a:xfrm>
            <a:off x="1544195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738EFC3E-316C-8974-6292-5FF6CF1F93A6}"/>
              </a:ext>
            </a:extLst>
          </p:cNvPr>
          <p:cNvSpPr/>
          <p:nvPr/>
        </p:nvSpPr>
        <p:spPr>
          <a:xfrm>
            <a:off x="1544195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C756EF7-811A-7D72-0141-694A7A39823A}"/>
              </a:ext>
            </a:extLst>
          </p:cNvPr>
          <p:cNvSpPr/>
          <p:nvPr/>
        </p:nvSpPr>
        <p:spPr>
          <a:xfrm>
            <a:off x="1383443" y="5902648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9006144-87C3-82EA-3798-6FDC98022117}"/>
              </a:ext>
            </a:extLst>
          </p:cNvPr>
          <p:cNvCxnSpPr/>
          <p:nvPr/>
        </p:nvCxnSpPr>
        <p:spPr>
          <a:xfrm>
            <a:off x="2027739" y="6112723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0655285-D44B-1617-7722-8F79939F8210}"/>
              </a:ext>
            </a:extLst>
          </p:cNvPr>
          <p:cNvCxnSpPr/>
          <p:nvPr/>
        </p:nvCxnSpPr>
        <p:spPr>
          <a:xfrm>
            <a:off x="1866987" y="5818035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8EC743A9-BCD3-C670-4401-E3F1E0F0A212}"/>
              </a:ext>
            </a:extLst>
          </p:cNvPr>
          <p:cNvSpPr/>
          <p:nvPr/>
        </p:nvSpPr>
        <p:spPr>
          <a:xfrm>
            <a:off x="1883479" y="629499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EF4E35F3-97AB-80BB-E46F-BC43D1767940}"/>
              </a:ext>
            </a:extLst>
          </p:cNvPr>
          <p:cNvSpPr/>
          <p:nvPr/>
        </p:nvSpPr>
        <p:spPr>
          <a:xfrm>
            <a:off x="1883479" y="5996160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F41E90C-A1CB-4D8B-D4BD-04258CB41AE7}"/>
              </a:ext>
            </a:extLst>
          </p:cNvPr>
          <p:cNvSpPr/>
          <p:nvPr/>
        </p:nvSpPr>
        <p:spPr>
          <a:xfrm>
            <a:off x="1722727" y="5697322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AECD698-1B74-25B7-02E3-296B394E202F}"/>
              </a:ext>
            </a:extLst>
          </p:cNvPr>
          <p:cNvGrpSpPr/>
          <p:nvPr/>
        </p:nvGrpSpPr>
        <p:grpSpPr>
          <a:xfrm>
            <a:off x="2369437" y="5466603"/>
            <a:ext cx="2096842" cy="1292238"/>
            <a:chOff x="2380665" y="3181691"/>
            <a:chExt cx="14101534" cy="8690468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E9A91DA3-DE84-9B04-323A-1E2CBFA86FF7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D5B672A4-08E1-5E8D-F4C9-8D65C90A1FDD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C020F851-7FE9-3F1C-F43B-C7BDF64FE5CE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DB6D981-E8FB-FCE3-B080-52D3192698F0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60CE1259-DDCF-84C4-BA70-75953CF1F9BD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673277C5-EF12-D1BA-B5FF-2C79ACC302BE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7F0BFD26-A36A-80D2-9B87-35A9A2B6F512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7" name="모서리가 둥근 직사각형 46">
              <a:extLst>
                <a:ext uri="{FF2B5EF4-FFF2-40B4-BE49-F238E27FC236}">
                  <a16:creationId xmlns:a16="http://schemas.microsoft.com/office/drawing/2014/main" id="{F3C853F5-8BD9-953E-BB87-FC212ADC5BC3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90D29E04-C0CF-BD8D-983A-1A7F7174DC70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24BB4EFA-A9C9-5F71-5697-9FED6833D228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AA351B6D-0DB1-427E-A335-E2F129006BEE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A8AB608B-C1C7-E81F-47B6-BD1752554B21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5B02F76-491D-1133-E947-8BF9C56AEA0E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88E97A0-BE1D-3A39-AA7A-54B62CE08509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6CBC2D89-D24B-1BC2-77BC-FB7BF69E6D2D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1374EA14-D556-95FE-9B1C-D139D69DE5FF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6FF7841D-A9C0-102A-C225-30A57410CAB3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0238E10D-64C6-48B3-C0ED-809A51FC7260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32AB01AC-EED0-F096-1798-E022C348B126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7089FAA-635D-11D4-FC3C-C39AA3BC887B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F306195B-9B52-82E7-3134-B45A7117A20E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A5384BAD-F888-C2CC-C1CA-E2F4E5444495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D1C954A2-EE06-ECF7-B942-F159DF55A453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3" name="모서리가 둥근 직사각형 62">
              <a:extLst>
                <a:ext uri="{FF2B5EF4-FFF2-40B4-BE49-F238E27FC236}">
                  <a16:creationId xmlns:a16="http://schemas.microsoft.com/office/drawing/2014/main" id="{71763C58-EE79-1B42-46D9-906FAE776131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4" name="모서리가 둥근 직사각형 63">
              <a:extLst>
                <a:ext uri="{FF2B5EF4-FFF2-40B4-BE49-F238E27FC236}">
                  <a16:creationId xmlns:a16="http://schemas.microsoft.com/office/drawing/2014/main" id="{8047B084-DAD3-D5D8-53D1-3C36EDFC5F75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5" name="모서리가 둥근 직사각형 64">
              <a:extLst>
                <a:ext uri="{FF2B5EF4-FFF2-40B4-BE49-F238E27FC236}">
                  <a16:creationId xmlns:a16="http://schemas.microsoft.com/office/drawing/2014/main" id="{9282A466-2D6B-AFA1-25E6-3241B8D3D904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6" name="모서리가 둥근 직사각형 65">
              <a:extLst>
                <a:ext uri="{FF2B5EF4-FFF2-40B4-BE49-F238E27FC236}">
                  <a16:creationId xmlns:a16="http://schemas.microsoft.com/office/drawing/2014/main" id="{D2201BBA-B4C0-5F43-BB84-9797B65B3C08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CACE7740-DBEE-083C-02EF-024E165E147B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8EB4C3B-4199-8E4D-E04F-26C907639447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모서리가 둥근 직사각형 68">
              <a:extLst>
                <a:ext uri="{FF2B5EF4-FFF2-40B4-BE49-F238E27FC236}">
                  <a16:creationId xmlns:a16="http://schemas.microsoft.com/office/drawing/2014/main" id="{96F02439-DEB0-AB5D-4955-1F0C59A3081D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70" name="모서리가 둥근 직사각형 69">
              <a:extLst>
                <a:ext uri="{FF2B5EF4-FFF2-40B4-BE49-F238E27FC236}">
                  <a16:creationId xmlns:a16="http://schemas.microsoft.com/office/drawing/2014/main" id="{B5CCC2C9-358C-F4CC-E054-97E636A48511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71" name="모서리가 둥근 직사각형 70">
              <a:extLst>
                <a:ext uri="{FF2B5EF4-FFF2-40B4-BE49-F238E27FC236}">
                  <a16:creationId xmlns:a16="http://schemas.microsoft.com/office/drawing/2014/main" id="{201DFF72-3D7A-BAB9-0630-068FD00EFB91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8746760-90D8-C290-686F-759D26C7427A}"/>
              </a:ext>
            </a:extLst>
          </p:cNvPr>
          <p:cNvCxnSpPr/>
          <p:nvPr/>
        </p:nvCxnSpPr>
        <p:spPr>
          <a:xfrm>
            <a:off x="1628300" y="4454098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994287EA-015C-C660-429B-8EB91EA4E5C7}"/>
              </a:ext>
            </a:extLst>
          </p:cNvPr>
          <p:cNvSpPr/>
          <p:nvPr/>
        </p:nvSpPr>
        <p:spPr>
          <a:xfrm>
            <a:off x="1504105" y="4350034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93CB2C9-5175-94C4-E572-84872289A749}"/>
              </a:ext>
            </a:extLst>
          </p:cNvPr>
          <p:cNvCxnSpPr/>
          <p:nvPr/>
        </p:nvCxnSpPr>
        <p:spPr>
          <a:xfrm flipH="1">
            <a:off x="2008441" y="4724413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7BD6BB54-62B8-2C6C-6B86-D57F12885E6B}"/>
              </a:ext>
            </a:extLst>
          </p:cNvPr>
          <p:cNvCxnSpPr/>
          <p:nvPr/>
        </p:nvCxnSpPr>
        <p:spPr>
          <a:xfrm>
            <a:off x="2169193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0729886-132C-A003-D00A-76C6A43CA5E1}"/>
              </a:ext>
            </a:extLst>
          </p:cNvPr>
          <p:cNvCxnSpPr/>
          <p:nvPr/>
        </p:nvCxnSpPr>
        <p:spPr>
          <a:xfrm>
            <a:off x="1825411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E11C69D-E5D4-3C14-71B0-301E56C59DF8}"/>
              </a:ext>
            </a:extLst>
          </p:cNvPr>
          <p:cNvCxnSpPr/>
          <p:nvPr/>
        </p:nvCxnSpPr>
        <p:spPr>
          <a:xfrm>
            <a:off x="2008441" y="4932184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16DC844-0CD1-861A-4A37-9056D7F48CFB}"/>
              </a:ext>
            </a:extLst>
          </p:cNvPr>
          <p:cNvCxnSpPr/>
          <p:nvPr/>
        </p:nvCxnSpPr>
        <p:spPr>
          <a:xfrm flipH="1">
            <a:off x="1816990" y="4918515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81CE9158-C5FE-A095-F9CD-CDE6FD36E6AE}"/>
              </a:ext>
            </a:extLst>
          </p:cNvPr>
          <p:cNvSpPr/>
          <p:nvPr/>
        </p:nvSpPr>
        <p:spPr>
          <a:xfrm>
            <a:off x="1682615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465457EE-4D5B-2D62-D9BB-4333A6D103DC}"/>
              </a:ext>
            </a:extLst>
          </p:cNvPr>
          <p:cNvSpPr/>
          <p:nvPr/>
        </p:nvSpPr>
        <p:spPr>
          <a:xfrm>
            <a:off x="1682615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00CF4CEA-93F2-D0DB-9DD4-399629F3A2E3}"/>
              </a:ext>
            </a:extLst>
          </p:cNvPr>
          <p:cNvSpPr/>
          <p:nvPr/>
        </p:nvSpPr>
        <p:spPr>
          <a:xfrm>
            <a:off x="2024933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23A4D65C-5014-4639-5101-6C9513B3B582}"/>
              </a:ext>
            </a:extLst>
          </p:cNvPr>
          <p:cNvSpPr/>
          <p:nvPr/>
        </p:nvSpPr>
        <p:spPr>
          <a:xfrm>
            <a:off x="2024933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46AB7F42-DA3F-D4D0-D305-C84B4C8E9F85}"/>
              </a:ext>
            </a:extLst>
          </p:cNvPr>
          <p:cNvSpPr/>
          <p:nvPr/>
        </p:nvSpPr>
        <p:spPr>
          <a:xfrm>
            <a:off x="1864180" y="4811471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AF7E376-95DF-C956-EAA4-62A1956F63FD}"/>
              </a:ext>
            </a:extLst>
          </p:cNvPr>
          <p:cNvCxnSpPr/>
          <p:nvPr/>
        </p:nvCxnSpPr>
        <p:spPr>
          <a:xfrm>
            <a:off x="2508476" y="502154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B62D057-18B5-7063-6FA9-5B8334852510}"/>
              </a:ext>
            </a:extLst>
          </p:cNvPr>
          <p:cNvCxnSpPr/>
          <p:nvPr/>
        </p:nvCxnSpPr>
        <p:spPr>
          <a:xfrm>
            <a:off x="2347724" y="472685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A1AB45E1-99E0-8071-8653-F635876447F4}"/>
              </a:ext>
            </a:extLst>
          </p:cNvPr>
          <p:cNvSpPr/>
          <p:nvPr/>
        </p:nvSpPr>
        <p:spPr>
          <a:xfrm>
            <a:off x="2364216" y="520382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B2A41940-41A4-74B7-700E-B7F299D4A497}"/>
              </a:ext>
            </a:extLst>
          </p:cNvPr>
          <p:cNvSpPr/>
          <p:nvPr/>
        </p:nvSpPr>
        <p:spPr>
          <a:xfrm>
            <a:off x="2364216" y="490498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A00E8D8D-A2A7-D33B-A53B-16E6CA10A602}"/>
              </a:ext>
            </a:extLst>
          </p:cNvPr>
          <p:cNvSpPr/>
          <p:nvPr/>
        </p:nvSpPr>
        <p:spPr>
          <a:xfrm>
            <a:off x="2203463" y="4606145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BCF5E922-63A0-1DB8-D774-527DC5F43C39}"/>
              </a:ext>
            </a:extLst>
          </p:cNvPr>
          <p:cNvCxnSpPr/>
          <p:nvPr/>
        </p:nvCxnSpPr>
        <p:spPr>
          <a:xfrm>
            <a:off x="3861371" y="4454098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7E3E4CEE-7CEB-6F80-369B-2833D8C85C81}"/>
              </a:ext>
            </a:extLst>
          </p:cNvPr>
          <p:cNvSpPr/>
          <p:nvPr/>
        </p:nvSpPr>
        <p:spPr>
          <a:xfrm>
            <a:off x="3737176" y="4350034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A6741B6-C0F0-2EB3-9EE6-B1FE5F0DEAE2}"/>
              </a:ext>
            </a:extLst>
          </p:cNvPr>
          <p:cNvCxnSpPr/>
          <p:nvPr/>
        </p:nvCxnSpPr>
        <p:spPr>
          <a:xfrm flipH="1">
            <a:off x="4241512" y="4724413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1F0E40B-0BC3-BBC6-1DD4-956ED77149FD}"/>
              </a:ext>
            </a:extLst>
          </p:cNvPr>
          <p:cNvCxnSpPr/>
          <p:nvPr/>
        </p:nvCxnSpPr>
        <p:spPr>
          <a:xfrm>
            <a:off x="4402264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D06D2AD-D8BC-2312-896C-64BF0F5172B7}"/>
              </a:ext>
            </a:extLst>
          </p:cNvPr>
          <p:cNvCxnSpPr/>
          <p:nvPr/>
        </p:nvCxnSpPr>
        <p:spPr>
          <a:xfrm>
            <a:off x="4058482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87BE451-F865-39D3-CDC5-1B74231E04BA}"/>
              </a:ext>
            </a:extLst>
          </p:cNvPr>
          <p:cNvCxnSpPr/>
          <p:nvPr/>
        </p:nvCxnSpPr>
        <p:spPr>
          <a:xfrm>
            <a:off x="4241512" y="4932184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59F9C0A-B65C-6E41-1D28-D45290A38C32}"/>
              </a:ext>
            </a:extLst>
          </p:cNvPr>
          <p:cNvCxnSpPr/>
          <p:nvPr/>
        </p:nvCxnSpPr>
        <p:spPr>
          <a:xfrm flipH="1">
            <a:off x="4050061" y="4918515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78922C90-74E7-24F3-18A3-79C404D2B667}"/>
              </a:ext>
            </a:extLst>
          </p:cNvPr>
          <p:cNvSpPr/>
          <p:nvPr/>
        </p:nvSpPr>
        <p:spPr>
          <a:xfrm>
            <a:off x="3915686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606396F8-F4CE-58F3-3DA6-2BBB17536C83}"/>
              </a:ext>
            </a:extLst>
          </p:cNvPr>
          <p:cNvSpPr/>
          <p:nvPr/>
        </p:nvSpPr>
        <p:spPr>
          <a:xfrm>
            <a:off x="3915686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33CE3981-6D97-D832-603F-3900BB43DD4D}"/>
              </a:ext>
            </a:extLst>
          </p:cNvPr>
          <p:cNvSpPr/>
          <p:nvPr/>
        </p:nvSpPr>
        <p:spPr>
          <a:xfrm>
            <a:off x="4258004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FF8643EE-F935-8ECE-4235-9BE0A222A3E5}"/>
              </a:ext>
            </a:extLst>
          </p:cNvPr>
          <p:cNvSpPr/>
          <p:nvPr/>
        </p:nvSpPr>
        <p:spPr>
          <a:xfrm>
            <a:off x="4258004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C327108B-D3F7-7B33-ACB3-223CA82BB2C2}"/>
              </a:ext>
            </a:extLst>
          </p:cNvPr>
          <p:cNvSpPr/>
          <p:nvPr/>
        </p:nvSpPr>
        <p:spPr>
          <a:xfrm>
            <a:off x="4097251" y="4811471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8A3C787-138E-216D-6FF2-C70C4837E0D7}"/>
              </a:ext>
            </a:extLst>
          </p:cNvPr>
          <p:cNvCxnSpPr/>
          <p:nvPr/>
        </p:nvCxnSpPr>
        <p:spPr>
          <a:xfrm>
            <a:off x="4741547" y="502154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3789F3B-AC35-0A8D-698E-4843D4BACC5C}"/>
              </a:ext>
            </a:extLst>
          </p:cNvPr>
          <p:cNvCxnSpPr/>
          <p:nvPr/>
        </p:nvCxnSpPr>
        <p:spPr>
          <a:xfrm>
            <a:off x="4580795" y="472685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모서리가 둥근 직사각형 102">
            <a:extLst>
              <a:ext uri="{FF2B5EF4-FFF2-40B4-BE49-F238E27FC236}">
                <a16:creationId xmlns:a16="http://schemas.microsoft.com/office/drawing/2014/main" id="{30A61C14-6BCF-C35C-23B6-01261549AE92}"/>
              </a:ext>
            </a:extLst>
          </p:cNvPr>
          <p:cNvSpPr/>
          <p:nvPr/>
        </p:nvSpPr>
        <p:spPr>
          <a:xfrm>
            <a:off x="4597287" y="520382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" name="모서리가 둥근 직사각형 103">
            <a:extLst>
              <a:ext uri="{FF2B5EF4-FFF2-40B4-BE49-F238E27FC236}">
                <a16:creationId xmlns:a16="http://schemas.microsoft.com/office/drawing/2014/main" id="{971D6EBC-B4E3-0996-84A3-1904F5BD5B4A}"/>
              </a:ext>
            </a:extLst>
          </p:cNvPr>
          <p:cNvSpPr/>
          <p:nvPr/>
        </p:nvSpPr>
        <p:spPr>
          <a:xfrm>
            <a:off x="4597287" y="490498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CFD534A7-1F6A-E907-B0A3-CBECC6C0C03A}"/>
              </a:ext>
            </a:extLst>
          </p:cNvPr>
          <p:cNvSpPr/>
          <p:nvPr/>
        </p:nvSpPr>
        <p:spPr>
          <a:xfrm>
            <a:off x="4436534" y="4606145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426" name="모서리가 둥근 직사각형 425">
            <a:extLst>
              <a:ext uri="{FF2B5EF4-FFF2-40B4-BE49-F238E27FC236}">
                <a16:creationId xmlns:a16="http://schemas.microsoft.com/office/drawing/2014/main" id="{8778E613-9253-B43C-0293-7F8868784662}"/>
              </a:ext>
            </a:extLst>
          </p:cNvPr>
          <p:cNvSpPr/>
          <p:nvPr/>
        </p:nvSpPr>
        <p:spPr>
          <a:xfrm>
            <a:off x="5078777" y="108281"/>
            <a:ext cx="1979390" cy="116515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438" name="직선 연결선 437">
            <a:extLst>
              <a:ext uri="{FF2B5EF4-FFF2-40B4-BE49-F238E27FC236}">
                <a16:creationId xmlns:a16="http://schemas.microsoft.com/office/drawing/2014/main" id="{C5E5E755-3D00-F5CF-7F75-F52010DB39DC}"/>
              </a:ext>
            </a:extLst>
          </p:cNvPr>
          <p:cNvCxnSpPr/>
          <p:nvPr/>
        </p:nvCxnSpPr>
        <p:spPr>
          <a:xfrm flipH="1">
            <a:off x="9280678" y="4457427"/>
            <a:ext cx="423878" cy="10960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639C1C1E-1756-153C-F220-6B646B07781C}"/>
              </a:ext>
            </a:extLst>
          </p:cNvPr>
          <p:cNvCxnSpPr/>
          <p:nvPr/>
        </p:nvCxnSpPr>
        <p:spPr>
          <a:xfrm>
            <a:off x="8566074" y="4059106"/>
            <a:ext cx="1134134" cy="3901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직선 연결선 439">
            <a:extLst>
              <a:ext uri="{FF2B5EF4-FFF2-40B4-BE49-F238E27FC236}">
                <a16:creationId xmlns:a16="http://schemas.microsoft.com/office/drawing/2014/main" id="{0E0CC595-BEC9-F0DF-F3BA-23DBF2C7EB4D}"/>
              </a:ext>
            </a:extLst>
          </p:cNvPr>
          <p:cNvCxnSpPr/>
          <p:nvPr/>
        </p:nvCxnSpPr>
        <p:spPr>
          <a:xfrm flipH="1">
            <a:off x="7467910" y="4025450"/>
            <a:ext cx="1081672" cy="44458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직선 연결선 440">
            <a:extLst>
              <a:ext uri="{FF2B5EF4-FFF2-40B4-BE49-F238E27FC236}">
                <a16:creationId xmlns:a16="http://schemas.microsoft.com/office/drawing/2014/main" id="{CD206C76-5E0A-5BF4-B008-744C2D960B17}"/>
              </a:ext>
            </a:extLst>
          </p:cNvPr>
          <p:cNvCxnSpPr/>
          <p:nvPr/>
        </p:nvCxnSpPr>
        <p:spPr>
          <a:xfrm flipH="1">
            <a:off x="6966309" y="4455423"/>
            <a:ext cx="490484" cy="11086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2" name="모서리가 둥근 직사각형 441">
            <a:extLst>
              <a:ext uri="{FF2B5EF4-FFF2-40B4-BE49-F238E27FC236}">
                <a16:creationId xmlns:a16="http://schemas.microsoft.com/office/drawing/2014/main" id="{97F9C7B6-728A-2134-F819-D9A6F3D67A1A}"/>
              </a:ext>
            </a:extLst>
          </p:cNvPr>
          <p:cNvSpPr/>
          <p:nvPr/>
        </p:nvSpPr>
        <p:spPr>
          <a:xfrm>
            <a:off x="8137542" y="3890126"/>
            <a:ext cx="619708" cy="50072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443" name="직선 연결선 442">
            <a:extLst>
              <a:ext uri="{FF2B5EF4-FFF2-40B4-BE49-F238E27FC236}">
                <a16:creationId xmlns:a16="http://schemas.microsoft.com/office/drawing/2014/main" id="{097806A5-35C4-9C5B-9211-15A8C8A4E769}"/>
              </a:ext>
            </a:extLst>
          </p:cNvPr>
          <p:cNvCxnSpPr/>
          <p:nvPr/>
        </p:nvCxnSpPr>
        <p:spPr>
          <a:xfrm flipH="1">
            <a:off x="6224102" y="5542106"/>
            <a:ext cx="742207" cy="48125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직선 연결선 443">
            <a:extLst>
              <a:ext uri="{FF2B5EF4-FFF2-40B4-BE49-F238E27FC236}">
                <a16:creationId xmlns:a16="http://schemas.microsoft.com/office/drawing/2014/main" id="{59CE59FF-CDE7-4A71-A8EB-3A2DBE839DB9}"/>
              </a:ext>
            </a:extLst>
          </p:cNvPr>
          <p:cNvCxnSpPr/>
          <p:nvPr/>
        </p:nvCxnSpPr>
        <p:spPr>
          <a:xfrm>
            <a:off x="6384854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직선 연결선 444">
            <a:extLst>
              <a:ext uri="{FF2B5EF4-FFF2-40B4-BE49-F238E27FC236}">
                <a16:creationId xmlns:a16="http://schemas.microsoft.com/office/drawing/2014/main" id="{0C2CBE07-D609-3042-E253-DA917E98FFD2}"/>
              </a:ext>
            </a:extLst>
          </p:cNvPr>
          <p:cNvCxnSpPr/>
          <p:nvPr/>
        </p:nvCxnSpPr>
        <p:spPr>
          <a:xfrm>
            <a:off x="6041072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직선 연결선 445">
            <a:extLst>
              <a:ext uri="{FF2B5EF4-FFF2-40B4-BE49-F238E27FC236}">
                <a16:creationId xmlns:a16="http://schemas.microsoft.com/office/drawing/2014/main" id="{25F5BF8E-AEAA-2F3A-7BB7-781392FE8256}"/>
              </a:ext>
            </a:extLst>
          </p:cNvPr>
          <p:cNvCxnSpPr/>
          <p:nvPr/>
        </p:nvCxnSpPr>
        <p:spPr>
          <a:xfrm>
            <a:off x="6224102" y="6023360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직선 연결선 446">
            <a:extLst>
              <a:ext uri="{FF2B5EF4-FFF2-40B4-BE49-F238E27FC236}">
                <a16:creationId xmlns:a16="http://schemas.microsoft.com/office/drawing/2014/main" id="{D65473B1-C4B6-243B-25E0-BBFF620E339C}"/>
              </a:ext>
            </a:extLst>
          </p:cNvPr>
          <p:cNvCxnSpPr/>
          <p:nvPr/>
        </p:nvCxnSpPr>
        <p:spPr>
          <a:xfrm flipH="1">
            <a:off x="6032652" y="6009691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모서리가 둥근 직사각형 447">
            <a:extLst>
              <a:ext uri="{FF2B5EF4-FFF2-40B4-BE49-F238E27FC236}">
                <a16:creationId xmlns:a16="http://schemas.microsoft.com/office/drawing/2014/main" id="{86B31607-0F74-DFD8-69CB-4B4AC23ABB9F}"/>
              </a:ext>
            </a:extLst>
          </p:cNvPr>
          <p:cNvSpPr/>
          <p:nvPr/>
        </p:nvSpPr>
        <p:spPr>
          <a:xfrm>
            <a:off x="5898277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49" name="모서리가 둥근 직사각형 448">
            <a:extLst>
              <a:ext uri="{FF2B5EF4-FFF2-40B4-BE49-F238E27FC236}">
                <a16:creationId xmlns:a16="http://schemas.microsoft.com/office/drawing/2014/main" id="{DD055758-0963-D99D-C31B-3CC702AE151A}"/>
              </a:ext>
            </a:extLst>
          </p:cNvPr>
          <p:cNvSpPr/>
          <p:nvPr/>
        </p:nvSpPr>
        <p:spPr>
          <a:xfrm>
            <a:off x="5898277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50" name="모서리가 둥근 직사각형 449">
            <a:extLst>
              <a:ext uri="{FF2B5EF4-FFF2-40B4-BE49-F238E27FC236}">
                <a16:creationId xmlns:a16="http://schemas.microsoft.com/office/drawing/2014/main" id="{D00909B4-D6F7-1282-AF4D-86052B24E2E2}"/>
              </a:ext>
            </a:extLst>
          </p:cNvPr>
          <p:cNvSpPr/>
          <p:nvPr/>
        </p:nvSpPr>
        <p:spPr>
          <a:xfrm>
            <a:off x="6240594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51" name="모서리가 둥근 직사각형 450">
            <a:extLst>
              <a:ext uri="{FF2B5EF4-FFF2-40B4-BE49-F238E27FC236}">
                <a16:creationId xmlns:a16="http://schemas.microsoft.com/office/drawing/2014/main" id="{F9D32440-082E-2CE6-00A9-1E5F8D0623F3}"/>
              </a:ext>
            </a:extLst>
          </p:cNvPr>
          <p:cNvSpPr/>
          <p:nvPr/>
        </p:nvSpPr>
        <p:spPr>
          <a:xfrm>
            <a:off x="6240594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52" name="모서리가 둥근 직사각형 451">
            <a:extLst>
              <a:ext uri="{FF2B5EF4-FFF2-40B4-BE49-F238E27FC236}">
                <a16:creationId xmlns:a16="http://schemas.microsoft.com/office/drawing/2014/main" id="{5FE9199A-04A8-5DF0-EF83-133E9A925883}"/>
              </a:ext>
            </a:extLst>
          </p:cNvPr>
          <p:cNvSpPr/>
          <p:nvPr/>
        </p:nvSpPr>
        <p:spPr>
          <a:xfrm>
            <a:off x="6079842" y="5902648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53" name="직선 연결선 452">
            <a:extLst>
              <a:ext uri="{FF2B5EF4-FFF2-40B4-BE49-F238E27FC236}">
                <a16:creationId xmlns:a16="http://schemas.microsoft.com/office/drawing/2014/main" id="{3FA2E599-79C0-F14B-584D-2258DA4D902D}"/>
              </a:ext>
            </a:extLst>
          </p:cNvPr>
          <p:cNvCxnSpPr/>
          <p:nvPr/>
        </p:nvCxnSpPr>
        <p:spPr>
          <a:xfrm>
            <a:off x="6970681" y="5545274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모서리가 둥근 직사각형 453">
            <a:extLst>
              <a:ext uri="{FF2B5EF4-FFF2-40B4-BE49-F238E27FC236}">
                <a16:creationId xmlns:a16="http://schemas.microsoft.com/office/drawing/2014/main" id="{578B7D0B-22BE-FE72-2695-69921F058474}"/>
              </a:ext>
            </a:extLst>
          </p:cNvPr>
          <p:cNvSpPr/>
          <p:nvPr/>
        </p:nvSpPr>
        <p:spPr>
          <a:xfrm>
            <a:off x="6846486" y="5441211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455" name="직선 연결선 454">
            <a:extLst>
              <a:ext uri="{FF2B5EF4-FFF2-40B4-BE49-F238E27FC236}">
                <a16:creationId xmlns:a16="http://schemas.microsoft.com/office/drawing/2014/main" id="{B2562FFB-8843-6BA2-4CE5-5EFB7B127857}"/>
              </a:ext>
            </a:extLst>
          </p:cNvPr>
          <p:cNvCxnSpPr/>
          <p:nvPr/>
        </p:nvCxnSpPr>
        <p:spPr>
          <a:xfrm>
            <a:off x="6724138" y="6112723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직선 연결선 455">
            <a:extLst>
              <a:ext uri="{FF2B5EF4-FFF2-40B4-BE49-F238E27FC236}">
                <a16:creationId xmlns:a16="http://schemas.microsoft.com/office/drawing/2014/main" id="{E593C630-BA2B-B72E-0D26-4A1746EC8B7A}"/>
              </a:ext>
            </a:extLst>
          </p:cNvPr>
          <p:cNvCxnSpPr/>
          <p:nvPr/>
        </p:nvCxnSpPr>
        <p:spPr>
          <a:xfrm>
            <a:off x="6563386" y="5818035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모서리가 둥근 직사각형 456">
            <a:extLst>
              <a:ext uri="{FF2B5EF4-FFF2-40B4-BE49-F238E27FC236}">
                <a16:creationId xmlns:a16="http://schemas.microsoft.com/office/drawing/2014/main" id="{879DF5C3-297A-373D-4E55-FE5A15A84807}"/>
              </a:ext>
            </a:extLst>
          </p:cNvPr>
          <p:cNvSpPr/>
          <p:nvPr/>
        </p:nvSpPr>
        <p:spPr>
          <a:xfrm>
            <a:off x="6579878" y="629499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58" name="모서리가 둥근 직사각형 457">
            <a:extLst>
              <a:ext uri="{FF2B5EF4-FFF2-40B4-BE49-F238E27FC236}">
                <a16:creationId xmlns:a16="http://schemas.microsoft.com/office/drawing/2014/main" id="{4AF346CB-AFAF-CE8C-9B79-BEB13C0068F5}"/>
              </a:ext>
            </a:extLst>
          </p:cNvPr>
          <p:cNvSpPr/>
          <p:nvPr/>
        </p:nvSpPr>
        <p:spPr>
          <a:xfrm>
            <a:off x="6579878" y="5996160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59" name="모서리가 둥근 직사각형 458">
            <a:extLst>
              <a:ext uri="{FF2B5EF4-FFF2-40B4-BE49-F238E27FC236}">
                <a16:creationId xmlns:a16="http://schemas.microsoft.com/office/drawing/2014/main" id="{B269B880-3BA2-D8D6-B3E5-10990F4A2ECE}"/>
              </a:ext>
            </a:extLst>
          </p:cNvPr>
          <p:cNvSpPr/>
          <p:nvPr/>
        </p:nvSpPr>
        <p:spPr>
          <a:xfrm>
            <a:off x="6419125" y="5697322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60" name="직선 연결선 459">
            <a:extLst>
              <a:ext uri="{FF2B5EF4-FFF2-40B4-BE49-F238E27FC236}">
                <a16:creationId xmlns:a16="http://schemas.microsoft.com/office/drawing/2014/main" id="{E1CE08BC-9E0B-58F7-566B-A55E84910834}"/>
              </a:ext>
            </a:extLst>
          </p:cNvPr>
          <p:cNvCxnSpPr/>
          <p:nvPr/>
        </p:nvCxnSpPr>
        <p:spPr>
          <a:xfrm flipH="1">
            <a:off x="7350822" y="5815589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연결선 460">
            <a:extLst>
              <a:ext uri="{FF2B5EF4-FFF2-40B4-BE49-F238E27FC236}">
                <a16:creationId xmlns:a16="http://schemas.microsoft.com/office/drawing/2014/main" id="{5877B2AD-C43A-E1BF-991F-9C713CC6B26B}"/>
              </a:ext>
            </a:extLst>
          </p:cNvPr>
          <p:cNvCxnSpPr/>
          <p:nvPr/>
        </p:nvCxnSpPr>
        <p:spPr>
          <a:xfrm>
            <a:off x="7511575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직선 연결선 461">
            <a:extLst>
              <a:ext uri="{FF2B5EF4-FFF2-40B4-BE49-F238E27FC236}">
                <a16:creationId xmlns:a16="http://schemas.microsoft.com/office/drawing/2014/main" id="{BA8E2069-68C0-423F-7CCF-AEC2FEEAB142}"/>
              </a:ext>
            </a:extLst>
          </p:cNvPr>
          <p:cNvCxnSpPr/>
          <p:nvPr/>
        </p:nvCxnSpPr>
        <p:spPr>
          <a:xfrm>
            <a:off x="7167792" y="6318048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직선 연결선 462">
            <a:extLst>
              <a:ext uri="{FF2B5EF4-FFF2-40B4-BE49-F238E27FC236}">
                <a16:creationId xmlns:a16="http://schemas.microsoft.com/office/drawing/2014/main" id="{0A8C1229-2C55-4BC0-8967-2B56562BD550}"/>
              </a:ext>
            </a:extLst>
          </p:cNvPr>
          <p:cNvCxnSpPr/>
          <p:nvPr/>
        </p:nvCxnSpPr>
        <p:spPr>
          <a:xfrm>
            <a:off x="7350822" y="6023360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직선 연결선 463">
            <a:extLst>
              <a:ext uri="{FF2B5EF4-FFF2-40B4-BE49-F238E27FC236}">
                <a16:creationId xmlns:a16="http://schemas.microsoft.com/office/drawing/2014/main" id="{8BCF2D74-60FF-BB0A-0D98-CA0D08A98C4B}"/>
              </a:ext>
            </a:extLst>
          </p:cNvPr>
          <p:cNvCxnSpPr/>
          <p:nvPr/>
        </p:nvCxnSpPr>
        <p:spPr>
          <a:xfrm flipH="1">
            <a:off x="7159371" y="6009691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모서리가 둥근 직사각형 464">
            <a:extLst>
              <a:ext uri="{FF2B5EF4-FFF2-40B4-BE49-F238E27FC236}">
                <a16:creationId xmlns:a16="http://schemas.microsoft.com/office/drawing/2014/main" id="{6726A3EA-A1B2-50C0-2CC1-85AF20AA4482}"/>
              </a:ext>
            </a:extLst>
          </p:cNvPr>
          <p:cNvSpPr/>
          <p:nvPr/>
        </p:nvSpPr>
        <p:spPr>
          <a:xfrm>
            <a:off x="7024996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66" name="모서리가 둥근 직사각형 465">
            <a:extLst>
              <a:ext uri="{FF2B5EF4-FFF2-40B4-BE49-F238E27FC236}">
                <a16:creationId xmlns:a16="http://schemas.microsoft.com/office/drawing/2014/main" id="{46CAF893-B349-CBF6-B358-25B145C9B13E}"/>
              </a:ext>
            </a:extLst>
          </p:cNvPr>
          <p:cNvSpPr/>
          <p:nvPr/>
        </p:nvSpPr>
        <p:spPr>
          <a:xfrm>
            <a:off x="7024996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67" name="모서리가 둥근 직사각형 466">
            <a:extLst>
              <a:ext uri="{FF2B5EF4-FFF2-40B4-BE49-F238E27FC236}">
                <a16:creationId xmlns:a16="http://schemas.microsoft.com/office/drawing/2014/main" id="{21D8DAB7-0F90-3752-A997-B6E4F7ABB8C8}"/>
              </a:ext>
            </a:extLst>
          </p:cNvPr>
          <p:cNvSpPr/>
          <p:nvPr/>
        </p:nvSpPr>
        <p:spPr>
          <a:xfrm>
            <a:off x="7367314" y="650032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68" name="모서리가 둥근 직사각형 467">
            <a:extLst>
              <a:ext uri="{FF2B5EF4-FFF2-40B4-BE49-F238E27FC236}">
                <a16:creationId xmlns:a16="http://schemas.microsoft.com/office/drawing/2014/main" id="{8ED95E33-DC75-3C7F-8D75-2B77A583047F}"/>
              </a:ext>
            </a:extLst>
          </p:cNvPr>
          <p:cNvSpPr/>
          <p:nvPr/>
        </p:nvSpPr>
        <p:spPr>
          <a:xfrm>
            <a:off x="7367314" y="620148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69" name="모서리가 둥근 직사각형 468">
            <a:extLst>
              <a:ext uri="{FF2B5EF4-FFF2-40B4-BE49-F238E27FC236}">
                <a16:creationId xmlns:a16="http://schemas.microsoft.com/office/drawing/2014/main" id="{D6856E80-FF5E-9B43-96D7-F827F82A2336}"/>
              </a:ext>
            </a:extLst>
          </p:cNvPr>
          <p:cNvSpPr/>
          <p:nvPr/>
        </p:nvSpPr>
        <p:spPr>
          <a:xfrm>
            <a:off x="7206561" y="5902648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70" name="직선 연결선 469">
            <a:extLst>
              <a:ext uri="{FF2B5EF4-FFF2-40B4-BE49-F238E27FC236}">
                <a16:creationId xmlns:a16="http://schemas.microsoft.com/office/drawing/2014/main" id="{5187F5B1-507B-9A82-ECB9-3DDBE481FE5B}"/>
              </a:ext>
            </a:extLst>
          </p:cNvPr>
          <p:cNvCxnSpPr/>
          <p:nvPr/>
        </p:nvCxnSpPr>
        <p:spPr>
          <a:xfrm>
            <a:off x="7850857" y="6112723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직선 연결선 470">
            <a:extLst>
              <a:ext uri="{FF2B5EF4-FFF2-40B4-BE49-F238E27FC236}">
                <a16:creationId xmlns:a16="http://schemas.microsoft.com/office/drawing/2014/main" id="{16C7082F-70AE-8964-7957-61E8528ABC54}"/>
              </a:ext>
            </a:extLst>
          </p:cNvPr>
          <p:cNvCxnSpPr/>
          <p:nvPr/>
        </p:nvCxnSpPr>
        <p:spPr>
          <a:xfrm>
            <a:off x="7690105" y="5818035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모서리가 둥근 직사각형 471">
            <a:extLst>
              <a:ext uri="{FF2B5EF4-FFF2-40B4-BE49-F238E27FC236}">
                <a16:creationId xmlns:a16="http://schemas.microsoft.com/office/drawing/2014/main" id="{3E935982-B555-88D7-27EB-EBC160BF39F1}"/>
              </a:ext>
            </a:extLst>
          </p:cNvPr>
          <p:cNvSpPr/>
          <p:nvPr/>
        </p:nvSpPr>
        <p:spPr>
          <a:xfrm>
            <a:off x="7706597" y="629499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73" name="모서리가 둥근 직사각형 472">
            <a:extLst>
              <a:ext uri="{FF2B5EF4-FFF2-40B4-BE49-F238E27FC236}">
                <a16:creationId xmlns:a16="http://schemas.microsoft.com/office/drawing/2014/main" id="{D943F6A7-EA55-8AAB-AA54-3B5B373C114F}"/>
              </a:ext>
            </a:extLst>
          </p:cNvPr>
          <p:cNvSpPr/>
          <p:nvPr/>
        </p:nvSpPr>
        <p:spPr>
          <a:xfrm>
            <a:off x="7706597" y="5996160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74" name="모서리가 둥근 직사각형 473">
            <a:extLst>
              <a:ext uri="{FF2B5EF4-FFF2-40B4-BE49-F238E27FC236}">
                <a16:creationId xmlns:a16="http://schemas.microsoft.com/office/drawing/2014/main" id="{8CAEF87E-F8AF-591A-4EA7-72E971A6B0FA}"/>
              </a:ext>
            </a:extLst>
          </p:cNvPr>
          <p:cNvSpPr/>
          <p:nvPr/>
        </p:nvSpPr>
        <p:spPr>
          <a:xfrm>
            <a:off x="7545845" y="5697322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E3C40126-618B-4EBA-FBE8-C5A211CF42B3}"/>
              </a:ext>
            </a:extLst>
          </p:cNvPr>
          <p:cNvGrpSpPr/>
          <p:nvPr/>
        </p:nvGrpSpPr>
        <p:grpSpPr>
          <a:xfrm>
            <a:off x="8192555" y="5466603"/>
            <a:ext cx="2096842" cy="1292238"/>
            <a:chOff x="2380665" y="3181691"/>
            <a:chExt cx="14101534" cy="8690468"/>
          </a:xfrm>
        </p:grpSpPr>
        <p:cxnSp>
          <p:nvCxnSpPr>
            <p:cNvPr id="510" name="직선 연결선 509">
              <a:extLst>
                <a:ext uri="{FF2B5EF4-FFF2-40B4-BE49-F238E27FC236}">
                  <a16:creationId xmlns:a16="http://schemas.microsoft.com/office/drawing/2014/main" id="{7359D661-D2B9-BC48-AD3E-3CDC1EA7970C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직선 연결선 510">
              <a:extLst>
                <a:ext uri="{FF2B5EF4-FFF2-40B4-BE49-F238E27FC236}">
                  <a16:creationId xmlns:a16="http://schemas.microsoft.com/office/drawing/2014/main" id="{276D668C-B09E-D351-313E-96A533CECDDB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직선 연결선 511">
              <a:extLst>
                <a:ext uri="{FF2B5EF4-FFF2-40B4-BE49-F238E27FC236}">
                  <a16:creationId xmlns:a16="http://schemas.microsoft.com/office/drawing/2014/main" id="{68791455-1A22-1DB5-2880-FEEC96A04E0B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직선 연결선 512">
              <a:extLst>
                <a:ext uri="{FF2B5EF4-FFF2-40B4-BE49-F238E27FC236}">
                  <a16:creationId xmlns:a16="http://schemas.microsoft.com/office/drawing/2014/main" id="{57A781AE-344B-AA1C-0B8C-677BE4305B76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직선 연결선 513">
              <a:extLst>
                <a:ext uri="{FF2B5EF4-FFF2-40B4-BE49-F238E27FC236}">
                  <a16:creationId xmlns:a16="http://schemas.microsoft.com/office/drawing/2014/main" id="{0B2555E9-8EC3-FE5E-17E3-E6925F512605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5" name="모서리가 둥근 직사각형 514">
              <a:extLst>
                <a:ext uri="{FF2B5EF4-FFF2-40B4-BE49-F238E27FC236}">
                  <a16:creationId xmlns:a16="http://schemas.microsoft.com/office/drawing/2014/main" id="{BD6A8FC7-1326-0502-4B2C-2DECF3CB37AC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16" name="모서리가 둥근 직사각형 515">
              <a:extLst>
                <a:ext uri="{FF2B5EF4-FFF2-40B4-BE49-F238E27FC236}">
                  <a16:creationId xmlns:a16="http://schemas.microsoft.com/office/drawing/2014/main" id="{EC804825-FD4D-972D-490F-AE11C0052399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17" name="모서리가 둥근 직사각형 516">
              <a:extLst>
                <a:ext uri="{FF2B5EF4-FFF2-40B4-BE49-F238E27FC236}">
                  <a16:creationId xmlns:a16="http://schemas.microsoft.com/office/drawing/2014/main" id="{94BB4023-8F13-29F7-BFA8-F9EAA8F284B3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18" name="모서리가 둥근 직사각형 517">
              <a:extLst>
                <a:ext uri="{FF2B5EF4-FFF2-40B4-BE49-F238E27FC236}">
                  <a16:creationId xmlns:a16="http://schemas.microsoft.com/office/drawing/2014/main" id="{C6738F0A-B870-D930-ED64-FEF782BFD009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19" name="모서리가 둥근 직사각형 518">
              <a:extLst>
                <a:ext uri="{FF2B5EF4-FFF2-40B4-BE49-F238E27FC236}">
                  <a16:creationId xmlns:a16="http://schemas.microsoft.com/office/drawing/2014/main" id="{FA64C7CA-2C9A-74C9-D08D-6B01CC49EEBD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20" name="직선 연결선 519">
              <a:extLst>
                <a:ext uri="{FF2B5EF4-FFF2-40B4-BE49-F238E27FC236}">
                  <a16:creationId xmlns:a16="http://schemas.microsoft.com/office/drawing/2014/main" id="{89ADFF8E-D3B9-E14A-8E02-3D2E43DFD2AC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1" name="모서리가 둥근 직사각형 520">
              <a:extLst>
                <a:ext uri="{FF2B5EF4-FFF2-40B4-BE49-F238E27FC236}">
                  <a16:creationId xmlns:a16="http://schemas.microsoft.com/office/drawing/2014/main" id="{D2AEE2E5-FF7F-F244-68A1-0CC8307421CC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522" name="직선 연결선 521">
              <a:extLst>
                <a:ext uri="{FF2B5EF4-FFF2-40B4-BE49-F238E27FC236}">
                  <a16:creationId xmlns:a16="http://schemas.microsoft.com/office/drawing/2014/main" id="{07BF71E1-0980-4704-D0C6-51B0302C335C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직선 연결선 522">
              <a:extLst>
                <a:ext uri="{FF2B5EF4-FFF2-40B4-BE49-F238E27FC236}">
                  <a16:creationId xmlns:a16="http://schemas.microsoft.com/office/drawing/2014/main" id="{BBD80811-0E4C-FD18-F4A2-15BD9DCAE881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모서리가 둥근 직사각형 523">
              <a:extLst>
                <a:ext uri="{FF2B5EF4-FFF2-40B4-BE49-F238E27FC236}">
                  <a16:creationId xmlns:a16="http://schemas.microsoft.com/office/drawing/2014/main" id="{C58CF192-8A10-26EF-13B5-15317F0E8D46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25" name="모서리가 둥근 직사각형 524">
              <a:extLst>
                <a:ext uri="{FF2B5EF4-FFF2-40B4-BE49-F238E27FC236}">
                  <a16:creationId xmlns:a16="http://schemas.microsoft.com/office/drawing/2014/main" id="{1FB657DF-C8AB-D3BC-B9CF-D6443A328AE6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26" name="모서리가 둥근 직사각형 525">
              <a:extLst>
                <a:ext uri="{FF2B5EF4-FFF2-40B4-BE49-F238E27FC236}">
                  <a16:creationId xmlns:a16="http://schemas.microsoft.com/office/drawing/2014/main" id="{88BB13A9-C136-CC39-0630-90582D55CBC8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27" name="직선 연결선 526">
              <a:extLst>
                <a:ext uri="{FF2B5EF4-FFF2-40B4-BE49-F238E27FC236}">
                  <a16:creationId xmlns:a16="http://schemas.microsoft.com/office/drawing/2014/main" id="{48701EE8-46D3-43E9-1CB0-EF553075AB9F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직선 연결선 527">
              <a:extLst>
                <a:ext uri="{FF2B5EF4-FFF2-40B4-BE49-F238E27FC236}">
                  <a16:creationId xmlns:a16="http://schemas.microsoft.com/office/drawing/2014/main" id="{8A97A43F-1718-9C09-0C3E-4D380F43CCE0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직선 연결선 528">
              <a:extLst>
                <a:ext uri="{FF2B5EF4-FFF2-40B4-BE49-F238E27FC236}">
                  <a16:creationId xmlns:a16="http://schemas.microsoft.com/office/drawing/2014/main" id="{B0F9413C-F996-023F-C020-DCEDF58E7642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직선 연결선 529">
              <a:extLst>
                <a:ext uri="{FF2B5EF4-FFF2-40B4-BE49-F238E27FC236}">
                  <a16:creationId xmlns:a16="http://schemas.microsoft.com/office/drawing/2014/main" id="{7FE6AAD4-1117-106E-D049-2BBFD8D02AD7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직선 연결선 530">
              <a:extLst>
                <a:ext uri="{FF2B5EF4-FFF2-40B4-BE49-F238E27FC236}">
                  <a16:creationId xmlns:a16="http://schemas.microsoft.com/office/drawing/2014/main" id="{C5BD71EC-98CD-7C98-1CEF-340BD49EBED9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" name="모서리가 둥근 직사각형 531">
              <a:extLst>
                <a:ext uri="{FF2B5EF4-FFF2-40B4-BE49-F238E27FC236}">
                  <a16:creationId xmlns:a16="http://schemas.microsoft.com/office/drawing/2014/main" id="{161933C3-F5C2-1973-0E42-61F5C820E5C8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33" name="모서리가 둥근 직사각형 532">
              <a:extLst>
                <a:ext uri="{FF2B5EF4-FFF2-40B4-BE49-F238E27FC236}">
                  <a16:creationId xmlns:a16="http://schemas.microsoft.com/office/drawing/2014/main" id="{982E1982-3198-9BD3-04A5-2E782CFB39A8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34" name="모서리가 둥근 직사각형 533">
              <a:extLst>
                <a:ext uri="{FF2B5EF4-FFF2-40B4-BE49-F238E27FC236}">
                  <a16:creationId xmlns:a16="http://schemas.microsoft.com/office/drawing/2014/main" id="{982C0351-FF56-696C-AE26-B3C573F74228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35" name="모서리가 둥근 직사각형 534">
              <a:extLst>
                <a:ext uri="{FF2B5EF4-FFF2-40B4-BE49-F238E27FC236}">
                  <a16:creationId xmlns:a16="http://schemas.microsoft.com/office/drawing/2014/main" id="{CE20D3DB-436B-9A24-77C6-35D1CF040E21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36" name="모서리가 둥근 직사각형 535">
              <a:extLst>
                <a:ext uri="{FF2B5EF4-FFF2-40B4-BE49-F238E27FC236}">
                  <a16:creationId xmlns:a16="http://schemas.microsoft.com/office/drawing/2014/main" id="{80777973-6983-1330-4587-B8953631CF53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37" name="직선 연결선 536">
              <a:extLst>
                <a:ext uri="{FF2B5EF4-FFF2-40B4-BE49-F238E27FC236}">
                  <a16:creationId xmlns:a16="http://schemas.microsoft.com/office/drawing/2014/main" id="{1875C805-88C9-F406-32B8-278683778237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직선 연결선 537">
              <a:extLst>
                <a:ext uri="{FF2B5EF4-FFF2-40B4-BE49-F238E27FC236}">
                  <a16:creationId xmlns:a16="http://schemas.microsoft.com/office/drawing/2014/main" id="{2E64B152-4A77-CD4F-885B-B63CB4EE1C91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9" name="모서리가 둥근 직사각형 538">
              <a:extLst>
                <a:ext uri="{FF2B5EF4-FFF2-40B4-BE49-F238E27FC236}">
                  <a16:creationId xmlns:a16="http://schemas.microsoft.com/office/drawing/2014/main" id="{BD65CE59-9C3D-5AF8-A48E-0E6F69AEC654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40" name="모서리가 둥근 직사각형 539">
              <a:extLst>
                <a:ext uri="{FF2B5EF4-FFF2-40B4-BE49-F238E27FC236}">
                  <a16:creationId xmlns:a16="http://schemas.microsoft.com/office/drawing/2014/main" id="{C1C1E0AE-E696-424E-D43A-20ACA5D4F892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41" name="모서리가 둥근 직사각형 540">
              <a:extLst>
                <a:ext uri="{FF2B5EF4-FFF2-40B4-BE49-F238E27FC236}">
                  <a16:creationId xmlns:a16="http://schemas.microsoft.com/office/drawing/2014/main" id="{6BC74867-3168-693D-7299-C034F13F4DF0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476" name="직선 연결선 475">
            <a:extLst>
              <a:ext uri="{FF2B5EF4-FFF2-40B4-BE49-F238E27FC236}">
                <a16:creationId xmlns:a16="http://schemas.microsoft.com/office/drawing/2014/main" id="{D174924D-30C1-FCAD-30F6-09401284B8A3}"/>
              </a:ext>
            </a:extLst>
          </p:cNvPr>
          <p:cNvCxnSpPr/>
          <p:nvPr/>
        </p:nvCxnSpPr>
        <p:spPr>
          <a:xfrm>
            <a:off x="7451419" y="4454098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7" name="모서리가 둥근 직사각형 476">
            <a:extLst>
              <a:ext uri="{FF2B5EF4-FFF2-40B4-BE49-F238E27FC236}">
                <a16:creationId xmlns:a16="http://schemas.microsoft.com/office/drawing/2014/main" id="{6D772799-A0D3-9E0B-7079-D758F9EBF6F9}"/>
              </a:ext>
            </a:extLst>
          </p:cNvPr>
          <p:cNvSpPr/>
          <p:nvPr/>
        </p:nvSpPr>
        <p:spPr>
          <a:xfrm>
            <a:off x="7327223" y="4350034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478" name="직선 연결선 477">
            <a:extLst>
              <a:ext uri="{FF2B5EF4-FFF2-40B4-BE49-F238E27FC236}">
                <a16:creationId xmlns:a16="http://schemas.microsoft.com/office/drawing/2014/main" id="{F0095E95-CF6A-219E-A714-051B6B6B6423}"/>
              </a:ext>
            </a:extLst>
          </p:cNvPr>
          <p:cNvCxnSpPr/>
          <p:nvPr/>
        </p:nvCxnSpPr>
        <p:spPr>
          <a:xfrm flipH="1">
            <a:off x="7831560" y="4724413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직선 연결선 478">
            <a:extLst>
              <a:ext uri="{FF2B5EF4-FFF2-40B4-BE49-F238E27FC236}">
                <a16:creationId xmlns:a16="http://schemas.microsoft.com/office/drawing/2014/main" id="{669FB3F8-1B16-C405-8B85-740B30ADA992}"/>
              </a:ext>
            </a:extLst>
          </p:cNvPr>
          <p:cNvCxnSpPr/>
          <p:nvPr/>
        </p:nvCxnSpPr>
        <p:spPr>
          <a:xfrm>
            <a:off x="7992311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직선 연결선 479">
            <a:extLst>
              <a:ext uri="{FF2B5EF4-FFF2-40B4-BE49-F238E27FC236}">
                <a16:creationId xmlns:a16="http://schemas.microsoft.com/office/drawing/2014/main" id="{4D591D1C-A94B-B33C-EDEB-764DA24B5CEC}"/>
              </a:ext>
            </a:extLst>
          </p:cNvPr>
          <p:cNvCxnSpPr/>
          <p:nvPr/>
        </p:nvCxnSpPr>
        <p:spPr>
          <a:xfrm>
            <a:off x="7648529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직선 연결선 480">
            <a:extLst>
              <a:ext uri="{FF2B5EF4-FFF2-40B4-BE49-F238E27FC236}">
                <a16:creationId xmlns:a16="http://schemas.microsoft.com/office/drawing/2014/main" id="{5CFDB15E-81F4-AEE7-7119-00905E590F3A}"/>
              </a:ext>
            </a:extLst>
          </p:cNvPr>
          <p:cNvCxnSpPr/>
          <p:nvPr/>
        </p:nvCxnSpPr>
        <p:spPr>
          <a:xfrm>
            <a:off x="7831559" y="4932184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직선 연결선 481">
            <a:extLst>
              <a:ext uri="{FF2B5EF4-FFF2-40B4-BE49-F238E27FC236}">
                <a16:creationId xmlns:a16="http://schemas.microsoft.com/office/drawing/2014/main" id="{FFC8A26E-7407-05F2-B11A-1520A2ED59A1}"/>
              </a:ext>
            </a:extLst>
          </p:cNvPr>
          <p:cNvCxnSpPr/>
          <p:nvPr/>
        </p:nvCxnSpPr>
        <p:spPr>
          <a:xfrm flipH="1">
            <a:off x="7640108" y="4918515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모서리가 둥근 직사각형 482">
            <a:extLst>
              <a:ext uri="{FF2B5EF4-FFF2-40B4-BE49-F238E27FC236}">
                <a16:creationId xmlns:a16="http://schemas.microsoft.com/office/drawing/2014/main" id="{CC923759-149F-0DE2-CFD5-AF336FAB667E}"/>
              </a:ext>
            </a:extLst>
          </p:cNvPr>
          <p:cNvSpPr/>
          <p:nvPr/>
        </p:nvSpPr>
        <p:spPr>
          <a:xfrm>
            <a:off x="7505734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84" name="모서리가 둥근 직사각형 483">
            <a:extLst>
              <a:ext uri="{FF2B5EF4-FFF2-40B4-BE49-F238E27FC236}">
                <a16:creationId xmlns:a16="http://schemas.microsoft.com/office/drawing/2014/main" id="{BB4C626C-9E3B-ACC5-0108-B0589A9D10DB}"/>
              </a:ext>
            </a:extLst>
          </p:cNvPr>
          <p:cNvSpPr/>
          <p:nvPr/>
        </p:nvSpPr>
        <p:spPr>
          <a:xfrm>
            <a:off x="7505734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85" name="모서리가 둥근 직사각형 484">
            <a:extLst>
              <a:ext uri="{FF2B5EF4-FFF2-40B4-BE49-F238E27FC236}">
                <a16:creationId xmlns:a16="http://schemas.microsoft.com/office/drawing/2014/main" id="{329E97E9-C21A-C1C2-5A66-B71E782A3830}"/>
              </a:ext>
            </a:extLst>
          </p:cNvPr>
          <p:cNvSpPr/>
          <p:nvPr/>
        </p:nvSpPr>
        <p:spPr>
          <a:xfrm>
            <a:off x="7848051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86" name="모서리가 둥근 직사각형 485">
            <a:extLst>
              <a:ext uri="{FF2B5EF4-FFF2-40B4-BE49-F238E27FC236}">
                <a16:creationId xmlns:a16="http://schemas.microsoft.com/office/drawing/2014/main" id="{B020578B-07C4-B0B2-A741-B56C076EC2D8}"/>
              </a:ext>
            </a:extLst>
          </p:cNvPr>
          <p:cNvSpPr/>
          <p:nvPr/>
        </p:nvSpPr>
        <p:spPr>
          <a:xfrm>
            <a:off x="7848051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87" name="모서리가 둥근 직사각형 486">
            <a:extLst>
              <a:ext uri="{FF2B5EF4-FFF2-40B4-BE49-F238E27FC236}">
                <a16:creationId xmlns:a16="http://schemas.microsoft.com/office/drawing/2014/main" id="{6DDAD808-895E-1565-47B8-4761A9C8E988}"/>
              </a:ext>
            </a:extLst>
          </p:cNvPr>
          <p:cNvSpPr/>
          <p:nvPr/>
        </p:nvSpPr>
        <p:spPr>
          <a:xfrm>
            <a:off x="7687298" y="4811471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88" name="직선 연결선 487">
            <a:extLst>
              <a:ext uri="{FF2B5EF4-FFF2-40B4-BE49-F238E27FC236}">
                <a16:creationId xmlns:a16="http://schemas.microsoft.com/office/drawing/2014/main" id="{4406EE02-978C-F867-64B1-D571588F0A60}"/>
              </a:ext>
            </a:extLst>
          </p:cNvPr>
          <p:cNvCxnSpPr/>
          <p:nvPr/>
        </p:nvCxnSpPr>
        <p:spPr>
          <a:xfrm>
            <a:off x="8331594" y="502154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직선 연결선 488">
            <a:extLst>
              <a:ext uri="{FF2B5EF4-FFF2-40B4-BE49-F238E27FC236}">
                <a16:creationId xmlns:a16="http://schemas.microsoft.com/office/drawing/2014/main" id="{8C03C40E-9B60-10BB-7742-85BB10B94B5D}"/>
              </a:ext>
            </a:extLst>
          </p:cNvPr>
          <p:cNvCxnSpPr/>
          <p:nvPr/>
        </p:nvCxnSpPr>
        <p:spPr>
          <a:xfrm>
            <a:off x="8170842" y="472685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모서리가 둥근 직사각형 489">
            <a:extLst>
              <a:ext uri="{FF2B5EF4-FFF2-40B4-BE49-F238E27FC236}">
                <a16:creationId xmlns:a16="http://schemas.microsoft.com/office/drawing/2014/main" id="{7ABA347E-3E54-507F-B1E8-4F5C65410936}"/>
              </a:ext>
            </a:extLst>
          </p:cNvPr>
          <p:cNvSpPr/>
          <p:nvPr/>
        </p:nvSpPr>
        <p:spPr>
          <a:xfrm>
            <a:off x="8187334" y="520382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91" name="모서리가 둥근 직사각형 490">
            <a:extLst>
              <a:ext uri="{FF2B5EF4-FFF2-40B4-BE49-F238E27FC236}">
                <a16:creationId xmlns:a16="http://schemas.microsoft.com/office/drawing/2014/main" id="{824D17A3-5F87-0447-676A-F844E45E4B65}"/>
              </a:ext>
            </a:extLst>
          </p:cNvPr>
          <p:cNvSpPr/>
          <p:nvPr/>
        </p:nvSpPr>
        <p:spPr>
          <a:xfrm>
            <a:off x="8187334" y="490498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92" name="모서리가 둥근 직사각형 491">
            <a:extLst>
              <a:ext uri="{FF2B5EF4-FFF2-40B4-BE49-F238E27FC236}">
                <a16:creationId xmlns:a16="http://schemas.microsoft.com/office/drawing/2014/main" id="{C57D12C2-394A-FF9A-836D-C394F983EFD5}"/>
              </a:ext>
            </a:extLst>
          </p:cNvPr>
          <p:cNvSpPr/>
          <p:nvPr/>
        </p:nvSpPr>
        <p:spPr>
          <a:xfrm>
            <a:off x="8026582" y="4606145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93" name="직선 연결선 492">
            <a:extLst>
              <a:ext uri="{FF2B5EF4-FFF2-40B4-BE49-F238E27FC236}">
                <a16:creationId xmlns:a16="http://schemas.microsoft.com/office/drawing/2014/main" id="{8C639A8D-95B8-A101-C737-6D943D758206}"/>
              </a:ext>
            </a:extLst>
          </p:cNvPr>
          <p:cNvCxnSpPr/>
          <p:nvPr/>
        </p:nvCxnSpPr>
        <p:spPr>
          <a:xfrm>
            <a:off x="9684490" y="4454098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모서리가 둥근 직사각형 493">
            <a:extLst>
              <a:ext uri="{FF2B5EF4-FFF2-40B4-BE49-F238E27FC236}">
                <a16:creationId xmlns:a16="http://schemas.microsoft.com/office/drawing/2014/main" id="{11853B99-D4ED-98C1-B7E7-24F9F994A605}"/>
              </a:ext>
            </a:extLst>
          </p:cNvPr>
          <p:cNvSpPr/>
          <p:nvPr/>
        </p:nvSpPr>
        <p:spPr>
          <a:xfrm>
            <a:off x="9560294" y="4350034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A4E3B9A4-EED8-21C4-D1B3-50DF3E3E5785}"/>
              </a:ext>
            </a:extLst>
          </p:cNvPr>
          <p:cNvCxnSpPr/>
          <p:nvPr/>
        </p:nvCxnSpPr>
        <p:spPr>
          <a:xfrm flipH="1">
            <a:off x="10064630" y="4724413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직선 연결선 495">
            <a:extLst>
              <a:ext uri="{FF2B5EF4-FFF2-40B4-BE49-F238E27FC236}">
                <a16:creationId xmlns:a16="http://schemas.microsoft.com/office/drawing/2014/main" id="{38F8488F-FC12-9141-A825-2648AEA31A8F}"/>
              </a:ext>
            </a:extLst>
          </p:cNvPr>
          <p:cNvCxnSpPr/>
          <p:nvPr/>
        </p:nvCxnSpPr>
        <p:spPr>
          <a:xfrm>
            <a:off x="10225382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직선 연결선 496">
            <a:extLst>
              <a:ext uri="{FF2B5EF4-FFF2-40B4-BE49-F238E27FC236}">
                <a16:creationId xmlns:a16="http://schemas.microsoft.com/office/drawing/2014/main" id="{EA9FF220-22BF-1067-F892-8F0BE1CBC70B}"/>
              </a:ext>
            </a:extLst>
          </p:cNvPr>
          <p:cNvCxnSpPr/>
          <p:nvPr/>
        </p:nvCxnSpPr>
        <p:spPr>
          <a:xfrm>
            <a:off x="9881600" y="5226872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64CE6979-D153-C123-CAA4-2322871B6199}"/>
              </a:ext>
            </a:extLst>
          </p:cNvPr>
          <p:cNvCxnSpPr/>
          <p:nvPr/>
        </p:nvCxnSpPr>
        <p:spPr>
          <a:xfrm>
            <a:off x="10064630" y="4932184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직선 연결선 498">
            <a:extLst>
              <a:ext uri="{FF2B5EF4-FFF2-40B4-BE49-F238E27FC236}">
                <a16:creationId xmlns:a16="http://schemas.microsoft.com/office/drawing/2014/main" id="{D0BCC192-16A3-01EB-949F-E27EC93E0733}"/>
              </a:ext>
            </a:extLst>
          </p:cNvPr>
          <p:cNvCxnSpPr/>
          <p:nvPr/>
        </p:nvCxnSpPr>
        <p:spPr>
          <a:xfrm flipH="1">
            <a:off x="9873179" y="4918515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모서리가 둥근 직사각형 499">
            <a:extLst>
              <a:ext uri="{FF2B5EF4-FFF2-40B4-BE49-F238E27FC236}">
                <a16:creationId xmlns:a16="http://schemas.microsoft.com/office/drawing/2014/main" id="{30D1949A-B670-54E0-1F4F-4CEF27DE962F}"/>
              </a:ext>
            </a:extLst>
          </p:cNvPr>
          <p:cNvSpPr/>
          <p:nvPr/>
        </p:nvSpPr>
        <p:spPr>
          <a:xfrm>
            <a:off x="9738805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1" name="모서리가 둥근 직사각형 500">
            <a:extLst>
              <a:ext uri="{FF2B5EF4-FFF2-40B4-BE49-F238E27FC236}">
                <a16:creationId xmlns:a16="http://schemas.microsoft.com/office/drawing/2014/main" id="{842AAACD-0495-456A-69A9-1D0BABC3E045}"/>
              </a:ext>
            </a:extLst>
          </p:cNvPr>
          <p:cNvSpPr/>
          <p:nvPr/>
        </p:nvSpPr>
        <p:spPr>
          <a:xfrm>
            <a:off x="9738805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2" name="모서리가 둥근 직사각형 501">
            <a:extLst>
              <a:ext uri="{FF2B5EF4-FFF2-40B4-BE49-F238E27FC236}">
                <a16:creationId xmlns:a16="http://schemas.microsoft.com/office/drawing/2014/main" id="{ED628546-FD41-BD68-45B2-EE2D195410AA}"/>
              </a:ext>
            </a:extLst>
          </p:cNvPr>
          <p:cNvSpPr/>
          <p:nvPr/>
        </p:nvSpPr>
        <p:spPr>
          <a:xfrm>
            <a:off x="10081122" y="5409147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3" name="모서리가 둥근 직사각형 502">
            <a:extLst>
              <a:ext uri="{FF2B5EF4-FFF2-40B4-BE49-F238E27FC236}">
                <a16:creationId xmlns:a16="http://schemas.microsoft.com/office/drawing/2014/main" id="{FFF889A4-BDBE-8261-8B84-7675E6C374A5}"/>
              </a:ext>
            </a:extLst>
          </p:cNvPr>
          <p:cNvSpPr/>
          <p:nvPr/>
        </p:nvSpPr>
        <p:spPr>
          <a:xfrm>
            <a:off x="10081122" y="5110309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4" name="모서리가 둥근 직사각형 503">
            <a:extLst>
              <a:ext uri="{FF2B5EF4-FFF2-40B4-BE49-F238E27FC236}">
                <a16:creationId xmlns:a16="http://schemas.microsoft.com/office/drawing/2014/main" id="{04726777-B4FD-CCE3-2C28-91CD941DF2F8}"/>
              </a:ext>
            </a:extLst>
          </p:cNvPr>
          <p:cNvSpPr/>
          <p:nvPr/>
        </p:nvSpPr>
        <p:spPr>
          <a:xfrm>
            <a:off x="9920369" y="4811471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05" name="직선 연결선 504">
            <a:extLst>
              <a:ext uri="{FF2B5EF4-FFF2-40B4-BE49-F238E27FC236}">
                <a16:creationId xmlns:a16="http://schemas.microsoft.com/office/drawing/2014/main" id="{FDA608D1-643E-F8BA-526D-7F4038E10198}"/>
              </a:ext>
            </a:extLst>
          </p:cNvPr>
          <p:cNvCxnSpPr/>
          <p:nvPr/>
        </p:nvCxnSpPr>
        <p:spPr>
          <a:xfrm>
            <a:off x="10564665" y="502154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직선 연결선 505">
            <a:extLst>
              <a:ext uri="{FF2B5EF4-FFF2-40B4-BE49-F238E27FC236}">
                <a16:creationId xmlns:a16="http://schemas.microsoft.com/office/drawing/2014/main" id="{AEFD55AD-91A4-D52C-8814-C00591EAFAC7}"/>
              </a:ext>
            </a:extLst>
          </p:cNvPr>
          <p:cNvCxnSpPr/>
          <p:nvPr/>
        </p:nvCxnSpPr>
        <p:spPr>
          <a:xfrm>
            <a:off x="10403913" y="472685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모서리가 둥근 직사각형 506">
            <a:extLst>
              <a:ext uri="{FF2B5EF4-FFF2-40B4-BE49-F238E27FC236}">
                <a16:creationId xmlns:a16="http://schemas.microsoft.com/office/drawing/2014/main" id="{DB238FFD-D232-5DC0-B759-1FD4AAC663CA}"/>
              </a:ext>
            </a:extLst>
          </p:cNvPr>
          <p:cNvSpPr/>
          <p:nvPr/>
        </p:nvSpPr>
        <p:spPr>
          <a:xfrm>
            <a:off x="10420405" y="520382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8" name="모서리가 둥근 직사각형 507">
            <a:extLst>
              <a:ext uri="{FF2B5EF4-FFF2-40B4-BE49-F238E27FC236}">
                <a16:creationId xmlns:a16="http://schemas.microsoft.com/office/drawing/2014/main" id="{76589BC9-4693-BD27-D386-0F1DB7005677}"/>
              </a:ext>
            </a:extLst>
          </p:cNvPr>
          <p:cNvSpPr/>
          <p:nvPr/>
        </p:nvSpPr>
        <p:spPr>
          <a:xfrm>
            <a:off x="10420405" y="490498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09" name="모서리가 둥근 직사각형 508">
            <a:extLst>
              <a:ext uri="{FF2B5EF4-FFF2-40B4-BE49-F238E27FC236}">
                <a16:creationId xmlns:a16="http://schemas.microsoft.com/office/drawing/2014/main" id="{214C5DAB-63F0-4ED4-AEC3-8FC08C98AD89}"/>
              </a:ext>
            </a:extLst>
          </p:cNvPr>
          <p:cNvSpPr/>
          <p:nvPr/>
        </p:nvSpPr>
        <p:spPr>
          <a:xfrm>
            <a:off x="10259653" y="4606145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42" name="직선 연결선 541">
            <a:extLst>
              <a:ext uri="{FF2B5EF4-FFF2-40B4-BE49-F238E27FC236}">
                <a16:creationId xmlns:a16="http://schemas.microsoft.com/office/drawing/2014/main" id="{B627CED9-A04F-CE6E-EEEE-FF033A2CE76C}"/>
              </a:ext>
            </a:extLst>
          </p:cNvPr>
          <p:cNvCxnSpPr/>
          <p:nvPr/>
        </p:nvCxnSpPr>
        <p:spPr>
          <a:xfrm flipH="1">
            <a:off x="10262233" y="1849332"/>
            <a:ext cx="423878" cy="10960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>
            <a:extLst>
              <a:ext uri="{FF2B5EF4-FFF2-40B4-BE49-F238E27FC236}">
                <a16:creationId xmlns:a16="http://schemas.microsoft.com/office/drawing/2014/main" id="{EBE41474-D067-14C6-E301-ED809104493D}"/>
              </a:ext>
            </a:extLst>
          </p:cNvPr>
          <p:cNvCxnSpPr/>
          <p:nvPr/>
        </p:nvCxnSpPr>
        <p:spPr>
          <a:xfrm>
            <a:off x="9547628" y="1451011"/>
            <a:ext cx="1134134" cy="3901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모서리가 둥근 직사각형 543">
            <a:extLst>
              <a:ext uri="{FF2B5EF4-FFF2-40B4-BE49-F238E27FC236}">
                <a16:creationId xmlns:a16="http://schemas.microsoft.com/office/drawing/2014/main" id="{543FB06A-23CA-2582-1F4C-74F39BC8DD40}"/>
              </a:ext>
            </a:extLst>
          </p:cNvPr>
          <p:cNvSpPr/>
          <p:nvPr/>
        </p:nvSpPr>
        <p:spPr>
          <a:xfrm>
            <a:off x="9119096" y="1282030"/>
            <a:ext cx="619708" cy="50072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545" name="그룹 544">
            <a:extLst>
              <a:ext uri="{FF2B5EF4-FFF2-40B4-BE49-F238E27FC236}">
                <a16:creationId xmlns:a16="http://schemas.microsoft.com/office/drawing/2014/main" id="{EE39D0AF-0959-6F7E-8E68-03B2E828EE2C}"/>
              </a:ext>
            </a:extLst>
          </p:cNvPr>
          <p:cNvGrpSpPr/>
          <p:nvPr/>
        </p:nvGrpSpPr>
        <p:grpSpPr>
          <a:xfrm>
            <a:off x="9174109" y="2858508"/>
            <a:ext cx="2096842" cy="1292238"/>
            <a:chOff x="2380665" y="3181691"/>
            <a:chExt cx="14101534" cy="8690468"/>
          </a:xfrm>
        </p:grpSpPr>
        <p:cxnSp>
          <p:nvCxnSpPr>
            <p:cNvPr id="546" name="직선 연결선 545">
              <a:extLst>
                <a:ext uri="{FF2B5EF4-FFF2-40B4-BE49-F238E27FC236}">
                  <a16:creationId xmlns:a16="http://schemas.microsoft.com/office/drawing/2014/main" id="{0AA702EA-5D6D-DFFC-133F-DD3B88727BD7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직선 연결선 546">
              <a:extLst>
                <a:ext uri="{FF2B5EF4-FFF2-40B4-BE49-F238E27FC236}">
                  <a16:creationId xmlns:a16="http://schemas.microsoft.com/office/drawing/2014/main" id="{E29872BE-E174-FC27-3846-167CCC82CF15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직선 연결선 547">
              <a:extLst>
                <a:ext uri="{FF2B5EF4-FFF2-40B4-BE49-F238E27FC236}">
                  <a16:creationId xmlns:a16="http://schemas.microsoft.com/office/drawing/2014/main" id="{08E29138-A239-C70F-77F7-49E2BF07D9C8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>
              <a:extLst>
                <a:ext uri="{FF2B5EF4-FFF2-40B4-BE49-F238E27FC236}">
                  <a16:creationId xmlns:a16="http://schemas.microsoft.com/office/drawing/2014/main" id="{BCEE24FF-D758-4C60-40D1-655B5063F27B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30928A20-0FEF-99A7-C3E6-CBCF32B43B6B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1" name="모서리가 둥근 직사각형 550">
              <a:extLst>
                <a:ext uri="{FF2B5EF4-FFF2-40B4-BE49-F238E27FC236}">
                  <a16:creationId xmlns:a16="http://schemas.microsoft.com/office/drawing/2014/main" id="{4B5C8983-1460-CC3E-7C91-895044C30E16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2" name="모서리가 둥근 직사각형 551">
              <a:extLst>
                <a:ext uri="{FF2B5EF4-FFF2-40B4-BE49-F238E27FC236}">
                  <a16:creationId xmlns:a16="http://schemas.microsoft.com/office/drawing/2014/main" id="{7AAA211E-E5E2-B2B1-D8BB-911D55A1EBBF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3" name="모서리가 둥근 직사각형 552">
              <a:extLst>
                <a:ext uri="{FF2B5EF4-FFF2-40B4-BE49-F238E27FC236}">
                  <a16:creationId xmlns:a16="http://schemas.microsoft.com/office/drawing/2014/main" id="{3C52EC46-4864-EB6E-E915-5E2F48FCF73C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4" name="모서리가 둥근 직사각형 553">
              <a:extLst>
                <a:ext uri="{FF2B5EF4-FFF2-40B4-BE49-F238E27FC236}">
                  <a16:creationId xmlns:a16="http://schemas.microsoft.com/office/drawing/2014/main" id="{A8884DA3-9986-56E0-27AE-58EA9A02CCF8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5" name="모서리가 둥근 직사각형 554">
              <a:extLst>
                <a:ext uri="{FF2B5EF4-FFF2-40B4-BE49-F238E27FC236}">
                  <a16:creationId xmlns:a16="http://schemas.microsoft.com/office/drawing/2014/main" id="{8046E6BD-E1B7-0E59-DE85-F51A5B2F9C3A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56" name="직선 연결선 555">
              <a:extLst>
                <a:ext uri="{FF2B5EF4-FFF2-40B4-BE49-F238E27FC236}">
                  <a16:creationId xmlns:a16="http://schemas.microsoft.com/office/drawing/2014/main" id="{92189512-5358-65C1-4E11-1091910A8287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7" name="모서리가 둥근 직사각형 556">
              <a:extLst>
                <a:ext uri="{FF2B5EF4-FFF2-40B4-BE49-F238E27FC236}">
                  <a16:creationId xmlns:a16="http://schemas.microsoft.com/office/drawing/2014/main" id="{202975DE-C40B-85A8-6557-2B9FD3F67AC6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558" name="직선 연결선 557">
              <a:extLst>
                <a:ext uri="{FF2B5EF4-FFF2-40B4-BE49-F238E27FC236}">
                  <a16:creationId xmlns:a16="http://schemas.microsoft.com/office/drawing/2014/main" id="{1F1D4E67-67A5-EF7A-86F9-D06BEA29334F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직선 연결선 558">
              <a:extLst>
                <a:ext uri="{FF2B5EF4-FFF2-40B4-BE49-F238E27FC236}">
                  <a16:creationId xmlns:a16="http://schemas.microsoft.com/office/drawing/2014/main" id="{3D5AA5F7-9531-5E9B-355E-C8FB0CABCAB5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0" name="모서리가 둥근 직사각형 559">
              <a:extLst>
                <a:ext uri="{FF2B5EF4-FFF2-40B4-BE49-F238E27FC236}">
                  <a16:creationId xmlns:a16="http://schemas.microsoft.com/office/drawing/2014/main" id="{7DF56898-5E82-3E2B-BD15-6C3C3122F8F1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61" name="모서리가 둥근 직사각형 560">
              <a:extLst>
                <a:ext uri="{FF2B5EF4-FFF2-40B4-BE49-F238E27FC236}">
                  <a16:creationId xmlns:a16="http://schemas.microsoft.com/office/drawing/2014/main" id="{3BC39D97-BF9C-9ECD-44C4-6A3B46BFB17E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62" name="모서리가 둥근 직사각형 561">
              <a:extLst>
                <a:ext uri="{FF2B5EF4-FFF2-40B4-BE49-F238E27FC236}">
                  <a16:creationId xmlns:a16="http://schemas.microsoft.com/office/drawing/2014/main" id="{4E566F82-F853-EC62-A198-60F44ECCE3F7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63" name="직선 연결선 562">
              <a:extLst>
                <a:ext uri="{FF2B5EF4-FFF2-40B4-BE49-F238E27FC236}">
                  <a16:creationId xmlns:a16="http://schemas.microsoft.com/office/drawing/2014/main" id="{67D22058-5677-CDC8-E550-0CFCA858114F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직선 연결선 563">
              <a:extLst>
                <a:ext uri="{FF2B5EF4-FFF2-40B4-BE49-F238E27FC236}">
                  <a16:creationId xmlns:a16="http://schemas.microsoft.com/office/drawing/2014/main" id="{96828727-FA7E-209F-931A-279E741CC348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직선 연결선 564">
              <a:extLst>
                <a:ext uri="{FF2B5EF4-FFF2-40B4-BE49-F238E27FC236}">
                  <a16:creationId xmlns:a16="http://schemas.microsoft.com/office/drawing/2014/main" id="{191F291F-C9E1-43FC-87AD-BAD04852D1C4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직선 연결선 565">
              <a:extLst>
                <a:ext uri="{FF2B5EF4-FFF2-40B4-BE49-F238E27FC236}">
                  <a16:creationId xmlns:a16="http://schemas.microsoft.com/office/drawing/2014/main" id="{E09D5971-8E51-4812-79C4-57A7BD9F5933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>
              <a:extLst>
                <a:ext uri="{FF2B5EF4-FFF2-40B4-BE49-F238E27FC236}">
                  <a16:creationId xmlns:a16="http://schemas.microsoft.com/office/drawing/2014/main" id="{4BB84AB5-5ACB-C0FD-81DF-1115A8B7514C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8" name="모서리가 둥근 직사각형 567">
              <a:extLst>
                <a:ext uri="{FF2B5EF4-FFF2-40B4-BE49-F238E27FC236}">
                  <a16:creationId xmlns:a16="http://schemas.microsoft.com/office/drawing/2014/main" id="{533274CF-044A-03E2-3E95-9F2161BC13D4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69" name="모서리가 둥근 직사각형 568">
              <a:extLst>
                <a:ext uri="{FF2B5EF4-FFF2-40B4-BE49-F238E27FC236}">
                  <a16:creationId xmlns:a16="http://schemas.microsoft.com/office/drawing/2014/main" id="{F531E0AB-9679-397E-7D55-9E0A8477AE5C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70" name="모서리가 둥근 직사각형 569">
              <a:extLst>
                <a:ext uri="{FF2B5EF4-FFF2-40B4-BE49-F238E27FC236}">
                  <a16:creationId xmlns:a16="http://schemas.microsoft.com/office/drawing/2014/main" id="{AC9A1F17-F103-556C-FBD7-33A4AFA05212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71" name="모서리가 둥근 직사각형 570">
              <a:extLst>
                <a:ext uri="{FF2B5EF4-FFF2-40B4-BE49-F238E27FC236}">
                  <a16:creationId xmlns:a16="http://schemas.microsoft.com/office/drawing/2014/main" id="{111B3E68-944A-9A03-676C-B4503505BAB5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72" name="모서리가 둥근 직사각형 571">
              <a:extLst>
                <a:ext uri="{FF2B5EF4-FFF2-40B4-BE49-F238E27FC236}">
                  <a16:creationId xmlns:a16="http://schemas.microsoft.com/office/drawing/2014/main" id="{B4BBF200-1231-2CF4-B8F2-DDD66A7A7946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73" name="직선 연결선 572">
              <a:extLst>
                <a:ext uri="{FF2B5EF4-FFF2-40B4-BE49-F238E27FC236}">
                  <a16:creationId xmlns:a16="http://schemas.microsoft.com/office/drawing/2014/main" id="{88CCF2D5-B59B-A637-C001-686536EDECE0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직선 연결선 573">
              <a:extLst>
                <a:ext uri="{FF2B5EF4-FFF2-40B4-BE49-F238E27FC236}">
                  <a16:creationId xmlns:a16="http://schemas.microsoft.com/office/drawing/2014/main" id="{7BABABF9-3C64-1721-4E5A-4E6AD896A126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5" name="모서리가 둥근 직사각형 574">
              <a:extLst>
                <a:ext uri="{FF2B5EF4-FFF2-40B4-BE49-F238E27FC236}">
                  <a16:creationId xmlns:a16="http://schemas.microsoft.com/office/drawing/2014/main" id="{844BA75F-AEBD-A1AB-D047-030AE9F26021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76" name="모서리가 둥근 직사각형 575">
              <a:extLst>
                <a:ext uri="{FF2B5EF4-FFF2-40B4-BE49-F238E27FC236}">
                  <a16:creationId xmlns:a16="http://schemas.microsoft.com/office/drawing/2014/main" id="{6BBE96DE-FA75-D19D-7A3C-0C47102341B7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77" name="모서리가 둥근 직사각형 576">
              <a:extLst>
                <a:ext uri="{FF2B5EF4-FFF2-40B4-BE49-F238E27FC236}">
                  <a16:creationId xmlns:a16="http://schemas.microsoft.com/office/drawing/2014/main" id="{8E49EBE1-E01D-B620-47A1-84F9EF6F5A87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578" name="직선 연결선 577">
            <a:extLst>
              <a:ext uri="{FF2B5EF4-FFF2-40B4-BE49-F238E27FC236}">
                <a16:creationId xmlns:a16="http://schemas.microsoft.com/office/drawing/2014/main" id="{0902F891-E5E1-761C-3BDF-C26C05AF0A2B}"/>
              </a:ext>
            </a:extLst>
          </p:cNvPr>
          <p:cNvCxnSpPr/>
          <p:nvPr/>
        </p:nvCxnSpPr>
        <p:spPr>
          <a:xfrm>
            <a:off x="10666044" y="1846002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9" name="모서리가 둥근 직사각형 578">
            <a:extLst>
              <a:ext uri="{FF2B5EF4-FFF2-40B4-BE49-F238E27FC236}">
                <a16:creationId xmlns:a16="http://schemas.microsoft.com/office/drawing/2014/main" id="{EC9CE29A-B0F8-CB42-88CF-EFB8E5D55064}"/>
              </a:ext>
            </a:extLst>
          </p:cNvPr>
          <p:cNvSpPr/>
          <p:nvPr/>
        </p:nvSpPr>
        <p:spPr>
          <a:xfrm>
            <a:off x="10541849" y="1741939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580" name="직선 연결선 579">
            <a:extLst>
              <a:ext uri="{FF2B5EF4-FFF2-40B4-BE49-F238E27FC236}">
                <a16:creationId xmlns:a16="http://schemas.microsoft.com/office/drawing/2014/main" id="{FAFDF6DC-537F-211B-78CD-EBD8C4BE0038}"/>
              </a:ext>
            </a:extLst>
          </p:cNvPr>
          <p:cNvCxnSpPr/>
          <p:nvPr/>
        </p:nvCxnSpPr>
        <p:spPr>
          <a:xfrm flipH="1">
            <a:off x="11046185" y="2116317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직선 연결선 580">
            <a:extLst>
              <a:ext uri="{FF2B5EF4-FFF2-40B4-BE49-F238E27FC236}">
                <a16:creationId xmlns:a16="http://schemas.microsoft.com/office/drawing/2014/main" id="{6B988C20-25FF-5236-0100-1E6A599BA357}"/>
              </a:ext>
            </a:extLst>
          </p:cNvPr>
          <p:cNvCxnSpPr/>
          <p:nvPr/>
        </p:nvCxnSpPr>
        <p:spPr>
          <a:xfrm>
            <a:off x="11206937" y="261877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직선 연결선 581">
            <a:extLst>
              <a:ext uri="{FF2B5EF4-FFF2-40B4-BE49-F238E27FC236}">
                <a16:creationId xmlns:a16="http://schemas.microsoft.com/office/drawing/2014/main" id="{F1B5DC4A-6CDD-80F0-7903-D4CED063DCED}"/>
              </a:ext>
            </a:extLst>
          </p:cNvPr>
          <p:cNvCxnSpPr/>
          <p:nvPr/>
        </p:nvCxnSpPr>
        <p:spPr>
          <a:xfrm>
            <a:off x="10863155" y="261877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직선 연결선 582">
            <a:extLst>
              <a:ext uri="{FF2B5EF4-FFF2-40B4-BE49-F238E27FC236}">
                <a16:creationId xmlns:a16="http://schemas.microsoft.com/office/drawing/2014/main" id="{5E364B71-6549-7F4E-8747-C99EEB913A9B}"/>
              </a:ext>
            </a:extLst>
          </p:cNvPr>
          <p:cNvCxnSpPr/>
          <p:nvPr/>
        </p:nvCxnSpPr>
        <p:spPr>
          <a:xfrm>
            <a:off x="11046184" y="232408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직선 연결선 583">
            <a:extLst>
              <a:ext uri="{FF2B5EF4-FFF2-40B4-BE49-F238E27FC236}">
                <a16:creationId xmlns:a16="http://schemas.microsoft.com/office/drawing/2014/main" id="{0FC9B4D3-6B96-AA34-8898-7082B07B04CF}"/>
              </a:ext>
            </a:extLst>
          </p:cNvPr>
          <p:cNvCxnSpPr/>
          <p:nvPr/>
        </p:nvCxnSpPr>
        <p:spPr>
          <a:xfrm flipH="1">
            <a:off x="10854734" y="2310419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5" name="모서리가 둥근 직사각형 584">
            <a:extLst>
              <a:ext uri="{FF2B5EF4-FFF2-40B4-BE49-F238E27FC236}">
                <a16:creationId xmlns:a16="http://schemas.microsoft.com/office/drawing/2014/main" id="{36AAF28A-24C1-02D6-68DC-574374E41C8E}"/>
              </a:ext>
            </a:extLst>
          </p:cNvPr>
          <p:cNvSpPr/>
          <p:nvPr/>
        </p:nvSpPr>
        <p:spPr>
          <a:xfrm>
            <a:off x="10720359" y="280105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86" name="모서리가 둥근 직사각형 585">
            <a:extLst>
              <a:ext uri="{FF2B5EF4-FFF2-40B4-BE49-F238E27FC236}">
                <a16:creationId xmlns:a16="http://schemas.microsoft.com/office/drawing/2014/main" id="{0D088673-B949-897B-2524-454E8737B1A3}"/>
              </a:ext>
            </a:extLst>
          </p:cNvPr>
          <p:cNvSpPr/>
          <p:nvPr/>
        </p:nvSpPr>
        <p:spPr>
          <a:xfrm>
            <a:off x="10720359" y="250221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87" name="모서리가 둥근 직사각형 586">
            <a:extLst>
              <a:ext uri="{FF2B5EF4-FFF2-40B4-BE49-F238E27FC236}">
                <a16:creationId xmlns:a16="http://schemas.microsoft.com/office/drawing/2014/main" id="{40CC30A3-3384-20E3-2DCF-EF1437BAEECE}"/>
              </a:ext>
            </a:extLst>
          </p:cNvPr>
          <p:cNvSpPr/>
          <p:nvPr/>
        </p:nvSpPr>
        <p:spPr>
          <a:xfrm>
            <a:off x="11062677" y="280105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88" name="모서리가 둥근 직사각형 587">
            <a:extLst>
              <a:ext uri="{FF2B5EF4-FFF2-40B4-BE49-F238E27FC236}">
                <a16:creationId xmlns:a16="http://schemas.microsoft.com/office/drawing/2014/main" id="{84A4A2C3-CAA4-45B5-DCEE-D7CA80155C21}"/>
              </a:ext>
            </a:extLst>
          </p:cNvPr>
          <p:cNvSpPr/>
          <p:nvPr/>
        </p:nvSpPr>
        <p:spPr>
          <a:xfrm>
            <a:off x="11062677" y="250221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89" name="모서리가 둥근 직사각형 588">
            <a:extLst>
              <a:ext uri="{FF2B5EF4-FFF2-40B4-BE49-F238E27FC236}">
                <a16:creationId xmlns:a16="http://schemas.microsoft.com/office/drawing/2014/main" id="{7A8C797E-19F4-0C3C-707F-7E2CD15E8D09}"/>
              </a:ext>
            </a:extLst>
          </p:cNvPr>
          <p:cNvSpPr/>
          <p:nvPr/>
        </p:nvSpPr>
        <p:spPr>
          <a:xfrm>
            <a:off x="10901924" y="2203376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90" name="직선 연결선 589">
            <a:extLst>
              <a:ext uri="{FF2B5EF4-FFF2-40B4-BE49-F238E27FC236}">
                <a16:creationId xmlns:a16="http://schemas.microsoft.com/office/drawing/2014/main" id="{41D87D4A-E9AB-D8F4-FD9C-0C27B484F7DC}"/>
              </a:ext>
            </a:extLst>
          </p:cNvPr>
          <p:cNvCxnSpPr/>
          <p:nvPr/>
        </p:nvCxnSpPr>
        <p:spPr>
          <a:xfrm>
            <a:off x="11546220" y="2413451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직선 연결선 590">
            <a:extLst>
              <a:ext uri="{FF2B5EF4-FFF2-40B4-BE49-F238E27FC236}">
                <a16:creationId xmlns:a16="http://schemas.microsoft.com/office/drawing/2014/main" id="{DE4BE1CA-897B-1A67-5BD7-B46AECD41B24}"/>
              </a:ext>
            </a:extLst>
          </p:cNvPr>
          <p:cNvCxnSpPr/>
          <p:nvPr/>
        </p:nvCxnSpPr>
        <p:spPr>
          <a:xfrm>
            <a:off x="11385468" y="2118762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2" name="모서리가 둥근 직사각형 591">
            <a:extLst>
              <a:ext uri="{FF2B5EF4-FFF2-40B4-BE49-F238E27FC236}">
                <a16:creationId xmlns:a16="http://schemas.microsoft.com/office/drawing/2014/main" id="{25A482F7-1BE4-2A6D-7614-3076A97224AA}"/>
              </a:ext>
            </a:extLst>
          </p:cNvPr>
          <p:cNvSpPr/>
          <p:nvPr/>
        </p:nvSpPr>
        <p:spPr>
          <a:xfrm>
            <a:off x="11401960" y="259572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93" name="모서리가 둥근 직사각형 592">
            <a:extLst>
              <a:ext uri="{FF2B5EF4-FFF2-40B4-BE49-F238E27FC236}">
                <a16:creationId xmlns:a16="http://schemas.microsoft.com/office/drawing/2014/main" id="{B5296265-414A-BAF1-6FD5-61473B95897E}"/>
              </a:ext>
            </a:extLst>
          </p:cNvPr>
          <p:cNvSpPr/>
          <p:nvPr/>
        </p:nvSpPr>
        <p:spPr>
          <a:xfrm>
            <a:off x="11401960" y="229688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94" name="모서리가 둥근 직사각형 593">
            <a:extLst>
              <a:ext uri="{FF2B5EF4-FFF2-40B4-BE49-F238E27FC236}">
                <a16:creationId xmlns:a16="http://schemas.microsoft.com/office/drawing/2014/main" id="{2BFDECF1-5741-A09B-EE2D-D18734F50325}"/>
              </a:ext>
            </a:extLst>
          </p:cNvPr>
          <p:cNvSpPr/>
          <p:nvPr/>
        </p:nvSpPr>
        <p:spPr>
          <a:xfrm>
            <a:off x="11241207" y="1998050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95" name="직선 연결선 594">
            <a:extLst>
              <a:ext uri="{FF2B5EF4-FFF2-40B4-BE49-F238E27FC236}">
                <a16:creationId xmlns:a16="http://schemas.microsoft.com/office/drawing/2014/main" id="{67EECEFA-5519-0500-5120-25633425E752}"/>
              </a:ext>
            </a:extLst>
          </p:cNvPr>
          <p:cNvCxnSpPr/>
          <p:nvPr/>
        </p:nvCxnSpPr>
        <p:spPr>
          <a:xfrm flipH="1">
            <a:off x="4581911" y="1849332"/>
            <a:ext cx="423878" cy="10960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직선 연결선 595">
            <a:extLst>
              <a:ext uri="{FF2B5EF4-FFF2-40B4-BE49-F238E27FC236}">
                <a16:creationId xmlns:a16="http://schemas.microsoft.com/office/drawing/2014/main" id="{FA952A28-AC14-9DD3-21B2-8EF454A9587E}"/>
              </a:ext>
            </a:extLst>
          </p:cNvPr>
          <p:cNvCxnSpPr/>
          <p:nvPr/>
        </p:nvCxnSpPr>
        <p:spPr>
          <a:xfrm>
            <a:off x="3856591" y="1504589"/>
            <a:ext cx="1134134" cy="39017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모서리가 둥근 직사각형 596">
            <a:extLst>
              <a:ext uri="{FF2B5EF4-FFF2-40B4-BE49-F238E27FC236}">
                <a16:creationId xmlns:a16="http://schemas.microsoft.com/office/drawing/2014/main" id="{2E717BB4-31C7-7664-5239-A15ADB64A89D}"/>
              </a:ext>
            </a:extLst>
          </p:cNvPr>
          <p:cNvSpPr/>
          <p:nvPr/>
        </p:nvSpPr>
        <p:spPr>
          <a:xfrm>
            <a:off x="3438774" y="1282030"/>
            <a:ext cx="619708" cy="500724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598" name="그룹 597">
            <a:extLst>
              <a:ext uri="{FF2B5EF4-FFF2-40B4-BE49-F238E27FC236}">
                <a16:creationId xmlns:a16="http://schemas.microsoft.com/office/drawing/2014/main" id="{37923565-1C88-E3E4-5D43-AF3D5CA19786}"/>
              </a:ext>
            </a:extLst>
          </p:cNvPr>
          <p:cNvGrpSpPr/>
          <p:nvPr/>
        </p:nvGrpSpPr>
        <p:grpSpPr>
          <a:xfrm>
            <a:off x="3493788" y="2858508"/>
            <a:ext cx="2096842" cy="1292238"/>
            <a:chOff x="2380665" y="3181691"/>
            <a:chExt cx="14101534" cy="8690468"/>
          </a:xfrm>
        </p:grpSpPr>
        <p:cxnSp>
          <p:nvCxnSpPr>
            <p:cNvPr id="599" name="직선 연결선 598">
              <a:extLst>
                <a:ext uri="{FF2B5EF4-FFF2-40B4-BE49-F238E27FC236}">
                  <a16:creationId xmlns:a16="http://schemas.microsoft.com/office/drawing/2014/main" id="{EFCF49A0-F1C6-3E52-9F08-6CD9C22A1F5D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직선 연결선 599">
              <a:extLst>
                <a:ext uri="{FF2B5EF4-FFF2-40B4-BE49-F238E27FC236}">
                  <a16:creationId xmlns:a16="http://schemas.microsoft.com/office/drawing/2014/main" id="{839DED34-F93C-8889-0D7E-7F82ACA26E0A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직선 연결선 600">
              <a:extLst>
                <a:ext uri="{FF2B5EF4-FFF2-40B4-BE49-F238E27FC236}">
                  <a16:creationId xmlns:a16="http://schemas.microsoft.com/office/drawing/2014/main" id="{B9C77D0D-5E03-3247-8DFE-818E53E409F5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직선 연결선 601">
              <a:extLst>
                <a:ext uri="{FF2B5EF4-FFF2-40B4-BE49-F238E27FC236}">
                  <a16:creationId xmlns:a16="http://schemas.microsoft.com/office/drawing/2014/main" id="{3F43BF27-57A0-1DE1-15F6-F5BBD81423D8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69773BA5-4988-4C76-1429-D415E0459366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" name="모서리가 둥근 직사각형 603">
              <a:extLst>
                <a:ext uri="{FF2B5EF4-FFF2-40B4-BE49-F238E27FC236}">
                  <a16:creationId xmlns:a16="http://schemas.microsoft.com/office/drawing/2014/main" id="{2C2E631B-B969-9B16-5431-F4D597A73A11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05" name="모서리가 둥근 직사각형 604">
              <a:extLst>
                <a:ext uri="{FF2B5EF4-FFF2-40B4-BE49-F238E27FC236}">
                  <a16:creationId xmlns:a16="http://schemas.microsoft.com/office/drawing/2014/main" id="{0B95D035-6D3F-C8A0-9E84-26C18F742DE9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06" name="모서리가 둥근 직사각형 605">
              <a:extLst>
                <a:ext uri="{FF2B5EF4-FFF2-40B4-BE49-F238E27FC236}">
                  <a16:creationId xmlns:a16="http://schemas.microsoft.com/office/drawing/2014/main" id="{358773C0-46C2-9539-B4AD-E173B7FB356F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07" name="모서리가 둥근 직사각형 606">
              <a:extLst>
                <a:ext uri="{FF2B5EF4-FFF2-40B4-BE49-F238E27FC236}">
                  <a16:creationId xmlns:a16="http://schemas.microsoft.com/office/drawing/2014/main" id="{481D59D7-0B18-D714-FAAF-5D61AB020A5F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08" name="모서리가 둥근 직사각형 607">
              <a:extLst>
                <a:ext uri="{FF2B5EF4-FFF2-40B4-BE49-F238E27FC236}">
                  <a16:creationId xmlns:a16="http://schemas.microsoft.com/office/drawing/2014/main" id="{D473039F-66C0-8580-20F6-C532ACB770C8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609" name="직선 연결선 608">
              <a:extLst>
                <a:ext uri="{FF2B5EF4-FFF2-40B4-BE49-F238E27FC236}">
                  <a16:creationId xmlns:a16="http://schemas.microsoft.com/office/drawing/2014/main" id="{14851C43-9ABA-2DEC-1FB0-F76993E21AC5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모서리가 둥근 직사각형 609">
              <a:extLst>
                <a:ext uri="{FF2B5EF4-FFF2-40B4-BE49-F238E27FC236}">
                  <a16:creationId xmlns:a16="http://schemas.microsoft.com/office/drawing/2014/main" id="{8158DF83-2F16-46DC-260A-1EBC878548E2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611" name="직선 연결선 610">
              <a:extLst>
                <a:ext uri="{FF2B5EF4-FFF2-40B4-BE49-F238E27FC236}">
                  <a16:creationId xmlns:a16="http://schemas.microsoft.com/office/drawing/2014/main" id="{CDC344D2-4A9B-0391-FE7A-08CDA2DCCE1C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직선 연결선 611">
              <a:extLst>
                <a:ext uri="{FF2B5EF4-FFF2-40B4-BE49-F238E27FC236}">
                  <a16:creationId xmlns:a16="http://schemas.microsoft.com/office/drawing/2014/main" id="{47A9F56D-3377-2100-210E-8E5012A79C46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모서리가 둥근 직사각형 612">
              <a:extLst>
                <a:ext uri="{FF2B5EF4-FFF2-40B4-BE49-F238E27FC236}">
                  <a16:creationId xmlns:a16="http://schemas.microsoft.com/office/drawing/2014/main" id="{8BAF8C19-04C9-74B1-7543-1496310EC3DC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14" name="모서리가 둥근 직사각형 613">
              <a:extLst>
                <a:ext uri="{FF2B5EF4-FFF2-40B4-BE49-F238E27FC236}">
                  <a16:creationId xmlns:a16="http://schemas.microsoft.com/office/drawing/2014/main" id="{B660C1D5-CA65-2244-E5BE-021EF0FAF18E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15" name="모서리가 둥근 직사각형 614">
              <a:extLst>
                <a:ext uri="{FF2B5EF4-FFF2-40B4-BE49-F238E27FC236}">
                  <a16:creationId xmlns:a16="http://schemas.microsoft.com/office/drawing/2014/main" id="{00FFFBA7-2E3E-D50F-BCFA-9AFA565BD22D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616" name="직선 연결선 615">
              <a:extLst>
                <a:ext uri="{FF2B5EF4-FFF2-40B4-BE49-F238E27FC236}">
                  <a16:creationId xmlns:a16="http://schemas.microsoft.com/office/drawing/2014/main" id="{7E0255DD-9BC9-FC52-D6A7-08557DBC2166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직선 연결선 616">
              <a:extLst>
                <a:ext uri="{FF2B5EF4-FFF2-40B4-BE49-F238E27FC236}">
                  <a16:creationId xmlns:a16="http://schemas.microsoft.com/office/drawing/2014/main" id="{F6880BFD-6E3F-2CCA-8374-1720B28FFA25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직선 연결선 617">
              <a:extLst>
                <a:ext uri="{FF2B5EF4-FFF2-40B4-BE49-F238E27FC236}">
                  <a16:creationId xmlns:a16="http://schemas.microsoft.com/office/drawing/2014/main" id="{C4115858-F126-BA5B-E455-3F5A25B9C982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직선 연결선 618">
              <a:extLst>
                <a:ext uri="{FF2B5EF4-FFF2-40B4-BE49-F238E27FC236}">
                  <a16:creationId xmlns:a16="http://schemas.microsoft.com/office/drawing/2014/main" id="{0C970E6E-6518-51E5-9479-26458C028EAF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직선 연결선 619">
              <a:extLst>
                <a:ext uri="{FF2B5EF4-FFF2-40B4-BE49-F238E27FC236}">
                  <a16:creationId xmlns:a16="http://schemas.microsoft.com/office/drawing/2014/main" id="{127ACEE4-A210-6C5E-848F-6F49182F9294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1" name="모서리가 둥근 직사각형 620">
              <a:extLst>
                <a:ext uri="{FF2B5EF4-FFF2-40B4-BE49-F238E27FC236}">
                  <a16:creationId xmlns:a16="http://schemas.microsoft.com/office/drawing/2014/main" id="{FDDB4406-7455-0DB1-96E8-BA44004763ED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22" name="모서리가 둥근 직사각형 621">
              <a:extLst>
                <a:ext uri="{FF2B5EF4-FFF2-40B4-BE49-F238E27FC236}">
                  <a16:creationId xmlns:a16="http://schemas.microsoft.com/office/drawing/2014/main" id="{B8036454-6BE5-1184-2172-AE2F01733F8E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23" name="모서리가 둥근 직사각형 622">
              <a:extLst>
                <a:ext uri="{FF2B5EF4-FFF2-40B4-BE49-F238E27FC236}">
                  <a16:creationId xmlns:a16="http://schemas.microsoft.com/office/drawing/2014/main" id="{05CB728D-1743-02A8-C648-65278745E5DB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24" name="모서리가 둥근 직사각형 623">
              <a:extLst>
                <a:ext uri="{FF2B5EF4-FFF2-40B4-BE49-F238E27FC236}">
                  <a16:creationId xmlns:a16="http://schemas.microsoft.com/office/drawing/2014/main" id="{6C77DF1A-B3B0-43C2-A13C-7E2974E3387B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25" name="모서리가 둥근 직사각형 624">
              <a:extLst>
                <a:ext uri="{FF2B5EF4-FFF2-40B4-BE49-F238E27FC236}">
                  <a16:creationId xmlns:a16="http://schemas.microsoft.com/office/drawing/2014/main" id="{97A23250-8019-6374-D84B-1C2C31387ABB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626" name="직선 연결선 625">
              <a:extLst>
                <a:ext uri="{FF2B5EF4-FFF2-40B4-BE49-F238E27FC236}">
                  <a16:creationId xmlns:a16="http://schemas.microsoft.com/office/drawing/2014/main" id="{8065AF84-ABD5-596E-6AC3-DFA46EBDB0BF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직선 연결선 626">
              <a:extLst>
                <a:ext uri="{FF2B5EF4-FFF2-40B4-BE49-F238E27FC236}">
                  <a16:creationId xmlns:a16="http://schemas.microsoft.com/office/drawing/2014/main" id="{CCBAC69D-9A56-79AD-418D-AAF3B08DC7B4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8" name="모서리가 둥근 직사각형 627">
              <a:extLst>
                <a:ext uri="{FF2B5EF4-FFF2-40B4-BE49-F238E27FC236}">
                  <a16:creationId xmlns:a16="http://schemas.microsoft.com/office/drawing/2014/main" id="{628711CE-3D95-A9C8-419F-7306770C907F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29" name="모서리가 둥근 직사각형 628">
              <a:extLst>
                <a:ext uri="{FF2B5EF4-FFF2-40B4-BE49-F238E27FC236}">
                  <a16:creationId xmlns:a16="http://schemas.microsoft.com/office/drawing/2014/main" id="{8614B34D-D8F2-9671-DA3A-2FD1ADDDFC11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30" name="모서리가 둥근 직사각형 629">
              <a:extLst>
                <a:ext uri="{FF2B5EF4-FFF2-40B4-BE49-F238E27FC236}">
                  <a16:creationId xmlns:a16="http://schemas.microsoft.com/office/drawing/2014/main" id="{897F7611-7196-70A6-AEB7-4C74A3B22350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59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631" name="직선 연결선 630">
            <a:extLst>
              <a:ext uri="{FF2B5EF4-FFF2-40B4-BE49-F238E27FC236}">
                <a16:creationId xmlns:a16="http://schemas.microsoft.com/office/drawing/2014/main" id="{33CA191D-2AC3-A648-A014-D903DB8C3636}"/>
              </a:ext>
            </a:extLst>
          </p:cNvPr>
          <p:cNvCxnSpPr/>
          <p:nvPr/>
        </p:nvCxnSpPr>
        <p:spPr>
          <a:xfrm>
            <a:off x="4985722" y="1846002"/>
            <a:ext cx="719423" cy="2531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2" name="모서리가 둥근 직사각형 631">
            <a:extLst>
              <a:ext uri="{FF2B5EF4-FFF2-40B4-BE49-F238E27FC236}">
                <a16:creationId xmlns:a16="http://schemas.microsoft.com/office/drawing/2014/main" id="{1C62BA7A-FC6E-1F2A-6E39-03740778CEC3}"/>
              </a:ext>
            </a:extLst>
          </p:cNvPr>
          <p:cNvSpPr/>
          <p:nvPr/>
        </p:nvSpPr>
        <p:spPr>
          <a:xfrm>
            <a:off x="4861527" y="1741939"/>
            <a:ext cx="279828" cy="226101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633" name="직선 연결선 632">
            <a:extLst>
              <a:ext uri="{FF2B5EF4-FFF2-40B4-BE49-F238E27FC236}">
                <a16:creationId xmlns:a16="http://schemas.microsoft.com/office/drawing/2014/main" id="{C9DD2308-F2E7-FCDA-1C47-BC3CC669863E}"/>
              </a:ext>
            </a:extLst>
          </p:cNvPr>
          <p:cNvCxnSpPr/>
          <p:nvPr/>
        </p:nvCxnSpPr>
        <p:spPr>
          <a:xfrm flipH="1">
            <a:off x="5365863" y="2116317"/>
            <a:ext cx="339283" cy="20777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직선 연결선 633">
            <a:extLst>
              <a:ext uri="{FF2B5EF4-FFF2-40B4-BE49-F238E27FC236}">
                <a16:creationId xmlns:a16="http://schemas.microsoft.com/office/drawing/2014/main" id="{69A277D9-0B18-B47F-87DB-A544FBE3E014}"/>
              </a:ext>
            </a:extLst>
          </p:cNvPr>
          <p:cNvCxnSpPr/>
          <p:nvPr/>
        </p:nvCxnSpPr>
        <p:spPr>
          <a:xfrm>
            <a:off x="5526615" y="261877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직선 연결선 634">
            <a:extLst>
              <a:ext uri="{FF2B5EF4-FFF2-40B4-BE49-F238E27FC236}">
                <a16:creationId xmlns:a16="http://schemas.microsoft.com/office/drawing/2014/main" id="{DE438DD7-C417-E0E7-2396-AFCB5CEB7B75}"/>
              </a:ext>
            </a:extLst>
          </p:cNvPr>
          <p:cNvCxnSpPr/>
          <p:nvPr/>
        </p:nvCxnSpPr>
        <p:spPr>
          <a:xfrm>
            <a:off x="5182833" y="2618776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직선 연결선 635">
            <a:extLst>
              <a:ext uri="{FF2B5EF4-FFF2-40B4-BE49-F238E27FC236}">
                <a16:creationId xmlns:a16="http://schemas.microsoft.com/office/drawing/2014/main" id="{0DA18722-6304-84F0-9E32-C6D9A077C355}"/>
              </a:ext>
            </a:extLst>
          </p:cNvPr>
          <p:cNvCxnSpPr/>
          <p:nvPr/>
        </p:nvCxnSpPr>
        <p:spPr>
          <a:xfrm>
            <a:off x="5365862" y="2324088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직선 연결선 636">
            <a:extLst>
              <a:ext uri="{FF2B5EF4-FFF2-40B4-BE49-F238E27FC236}">
                <a16:creationId xmlns:a16="http://schemas.microsoft.com/office/drawing/2014/main" id="{21DD7A16-BD61-89CC-16CE-8CE7B5848156}"/>
              </a:ext>
            </a:extLst>
          </p:cNvPr>
          <p:cNvCxnSpPr/>
          <p:nvPr/>
        </p:nvCxnSpPr>
        <p:spPr>
          <a:xfrm flipH="1">
            <a:off x="5174412" y="2310419"/>
            <a:ext cx="184128" cy="30835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8" name="모서리가 둥근 직사각형 637">
            <a:extLst>
              <a:ext uri="{FF2B5EF4-FFF2-40B4-BE49-F238E27FC236}">
                <a16:creationId xmlns:a16="http://schemas.microsoft.com/office/drawing/2014/main" id="{A8CB4AAB-6126-7DA0-5B86-F47DBD0398C3}"/>
              </a:ext>
            </a:extLst>
          </p:cNvPr>
          <p:cNvSpPr/>
          <p:nvPr/>
        </p:nvSpPr>
        <p:spPr>
          <a:xfrm>
            <a:off x="5040037" y="280105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39" name="모서리가 둥근 직사각형 638">
            <a:extLst>
              <a:ext uri="{FF2B5EF4-FFF2-40B4-BE49-F238E27FC236}">
                <a16:creationId xmlns:a16="http://schemas.microsoft.com/office/drawing/2014/main" id="{89293290-FB4C-7C81-FF9E-B15AFD6D7FBA}"/>
              </a:ext>
            </a:extLst>
          </p:cNvPr>
          <p:cNvSpPr/>
          <p:nvPr/>
        </p:nvSpPr>
        <p:spPr>
          <a:xfrm>
            <a:off x="5040037" y="250221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0" name="모서리가 둥근 직사각형 639">
            <a:extLst>
              <a:ext uri="{FF2B5EF4-FFF2-40B4-BE49-F238E27FC236}">
                <a16:creationId xmlns:a16="http://schemas.microsoft.com/office/drawing/2014/main" id="{538A5570-2730-D6CB-C755-50B30D6FD9B4}"/>
              </a:ext>
            </a:extLst>
          </p:cNvPr>
          <p:cNvSpPr/>
          <p:nvPr/>
        </p:nvSpPr>
        <p:spPr>
          <a:xfrm>
            <a:off x="5382355" y="2801052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1" name="모서리가 둥근 직사각형 640">
            <a:extLst>
              <a:ext uri="{FF2B5EF4-FFF2-40B4-BE49-F238E27FC236}">
                <a16:creationId xmlns:a16="http://schemas.microsoft.com/office/drawing/2014/main" id="{F25DC23F-9DD5-443A-3373-5CDBFA0DE659}"/>
              </a:ext>
            </a:extLst>
          </p:cNvPr>
          <p:cNvSpPr/>
          <p:nvPr/>
        </p:nvSpPr>
        <p:spPr>
          <a:xfrm>
            <a:off x="5382355" y="2502214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2" name="모서리가 둥근 직사각형 641">
            <a:extLst>
              <a:ext uri="{FF2B5EF4-FFF2-40B4-BE49-F238E27FC236}">
                <a16:creationId xmlns:a16="http://schemas.microsoft.com/office/drawing/2014/main" id="{A4D3AD93-03BD-BFD8-3A81-1B572417E6B8}"/>
              </a:ext>
            </a:extLst>
          </p:cNvPr>
          <p:cNvSpPr/>
          <p:nvPr/>
        </p:nvSpPr>
        <p:spPr>
          <a:xfrm>
            <a:off x="5221602" y="2203376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643" name="직선 연결선 642">
            <a:extLst>
              <a:ext uri="{FF2B5EF4-FFF2-40B4-BE49-F238E27FC236}">
                <a16:creationId xmlns:a16="http://schemas.microsoft.com/office/drawing/2014/main" id="{9F9BBF15-1FDA-9CF2-DDE9-B0683E187161}"/>
              </a:ext>
            </a:extLst>
          </p:cNvPr>
          <p:cNvCxnSpPr/>
          <p:nvPr/>
        </p:nvCxnSpPr>
        <p:spPr>
          <a:xfrm>
            <a:off x="5865898" y="2413451"/>
            <a:ext cx="0" cy="3111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직선 연결선 643">
            <a:extLst>
              <a:ext uri="{FF2B5EF4-FFF2-40B4-BE49-F238E27FC236}">
                <a16:creationId xmlns:a16="http://schemas.microsoft.com/office/drawing/2014/main" id="{9E53196A-01FA-436C-AC3D-4E96259AF335}"/>
              </a:ext>
            </a:extLst>
          </p:cNvPr>
          <p:cNvCxnSpPr/>
          <p:nvPr/>
        </p:nvCxnSpPr>
        <p:spPr>
          <a:xfrm>
            <a:off x="5705146" y="2118762"/>
            <a:ext cx="167109" cy="2967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5" name="모서리가 둥근 직사각형 644">
            <a:extLst>
              <a:ext uri="{FF2B5EF4-FFF2-40B4-BE49-F238E27FC236}">
                <a16:creationId xmlns:a16="http://schemas.microsoft.com/office/drawing/2014/main" id="{7662D3E8-3069-CBD4-1957-39A4E7B45DE0}"/>
              </a:ext>
            </a:extLst>
          </p:cNvPr>
          <p:cNvSpPr/>
          <p:nvPr/>
        </p:nvSpPr>
        <p:spPr>
          <a:xfrm>
            <a:off x="5721638" y="2595726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6" name="모서리가 둥근 직사각형 645">
            <a:extLst>
              <a:ext uri="{FF2B5EF4-FFF2-40B4-BE49-F238E27FC236}">
                <a16:creationId xmlns:a16="http://schemas.microsoft.com/office/drawing/2014/main" id="{85401A32-698C-B6E2-0599-CD49123402FE}"/>
              </a:ext>
            </a:extLst>
          </p:cNvPr>
          <p:cNvSpPr/>
          <p:nvPr/>
        </p:nvSpPr>
        <p:spPr>
          <a:xfrm>
            <a:off x="5721638" y="2296888"/>
            <a:ext cx="288521" cy="233125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59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7" name="모서리가 둥근 직사각형 646">
            <a:extLst>
              <a:ext uri="{FF2B5EF4-FFF2-40B4-BE49-F238E27FC236}">
                <a16:creationId xmlns:a16="http://schemas.microsoft.com/office/drawing/2014/main" id="{856EE746-1DBB-8F95-4B53-31558D58E1D5}"/>
              </a:ext>
            </a:extLst>
          </p:cNvPr>
          <p:cNvSpPr/>
          <p:nvPr/>
        </p:nvSpPr>
        <p:spPr>
          <a:xfrm>
            <a:off x="5560885" y="1998050"/>
            <a:ext cx="288521" cy="2331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9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</p:spTree>
    <p:extLst>
      <p:ext uri="{BB962C8B-B14F-4D97-AF65-F5344CB8AC3E}">
        <p14:creationId xmlns:p14="http://schemas.microsoft.com/office/powerpoint/2010/main" val="115745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8C98-7C49-74E8-441D-8B70E1DC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2" name="직선 연결선 1901">
            <a:extLst>
              <a:ext uri="{FF2B5EF4-FFF2-40B4-BE49-F238E27FC236}">
                <a16:creationId xmlns:a16="http://schemas.microsoft.com/office/drawing/2014/main" id="{D932419D-D16D-1193-95F2-FAD10101E838}"/>
              </a:ext>
            </a:extLst>
          </p:cNvPr>
          <p:cNvCxnSpPr/>
          <p:nvPr/>
        </p:nvCxnSpPr>
        <p:spPr>
          <a:xfrm flipH="1">
            <a:off x="8603996" y="1260916"/>
            <a:ext cx="1234275" cy="273500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직선 연결선 916">
            <a:extLst>
              <a:ext uri="{FF2B5EF4-FFF2-40B4-BE49-F238E27FC236}">
                <a16:creationId xmlns:a16="http://schemas.microsoft.com/office/drawing/2014/main" id="{251F8CA6-23C5-03F7-E996-E1AA5ED2C4FC}"/>
              </a:ext>
            </a:extLst>
          </p:cNvPr>
          <p:cNvCxnSpPr/>
          <p:nvPr/>
        </p:nvCxnSpPr>
        <p:spPr>
          <a:xfrm flipH="1">
            <a:off x="9209148" y="4139855"/>
            <a:ext cx="769996" cy="12248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B833D409-6584-D669-482A-3B7AD20C1FA9}"/>
              </a:ext>
            </a:extLst>
          </p:cNvPr>
          <p:cNvCxnSpPr/>
          <p:nvPr/>
        </p:nvCxnSpPr>
        <p:spPr>
          <a:xfrm flipH="1" flipV="1">
            <a:off x="8617922" y="3998398"/>
            <a:ext cx="1386857" cy="1246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직선 연결선 918">
            <a:extLst>
              <a:ext uri="{FF2B5EF4-FFF2-40B4-BE49-F238E27FC236}">
                <a16:creationId xmlns:a16="http://schemas.microsoft.com/office/drawing/2014/main" id="{43A9076B-E89F-1C06-D430-B4955B4E34FC}"/>
              </a:ext>
            </a:extLst>
          </p:cNvPr>
          <p:cNvCxnSpPr/>
          <p:nvPr/>
        </p:nvCxnSpPr>
        <p:spPr>
          <a:xfrm flipH="1">
            <a:off x="7518027" y="4001526"/>
            <a:ext cx="1085262" cy="1690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직선 연결선 919">
            <a:extLst>
              <a:ext uri="{FF2B5EF4-FFF2-40B4-BE49-F238E27FC236}">
                <a16:creationId xmlns:a16="http://schemas.microsoft.com/office/drawing/2014/main" id="{ED86690C-EDC4-32DB-5AA9-3E7698CA55BA}"/>
              </a:ext>
            </a:extLst>
          </p:cNvPr>
          <p:cNvCxnSpPr/>
          <p:nvPr/>
        </p:nvCxnSpPr>
        <p:spPr>
          <a:xfrm flipH="1">
            <a:off x="6672944" y="4170567"/>
            <a:ext cx="820554" cy="119539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31AB6B14-C7AB-819A-E328-4E3E2F76A777}"/>
              </a:ext>
            </a:extLst>
          </p:cNvPr>
          <p:cNvCxnSpPr/>
          <p:nvPr/>
        </p:nvCxnSpPr>
        <p:spPr>
          <a:xfrm flipH="1">
            <a:off x="7087520" y="5575705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직선 연결선 921">
            <a:extLst>
              <a:ext uri="{FF2B5EF4-FFF2-40B4-BE49-F238E27FC236}">
                <a16:creationId xmlns:a16="http://schemas.microsoft.com/office/drawing/2014/main" id="{5ADD1DB6-40CD-7367-662B-20CC3D16D0A2}"/>
              </a:ext>
            </a:extLst>
          </p:cNvPr>
          <p:cNvCxnSpPr/>
          <p:nvPr/>
        </p:nvCxnSpPr>
        <p:spPr>
          <a:xfrm>
            <a:off x="6685855" y="5370931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직선 연결선 922">
            <a:extLst>
              <a:ext uri="{FF2B5EF4-FFF2-40B4-BE49-F238E27FC236}">
                <a16:creationId xmlns:a16="http://schemas.microsoft.com/office/drawing/2014/main" id="{45C89320-18FD-373B-FE97-7759029797B3}"/>
              </a:ext>
            </a:extLst>
          </p:cNvPr>
          <p:cNvCxnSpPr/>
          <p:nvPr/>
        </p:nvCxnSpPr>
        <p:spPr>
          <a:xfrm flipH="1">
            <a:off x="6068601" y="5353629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직선 연결선 923">
            <a:extLst>
              <a:ext uri="{FF2B5EF4-FFF2-40B4-BE49-F238E27FC236}">
                <a16:creationId xmlns:a16="http://schemas.microsoft.com/office/drawing/2014/main" id="{1352D325-76E4-5D81-F05F-1B514BB261B7}"/>
              </a:ext>
            </a:extLst>
          </p:cNvPr>
          <p:cNvCxnSpPr/>
          <p:nvPr/>
        </p:nvCxnSpPr>
        <p:spPr>
          <a:xfrm flipH="1">
            <a:off x="5786661" y="5574674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5" name="모서리가 둥근 직사각형 924">
            <a:extLst>
              <a:ext uri="{FF2B5EF4-FFF2-40B4-BE49-F238E27FC236}">
                <a16:creationId xmlns:a16="http://schemas.microsoft.com/office/drawing/2014/main" id="{A6C8F53F-4629-E590-9127-B5025C8F9FE8}"/>
              </a:ext>
            </a:extLst>
          </p:cNvPr>
          <p:cNvSpPr/>
          <p:nvPr/>
        </p:nvSpPr>
        <p:spPr>
          <a:xfrm>
            <a:off x="6508371" y="5253479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926" name="직선 연결선 925">
            <a:extLst>
              <a:ext uri="{FF2B5EF4-FFF2-40B4-BE49-F238E27FC236}">
                <a16:creationId xmlns:a16="http://schemas.microsoft.com/office/drawing/2014/main" id="{EB10EAFF-DE7B-E0C0-7EF8-81E5C1FC5F42}"/>
              </a:ext>
            </a:extLst>
          </p:cNvPr>
          <p:cNvCxnSpPr/>
          <p:nvPr/>
        </p:nvCxnSpPr>
        <p:spPr>
          <a:xfrm flipH="1">
            <a:off x="5369481" y="6133328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직선 연결선 926">
            <a:extLst>
              <a:ext uri="{FF2B5EF4-FFF2-40B4-BE49-F238E27FC236}">
                <a16:creationId xmlns:a16="http://schemas.microsoft.com/office/drawing/2014/main" id="{FAC0A003-8C92-0A5F-D6FA-C988B497FC29}"/>
              </a:ext>
            </a:extLst>
          </p:cNvPr>
          <p:cNvCxnSpPr/>
          <p:nvPr/>
        </p:nvCxnSpPr>
        <p:spPr>
          <a:xfrm>
            <a:off x="5459837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직선 연결선 927">
            <a:extLst>
              <a:ext uri="{FF2B5EF4-FFF2-40B4-BE49-F238E27FC236}">
                <a16:creationId xmlns:a16="http://schemas.microsoft.com/office/drawing/2014/main" id="{8DC30AFA-333F-BCA0-4167-BE3B23500831}"/>
              </a:ext>
            </a:extLst>
          </p:cNvPr>
          <p:cNvCxnSpPr/>
          <p:nvPr/>
        </p:nvCxnSpPr>
        <p:spPr>
          <a:xfrm>
            <a:off x="5266604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직선 연결선 928">
            <a:extLst>
              <a:ext uri="{FF2B5EF4-FFF2-40B4-BE49-F238E27FC236}">
                <a16:creationId xmlns:a16="http://schemas.microsoft.com/office/drawing/2014/main" id="{01E9FBFC-CBC6-B1AA-B25C-1324953BDBD1}"/>
              </a:ext>
            </a:extLst>
          </p:cNvPr>
          <p:cNvCxnSpPr/>
          <p:nvPr/>
        </p:nvCxnSpPr>
        <p:spPr>
          <a:xfrm>
            <a:off x="5369482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직선 연결선 929">
            <a:extLst>
              <a:ext uri="{FF2B5EF4-FFF2-40B4-BE49-F238E27FC236}">
                <a16:creationId xmlns:a16="http://schemas.microsoft.com/office/drawing/2014/main" id="{FCCAF402-7951-0DD1-844E-2015E5A2B170}"/>
              </a:ext>
            </a:extLst>
          </p:cNvPr>
          <p:cNvCxnSpPr/>
          <p:nvPr/>
        </p:nvCxnSpPr>
        <p:spPr>
          <a:xfrm flipH="1">
            <a:off x="5261871" y="6373710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" name="모서리가 둥근 직사각형 930">
            <a:extLst>
              <a:ext uri="{FF2B5EF4-FFF2-40B4-BE49-F238E27FC236}">
                <a16:creationId xmlns:a16="http://schemas.microsoft.com/office/drawing/2014/main" id="{7DFF06E7-D726-B477-916D-EA05653992C0}"/>
              </a:ext>
            </a:extLst>
          </p:cNvPr>
          <p:cNvSpPr/>
          <p:nvPr/>
        </p:nvSpPr>
        <p:spPr>
          <a:xfrm>
            <a:off x="5186341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2" name="모서리가 둥근 직사각형 931">
            <a:extLst>
              <a:ext uri="{FF2B5EF4-FFF2-40B4-BE49-F238E27FC236}">
                <a16:creationId xmlns:a16="http://schemas.microsoft.com/office/drawing/2014/main" id="{A1E0B2C9-B3A5-F299-0F1D-B20AFC800AF9}"/>
              </a:ext>
            </a:extLst>
          </p:cNvPr>
          <p:cNvSpPr/>
          <p:nvPr/>
        </p:nvSpPr>
        <p:spPr>
          <a:xfrm>
            <a:off x="5186341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3" name="모서리가 둥근 직사각형 932">
            <a:extLst>
              <a:ext uri="{FF2B5EF4-FFF2-40B4-BE49-F238E27FC236}">
                <a16:creationId xmlns:a16="http://schemas.microsoft.com/office/drawing/2014/main" id="{91B7587C-C5E4-D71E-B535-8D444B7C2D04}"/>
              </a:ext>
            </a:extLst>
          </p:cNvPr>
          <p:cNvSpPr/>
          <p:nvPr/>
        </p:nvSpPr>
        <p:spPr>
          <a:xfrm>
            <a:off x="5378751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4" name="모서리가 둥근 직사각형 933">
            <a:extLst>
              <a:ext uri="{FF2B5EF4-FFF2-40B4-BE49-F238E27FC236}">
                <a16:creationId xmlns:a16="http://schemas.microsoft.com/office/drawing/2014/main" id="{E2247927-1DFF-0C4A-8DA0-9D58B1BC9718}"/>
              </a:ext>
            </a:extLst>
          </p:cNvPr>
          <p:cNvSpPr/>
          <p:nvPr/>
        </p:nvSpPr>
        <p:spPr>
          <a:xfrm>
            <a:off x="5378751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5" name="모서리가 둥근 직사각형 934">
            <a:extLst>
              <a:ext uri="{FF2B5EF4-FFF2-40B4-BE49-F238E27FC236}">
                <a16:creationId xmlns:a16="http://schemas.microsoft.com/office/drawing/2014/main" id="{349E388A-981F-77BA-10BE-BA747C80F19B}"/>
              </a:ext>
            </a:extLst>
          </p:cNvPr>
          <p:cNvSpPr/>
          <p:nvPr/>
        </p:nvSpPr>
        <p:spPr>
          <a:xfrm>
            <a:off x="5288395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36" name="직선 연결선 935">
            <a:extLst>
              <a:ext uri="{FF2B5EF4-FFF2-40B4-BE49-F238E27FC236}">
                <a16:creationId xmlns:a16="http://schemas.microsoft.com/office/drawing/2014/main" id="{476208CA-E711-7EA8-A113-28411ACFD85A}"/>
              </a:ext>
            </a:extLst>
          </p:cNvPr>
          <p:cNvCxnSpPr/>
          <p:nvPr/>
        </p:nvCxnSpPr>
        <p:spPr>
          <a:xfrm>
            <a:off x="5789118" y="613495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7" name="모서리가 둥근 직사각형 936">
            <a:extLst>
              <a:ext uri="{FF2B5EF4-FFF2-40B4-BE49-F238E27FC236}">
                <a16:creationId xmlns:a16="http://schemas.microsoft.com/office/drawing/2014/main" id="{5ABD5B43-46BE-0338-5D8F-F949E067DDE0}"/>
              </a:ext>
            </a:extLst>
          </p:cNvPr>
          <p:cNvSpPr/>
          <p:nvPr/>
        </p:nvSpPr>
        <p:spPr>
          <a:xfrm>
            <a:off x="5719310" y="6081459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38" name="직선 연결선 937">
            <a:extLst>
              <a:ext uri="{FF2B5EF4-FFF2-40B4-BE49-F238E27FC236}">
                <a16:creationId xmlns:a16="http://schemas.microsoft.com/office/drawing/2014/main" id="{7E03C874-1E7F-86E1-5B18-FF42320CE18C}"/>
              </a:ext>
            </a:extLst>
          </p:cNvPr>
          <p:cNvCxnSpPr/>
          <p:nvPr/>
        </p:nvCxnSpPr>
        <p:spPr>
          <a:xfrm>
            <a:off x="5650541" y="6426677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" name="직선 연결선 938">
            <a:extLst>
              <a:ext uri="{FF2B5EF4-FFF2-40B4-BE49-F238E27FC236}">
                <a16:creationId xmlns:a16="http://schemas.microsoft.com/office/drawing/2014/main" id="{8231DB94-60B8-265B-2204-7EA316F30E88}"/>
              </a:ext>
            </a:extLst>
          </p:cNvPr>
          <p:cNvCxnSpPr/>
          <p:nvPr/>
        </p:nvCxnSpPr>
        <p:spPr>
          <a:xfrm>
            <a:off x="5560186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모서리가 둥근 직사각형 939">
            <a:extLst>
              <a:ext uri="{FF2B5EF4-FFF2-40B4-BE49-F238E27FC236}">
                <a16:creationId xmlns:a16="http://schemas.microsoft.com/office/drawing/2014/main" id="{91458648-3459-0FE5-7FFF-A0239C9CA0C2}"/>
              </a:ext>
            </a:extLst>
          </p:cNvPr>
          <p:cNvSpPr/>
          <p:nvPr/>
        </p:nvSpPr>
        <p:spPr>
          <a:xfrm>
            <a:off x="5569455" y="652038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1" name="모서리가 둥근 직사각형 940">
            <a:extLst>
              <a:ext uri="{FF2B5EF4-FFF2-40B4-BE49-F238E27FC236}">
                <a16:creationId xmlns:a16="http://schemas.microsoft.com/office/drawing/2014/main" id="{65537ACB-063B-7DFA-0042-CAC2DAF54AE1}"/>
              </a:ext>
            </a:extLst>
          </p:cNvPr>
          <p:cNvSpPr/>
          <p:nvPr/>
        </p:nvSpPr>
        <p:spPr>
          <a:xfrm>
            <a:off x="5569455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2" name="모서리가 둥근 직사각형 941">
            <a:extLst>
              <a:ext uri="{FF2B5EF4-FFF2-40B4-BE49-F238E27FC236}">
                <a16:creationId xmlns:a16="http://schemas.microsoft.com/office/drawing/2014/main" id="{C3A72F45-CCC0-CED4-46F8-4E95D6E371EE}"/>
              </a:ext>
            </a:extLst>
          </p:cNvPr>
          <p:cNvSpPr/>
          <p:nvPr/>
        </p:nvSpPr>
        <p:spPr>
          <a:xfrm>
            <a:off x="5479100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43" name="직선 연결선 942">
            <a:extLst>
              <a:ext uri="{FF2B5EF4-FFF2-40B4-BE49-F238E27FC236}">
                <a16:creationId xmlns:a16="http://schemas.microsoft.com/office/drawing/2014/main" id="{D621DA6E-DCC1-FE35-FD19-D6731B810AFF}"/>
              </a:ext>
            </a:extLst>
          </p:cNvPr>
          <p:cNvCxnSpPr/>
          <p:nvPr/>
        </p:nvCxnSpPr>
        <p:spPr>
          <a:xfrm flipH="1">
            <a:off x="6002787" y="6273924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직선 연결선 943">
            <a:extLst>
              <a:ext uri="{FF2B5EF4-FFF2-40B4-BE49-F238E27FC236}">
                <a16:creationId xmlns:a16="http://schemas.microsoft.com/office/drawing/2014/main" id="{34133B4A-A4EC-C6CC-222B-83005CE6C924}"/>
              </a:ext>
            </a:extLst>
          </p:cNvPr>
          <p:cNvCxnSpPr/>
          <p:nvPr/>
        </p:nvCxnSpPr>
        <p:spPr>
          <a:xfrm>
            <a:off x="6093143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직선 연결선 944">
            <a:extLst>
              <a:ext uri="{FF2B5EF4-FFF2-40B4-BE49-F238E27FC236}">
                <a16:creationId xmlns:a16="http://schemas.microsoft.com/office/drawing/2014/main" id="{25E91F05-7923-2BDB-F9FC-5ADF1F7467E8}"/>
              </a:ext>
            </a:extLst>
          </p:cNvPr>
          <p:cNvCxnSpPr/>
          <p:nvPr/>
        </p:nvCxnSpPr>
        <p:spPr>
          <a:xfrm>
            <a:off x="5899910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직선 연결선 945">
            <a:extLst>
              <a:ext uri="{FF2B5EF4-FFF2-40B4-BE49-F238E27FC236}">
                <a16:creationId xmlns:a16="http://schemas.microsoft.com/office/drawing/2014/main" id="{9D3E9271-7CF3-F3F5-0423-D2D9E938775E}"/>
              </a:ext>
            </a:extLst>
          </p:cNvPr>
          <p:cNvCxnSpPr/>
          <p:nvPr/>
        </p:nvCxnSpPr>
        <p:spPr>
          <a:xfrm>
            <a:off x="6002787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직선 연결선 946">
            <a:extLst>
              <a:ext uri="{FF2B5EF4-FFF2-40B4-BE49-F238E27FC236}">
                <a16:creationId xmlns:a16="http://schemas.microsoft.com/office/drawing/2014/main" id="{82026799-2C41-CC0F-2407-B312ACF32103}"/>
              </a:ext>
            </a:extLst>
          </p:cNvPr>
          <p:cNvCxnSpPr/>
          <p:nvPr/>
        </p:nvCxnSpPr>
        <p:spPr>
          <a:xfrm flipH="1">
            <a:off x="5895177" y="6373710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8" name="모서리가 둥근 직사각형 947">
            <a:extLst>
              <a:ext uri="{FF2B5EF4-FFF2-40B4-BE49-F238E27FC236}">
                <a16:creationId xmlns:a16="http://schemas.microsoft.com/office/drawing/2014/main" id="{10E65BB9-CBB7-B0D5-E989-C133B571D628}"/>
              </a:ext>
            </a:extLst>
          </p:cNvPr>
          <p:cNvSpPr/>
          <p:nvPr/>
        </p:nvSpPr>
        <p:spPr>
          <a:xfrm>
            <a:off x="5819647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9" name="모서리가 둥근 직사각형 948">
            <a:extLst>
              <a:ext uri="{FF2B5EF4-FFF2-40B4-BE49-F238E27FC236}">
                <a16:creationId xmlns:a16="http://schemas.microsoft.com/office/drawing/2014/main" id="{694EF086-1CA0-1141-3FBE-D891A8CBC8B3}"/>
              </a:ext>
            </a:extLst>
          </p:cNvPr>
          <p:cNvSpPr/>
          <p:nvPr/>
        </p:nvSpPr>
        <p:spPr>
          <a:xfrm>
            <a:off x="5819647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0" name="모서리가 둥근 직사각형 949">
            <a:extLst>
              <a:ext uri="{FF2B5EF4-FFF2-40B4-BE49-F238E27FC236}">
                <a16:creationId xmlns:a16="http://schemas.microsoft.com/office/drawing/2014/main" id="{AF67EF44-98E3-57CE-345A-020645A2E70D}"/>
              </a:ext>
            </a:extLst>
          </p:cNvPr>
          <p:cNvSpPr/>
          <p:nvPr/>
        </p:nvSpPr>
        <p:spPr>
          <a:xfrm>
            <a:off x="6012057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1" name="모서리가 둥근 직사각형 950">
            <a:extLst>
              <a:ext uri="{FF2B5EF4-FFF2-40B4-BE49-F238E27FC236}">
                <a16:creationId xmlns:a16="http://schemas.microsoft.com/office/drawing/2014/main" id="{8B8ADD6A-C686-CFA7-F3FF-682CA9715611}"/>
              </a:ext>
            </a:extLst>
          </p:cNvPr>
          <p:cNvSpPr/>
          <p:nvPr/>
        </p:nvSpPr>
        <p:spPr>
          <a:xfrm>
            <a:off x="6012057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2" name="모서리가 둥근 직사각형 951">
            <a:extLst>
              <a:ext uri="{FF2B5EF4-FFF2-40B4-BE49-F238E27FC236}">
                <a16:creationId xmlns:a16="http://schemas.microsoft.com/office/drawing/2014/main" id="{759FA9B2-8C8D-C13F-239D-15AD8005C459}"/>
              </a:ext>
            </a:extLst>
          </p:cNvPr>
          <p:cNvSpPr/>
          <p:nvPr/>
        </p:nvSpPr>
        <p:spPr>
          <a:xfrm>
            <a:off x="5921702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53" name="직선 연결선 952">
            <a:extLst>
              <a:ext uri="{FF2B5EF4-FFF2-40B4-BE49-F238E27FC236}">
                <a16:creationId xmlns:a16="http://schemas.microsoft.com/office/drawing/2014/main" id="{A24CDD40-04E9-9E24-482E-7964D2668854}"/>
              </a:ext>
            </a:extLst>
          </p:cNvPr>
          <p:cNvCxnSpPr/>
          <p:nvPr/>
        </p:nvCxnSpPr>
        <p:spPr>
          <a:xfrm>
            <a:off x="6283847" y="6426677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직선 연결선 953">
            <a:extLst>
              <a:ext uri="{FF2B5EF4-FFF2-40B4-BE49-F238E27FC236}">
                <a16:creationId xmlns:a16="http://schemas.microsoft.com/office/drawing/2014/main" id="{48E8987E-D15F-0F0B-21E9-5D263D7C012E}"/>
              </a:ext>
            </a:extLst>
          </p:cNvPr>
          <p:cNvCxnSpPr/>
          <p:nvPr/>
        </p:nvCxnSpPr>
        <p:spPr>
          <a:xfrm>
            <a:off x="6193492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5" name="모서리가 둥근 직사각형 954">
            <a:extLst>
              <a:ext uri="{FF2B5EF4-FFF2-40B4-BE49-F238E27FC236}">
                <a16:creationId xmlns:a16="http://schemas.microsoft.com/office/drawing/2014/main" id="{1A0698DE-1836-98EC-6E7F-4FBBC340A2BB}"/>
              </a:ext>
            </a:extLst>
          </p:cNvPr>
          <p:cNvSpPr/>
          <p:nvPr/>
        </p:nvSpPr>
        <p:spPr>
          <a:xfrm>
            <a:off x="6202761" y="652038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6" name="모서리가 둥근 직사각형 955">
            <a:extLst>
              <a:ext uri="{FF2B5EF4-FFF2-40B4-BE49-F238E27FC236}">
                <a16:creationId xmlns:a16="http://schemas.microsoft.com/office/drawing/2014/main" id="{D98EF071-2C0D-7F8F-FB0C-E9017BA96D0C}"/>
              </a:ext>
            </a:extLst>
          </p:cNvPr>
          <p:cNvSpPr/>
          <p:nvPr/>
        </p:nvSpPr>
        <p:spPr>
          <a:xfrm>
            <a:off x="6202761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7" name="모서리가 둥근 직사각형 956">
            <a:extLst>
              <a:ext uri="{FF2B5EF4-FFF2-40B4-BE49-F238E27FC236}">
                <a16:creationId xmlns:a16="http://schemas.microsoft.com/office/drawing/2014/main" id="{3B04781E-EB17-D9B1-A2E0-4DE2C0512B12}"/>
              </a:ext>
            </a:extLst>
          </p:cNvPr>
          <p:cNvSpPr/>
          <p:nvPr/>
        </p:nvSpPr>
        <p:spPr>
          <a:xfrm>
            <a:off x="6112405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958" name="그룹 957">
            <a:extLst>
              <a:ext uri="{FF2B5EF4-FFF2-40B4-BE49-F238E27FC236}">
                <a16:creationId xmlns:a16="http://schemas.microsoft.com/office/drawing/2014/main" id="{F7637C62-2B9B-A880-A27E-B38D762A2B50}"/>
              </a:ext>
            </a:extLst>
          </p:cNvPr>
          <p:cNvGrpSpPr/>
          <p:nvPr/>
        </p:nvGrpSpPr>
        <p:grpSpPr>
          <a:xfrm>
            <a:off x="6475908" y="6094513"/>
            <a:ext cx="1178592" cy="664328"/>
            <a:chOff x="2380665" y="3181691"/>
            <a:chExt cx="14101534" cy="8690468"/>
          </a:xfrm>
        </p:grpSpPr>
        <p:cxnSp>
          <p:nvCxnSpPr>
            <p:cNvPr id="1204" name="직선 연결선 1203">
              <a:extLst>
                <a:ext uri="{FF2B5EF4-FFF2-40B4-BE49-F238E27FC236}">
                  <a16:creationId xmlns:a16="http://schemas.microsoft.com/office/drawing/2014/main" id="{831191A9-0579-B4FD-4671-FA14E4025ABD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5" name="직선 연결선 1204">
              <a:extLst>
                <a:ext uri="{FF2B5EF4-FFF2-40B4-BE49-F238E27FC236}">
                  <a16:creationId xmlns:a16="http://schemas.microsoft.com/office/drawing/2014/main" id="{73A78E5F-683B-8C7E-E2AF-64BF6766C1F9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직선 연결선 1205">
              <a:extLst>
                <a:ext uri="{FF2B5EF4-FFF2-40B4-BE49-F238E27FC236}">
                  <a16:creationId xmlns:a16="http://schemas.microsoft.com/office/drawing/2014/main" id="{554AE3CA-3507-9587-32BF-6D962BB31136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7" name="직선 연결선 1206">
              <a:extLst>
                <a:ext uri="{FF2B5EF4-FFF2-40B4-BE49-F238E27FC236}">
                  <a16:creationId xmlns:a16="http://schemas.microsoft.com/office/drawing/2014/main" id="{4F46943C-2FA6-2B7F-27A4-9337DDBD0D78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8" name="직선 연결선 1207">
              <a:extLst>
                <a:ext uri="{FF2B5EF4-FFF2-40B4-BE49-F238E27FC236}">
                  <a16:creationId xmlns:a16="http://schemas.microsoft.com/office/drawing/2014/main" id="{405EBBBC-AA34-968E-0EBF-5C2544BFD819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9" name="모서리가 둥근 직사각형 1208">
              <a:extLst>
                <a:ext uri="{FF2B5EF4-FFF2-40B4-BE49-F238E27FC236}">
                  <a16:creationId xmlns:a16="http://schemas.microsoft.com/office/drawing/2014/main" id="{21CE12E2-B9DC-59D1-AB93-181AAEFEB354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10" name="모서리가 둥근 직사각형 1209">
              <a:extLst>
                <a:ext uri="{FF2B5EF4-FFF2-40B4-BE49-F238E27FC236}">
                  <a16:creationId xmlns:a16="http://schemas.microsoft.com/office/drawing/2014/main" id="{C6D0C3C2-F46A-DDFE-D4B9-59899154FBD8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11" name="모서리가 둥근 직사각형 1210">
              <a:extLst>
                <a:ext uri="{FF2B5EF4-FFF2-40B4-BE49-F238E27FC236}">
                  <a16:creationId xmlns:a16="http://schemas.microsoft.com/office/drawing/2014/main" id="{56E60A19-35DC-1FCA-E278-BBE77463491B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12" name="모서리가 둥근 직사각형 1211">
              <a:extLst>
                <a:ext uri="{FF2B5EF4-FFF2-40B4-BE49-F238E27FC236}">
                  <a16:creationId xmlns:a16="http://schemas.microsoft.com/office/drawing/2014/main" id="{2EFEBF87-5D56-D6F8-FC1B-D307CED07150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13" name="모서리가 둥근 직사각형 1212">
              <a:extLst>
                <a:ext uri="{FF2B5EF4-FFF2-40B4-BE49-F238E27FC236}">
                  <a16:creationId xmlns:a16="http://schemas.microsoft.com/office/drawing/2014/main" id="{88A156C3-E195-9ED1-F056-EBC414115172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214" name="직선 연결선 1213">
              <a:extLst>
                <a:ext uri="{FF2B5EF4-FFF2-40B4-BE49-F238E27FC236}">
                  <a16:creationId xmlns:a16="http://schemas.microsoft.com/office/drawing/2014/main" id="{C9A07B99-22FE-1D72-0CD8-37A20BABE40D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5" name="모서리가 둥근 직사각형 1214">
              <a:extLst>
                <a:ext uri="{FF2B5EF4-FFF2-40B4-BE49-F238E27FC236}">
                  <a16:creationId xmlns:a16="http://schemas.microsoft.com/office/drawing/2014/main" id="{5E9F92E1-BCD7-FBF7-DEE1-9E4FC1F62D17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216" name="직선 연결선 1215">
              <a:extLst>
                <a:ext uri="{FF2B5EF4-FFF2-40B4-BE49-F238E27FC236}">
                  <a16:creationId xmlns:a16="http://schemas.microsoft.com/office/drawing/2014/main" id="{4E5C7986-0DE0-A57B-10BB-8A2317069801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7" name="직선 연결선 1216">
              <a:extLst>
                <a:ext uri="{FF2B5EF4-FFF2-40B4-BE49-F238E27FC236}">
                  <a16:creationId xmlns:a16="http://schemas.microsoft.com/office/drawing/2014/main" id="{DB90C953-5173-3D4A-6D46-CC3971FE9B56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8" name="모서리가 둥근 직사각형 1217">
              <a:extLst>
                <a:ext uri="{FF2B5EF4-FFF2-40B4-BE49-F238E27FC236}">
                  <a16:creationId xmlns:a16="http://schemas.microsoft.com/office/drawing/2014/main" id="{762A044C-07C2-E79A-7159-0353D5C3A10E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19" name="모서리가 둥근 직사각형 1218">
              <a:extLst>
                <a:ext uri="{FF2B5EF4-FFF2-40B4-BE49-F238E27FC236}">
                  <a16:creationId xmlns:a16="http://schemas.microsoft.com/office/drawing/2014/main" id="{1A999FE2-2E8D-9468-763E-1EB4193A9E67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20" name="모서리가 둥근 직사각형 1219">
              <a:extLst>
                <a:ext uri="{FF2B5EF4-FFF2-40B4-BE49-F238E27FC236}">
                  <a16:creationId xmlns:a16="http://schemas.microsoft.com/office/drawing/2014/main" id="{A12668E0-F862-FA4F-CA84-A68FAF40F7C2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221" name="직선 연결선 1220">
              <a:extLst>
                <a:ext uri="{FF2B5EF4-FFF2-40B4-BE49-F238E27FC236}">
                  <a16:creationId xmlns:a16="http://schemas.microsoft.com/office/drawing/2014/main" id="{9C02DABC-5705-9F51-30AA-40683182F2D8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직선 연결선 1221">
              <a:extLst>
                <a:ext uri="{FF2B5EF4-FFF2-40B4-BE49-F238E27FC236}">
                  <a16:creationId xmlns:a16="http://schemas.microsoft.com/office/drawing/2014/main" id="{66915B2C-CDF1-25D8-C79F-AB6076C227B3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3" name="직선 연결선 1222">
              <a:extLst>
                <a:ext uri="{FF2B5EF4-FFF2-40B4-BE49-F238E27FC236}">
                  <a16:creationId xmlns:a16="http://schemas.microsoft.com/office/drawing/2014/main" id="{E85C9786-D503-8B46-F325-569A68FFCBF5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4" name="직선 연결선 1223">
              <a:extLst>
                <a:ext uri="{FF2B5EF4-FFF2-40B4-BE49-F238E27FC236}">
                  <a16:creationId xmlns:a16="http://schemas.microsoft.com/office/drawing/2014/main" id="{A37865DC-AA9F-B0C9-2321-90436800E79F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5" name="직선 연결선 1224">
              <a:extLst>
                <a:ext uri="{FF2B5EF4-FFF2-40B4-BE49-F238E27FC236}">
                  <a16:creationId xmlns:a16="http://schemas.microsoft.com/office/drawing/2014/main" id="{7719478B-39B5-66DF-E1EE-C6F356209B8A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6" name="모서리가 둥근 직사각형 1225">
              <a:extLst>
                <a:ext uri="{FF2B5EF4-FFF2-40B4-BE49-F238E27FC236}">
                  <a16:creationId xmlns:a16="http://schemas.microsoft.com/office/drawing/2014/main" id="{E388D4FC-FFA7-7758-1DD6-C6C17638C14D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27" name="모서리가 둥근 직사각형 1226">
              <a:extLst>
                <a:ext uri="{FF2B5EF4-FFF2-40B4-BE49-F238E27FC236}">
                  <a16:creationId xmlns:a16="http://schemas.microsoft.com/office/drawing/2014/main" id="{AC6A9718-DCC3-1E9E-60D5-C7EA1AA2BC78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28" name="모서리가 둥근 직사각형 1227">
              <a:extLst>
                <a:ext uri="{FF2B5EF4-FFF2-40B4-BE49-F238E27FC236}">
                  <a16:creationId xmlns:a16="http://schemas.microsoft.com/office/drawing/2014/main" id="{33F03200-A504-9F64-77C3-46D8CD0234F4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29" name="모서리가 둥근 직사각형 1228">
              <a:extLst>
                <a:ext uri="{FF2B5EF4-FFF2-40B4-BE49-F238E27FC236}">
                  <a16:creationId xmlns:a16="http://schemas.microsoft.com/office/drawing/2014/main" id="{08C3010D-F5F7-0252-B2BF-D6E4B967DD60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30" name="모서리가 둥근 직사각형 1229">
              <a:extLst>
                <a:ext uri="{FF2B5EF4-FFF2-40B4-BE49-F238E27FC236}">
                  <a16:creationId xmlns:a16="http://schemas.microsoft.com/office/drawing/2014/main" id="{B33E94AA-7541-CEB8-3B0F-DB0AC9218D6B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231" name="직선 연결선 1230">
              <a:extLst>
                <a:ext uri="{FF2B5EF4-FFF2-40B4-BE49-F238E27FC236}">
                  <a16:creationId xmlns:a16="http://schemas.microsoft.com/office/drawing/2014/main" id="{66968106-36D7-F33D-EC5B-F9D8C31ECA36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직선 연결선 1231">
              <a:extLst>
                <a:ext uri="{FF2B5EF4-FFF2-40B4-BE49-F238E27FC236}">
                  <a16:creationId xmlns:a16="http://schemas.microsoft.com/office/drawing/2014/main" id="{035185A9-040F-2191-AFEB-DE97F430B192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3" name="모서리가 둥근 직사각형 1232">
              <a:extLst>
                <a:ext uri="{FF2B5EF4-FFF2-40B4-BE49-F238E27FC236}">
                  <a16:creationId xmlns:a16="http://schemas.microsoft.com/office/drawing/2014/main" id="{F9921299-1646-7A6B-A7B8-85F435E81014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34" name="모서리가 둥근 직사각형 1233">
              <a:extLst>
                <a:ext uri="{FF2B5EF4-FFF2-40B4-BE49-F238E27FC236}">
                  <a16:creationId xmlns:a16="http://schemas.microsoft.com/office/drawing/2014/main" id="{364021BC-E5A6-637A-D3DE-C255E0A47BEA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35" name="모서리가 둥근 직사각형 1234">
              <a:extLst>
                <a:ext uri="{FF2B5EF4-FFF2-40B4-BE49-F238E27FC236}">
                  <a16:creationId xmlns:a16="http://schemas.microsoft.com/office/drawing/2014/main" id="{825FC0FD-AF8E-71F4-4773-C0CED09D7261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959" name="직선 연결선 958">
            <a:extLst>
              <a:ext uri="{FF2B5EF4-FFF2-40B4-BE49-F238E27FC236}">
                <a16:creationId xmlns:a16="http://schemas.microsoft.com/office/drawing/2014/main" id="{DCE694E5-CAFE-D609-39F5-D1D5A734DA20}"/>
              </a:ext>
            </a:extLst>
          </p:cNvPr>
          <p:cNvCxnSpPr/>
          <p:nvPr/>
        </p:nvCxnSpPr>
        <p:spPr>
          <a:xfrm>
            <a:off x="6059331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0" name="모서리가 둥근 직사각형 959">
            <a:extLst>
              <a:ext uri="{FF2B5EF4-FFF2-40B4-BE49-F238E27FC236}">
                <a16:creationId xmlns:a16="http://schemas.microsoft.com/office/drawing/2014/main" id="{AF96B178-21C0-13F7-9157-58595A7DD86A}"/>
              </a:ext>
            </a:extLst>
          </p:cNvPr>
          <p:cNvSpPr/>
          <p:nvPr/>
        </p:nvSpPr>
        <p:spPr>
          <a:xfrm>
            <a:off x="5989523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61" name="직선 연결선 960">
            <a:extLst>
              <a:ext uri="{FF2B5EF4-FFF2-40B4-BE49-F238E27FC236}">
                <a16:creationId xmlns:a16="http://schemas.microsoft.com/office/drawing/2014/main" id="{859F55A4-B7FD-6DE7-4B0F-DBB250EBE5EA}"/>
              </a:ext>
            </a:extLst>
          </p:cNvPr>
          <p:cNvCxnSpPr/>
          <p:nvPr/>
        </p:nvCxnSpPr>
        <p:spPr>
          <a:xfrm flipH="1">
            <a:off x="6273000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직선 연결선 961">
            <a:extLst>
              <a:ext uri="{FF2B5EF4-FFF2-40B4-BE49-F238E27FC236}">
                <a16:creationId xmlns:a16="http://schemas.microsoft.com/office/drawing/2014/main" id="{C5A16C53-BB38-6E27-AA1A-E09F51F04611}"/>
              </a:ext>
            </a:extLst>
          </p:cNvPr>
          <p:cNvCxnSpPr/>
          <p:nvPr/>
        </p:nvCxnSpPr>
        <p:spPr>
          <a:xfrm>
            <a:off x="6363355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직선 연결선 962">
            <a:extLst>
              <a:ext uri="{FF2B5EF4-FFF2-40B4-BE49-F238E27FC236}">
                <a16:creationId xmlns:a16="http://schemas.microsoft.com/office/drawing/2014/main" id="{128C0985-CB1C-9083-3B2A-CAF28D652637}"/>
              </a:ext>
            </a:extLst>
          </p:cNvPr>
          <p:cNvCxnSpPr/>
          <p:nvPr/>
        </p:nvCxnSpPr>
        <p:spPr>
          <a:xfrm>
            <a:off x="6170122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직선 연결선 963">
            <a:extLst>
              <a:ext uri="{FF2B5EF4-FFF2-40B4-BE49-F238E27FC236}">
                <a16:creationId xmlns:a16="http://schemas.microsoft.com/office/drawing/2014/main" id="{11EFA90F-9FBF-F129-55B7-5BD73FA5B219}"/>
              </a:ext>
            </a:extLst>
          </p:cNvPr>
          <p:cNvCxnSpPr/>
          <p:nvPr/>
        </p:nvCxnSpPr>
        <p:spPr>
          <a:xfrm>
            <a:off x="6273000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직선 연결선 964">
            <a:extLst>
              <a:ext uri="{FF2B5EF4-FFF2-40B4-BE49-F238E27FC236}">
                <a16:creationId xmlns:a16="http://schemas.microsoft.com/office/drawing/2014/main" id="{83B78063-2F1F-6DEE-2742-6052A53149A7}"/>
              </a:ext>
            </a:extLst>
          </p:cNvPr>
          <p:cNvCxnSpPr/>
          <p:nvPr/>
        </p:nvCxnSpPr>
        <p:spPr>
          <a:xfrm flipH="1">
            <a:off x="6165389" y="5812746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6" name="모서리가 둥근 직사각형 965">
            <a:extLst>
              <a:ext uri="{FF2B5EF4-FFF2-40B4-BE49-F238E27FC236}">
                <a16:creationId xmlns:a16="http://schemas.microsoft.com/office/drawing/2014/main" id="{7EC59783-2E56-02D4-C3DB-862732476567}"/>
              </a:ext>
            </a:extLst>
          </p:cNvPr>
          <p:cNvSpPr/>
          <p:nvPr/>
        </p:nvSpPr>
        <p:spPr>
          <a:xfrm>
            <a:off x="6089860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7" name="모서리가 둥근 직사각형 966">
            <a:extLst>
              <a:ext uri="{FF2B5EF4-FFF2-40B4-BE49-F238E27FC236}">
                <a16:creationId xmlns:a16="http://schemas.microsoft.com/office/drawing/2014/main" id="{99B157B6-6F32-A2B7-9B87-5DC3392CA146}"/>
              </a:ext>
            </a:extLst>
          </p:cNvPr>
          <p:cNvSpPr/>
          <p:nvPr/>
        </p:nvSpPr>
        <p:spPr>
          <a:xfrm>
            <a:off x="6089860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8" name="모서리가 둥근 직사각형 967">
            <a:extLst>
              <a:ext uri="{FF2B5EF4-FFF2-40B4-BE49-F238E27FC236}">
                <a16:creationId xmlns:a16="http://schemas.microsoft.com/office/drawing/2014/main" id="{553605E9-A6FA-A326-2862-76270C0D1AAE}"/>
              </a:ext>
            </a:extLst>
          </p:cNvPr>
          <p:cNvSpPr/>
          <p:nvPr/>
        </p:nvSpPr>
        <p:spPr>
          <a:xfrm>
            <a:off x="6282269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9" name="모서리가 둥근 직사각형 968">
            <a:extLst>
              <a:ext uri="{FF2B5EF4-FFF2-40B4-BE49-F238E27FC236}">
                <a16:creationId xmlns:a16="http://schemas.microsoft.com/office/drawing/2014/main" id="{FE3309BE-3C2D-CACF-117A-71460361CFAF}"/>
              </a:ext>
            </a:extLst>
          </p:cNvPr>
          <p:cNvSpPr/>
          <p:nvPr/>
        </p:nvSpPr>
        <p:spPr>
          <a:xfrm>
            <a:off x="6282269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0" name="모서리가 둥근 직사각형 969">
            <a:extLst>
              <a:ext uri="{FF2B5EF4-FFF2-40B4-BE49-F238E27FC236}">
                <a16:creationId xmlns:a16="http://schemas.microsoft.com/office/drawing/2014/main" id="{22801738-AB67-7F62-08C3-B585F6A64C3F}"/>
              </a:ext>
            </a:extLst>
          </p:cNvPr>
          <p:cNvSpPr/>
          <p:nvPr/>
        </p:nvSpPr>
        <p:spPr>
          <a:xfrm>
            <a:off x="6191914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71" name="직선 연결선 970">
            <a:extLst>
              <a:ext uri="{FF2B5EF4-FFF2-40B4-BE49-F238E27FC236}">
                <a16:creationId xmlns:a16="http://schemas.microsoft.com/office/drawing/2014/main" id="{FC0F3E46-8D07-2152-9BE8-19CCE0C774B5}"/>
              </a:ext>
            </a:extLst>
          </p:cNvPr>
          <p:cNvCxnSpPr/>
          <p:nvPr/>
        </p:nvCxnSpPr>
        <p:spPr>
          <a:xfrm>
            <a:off x="6554060" y="586571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직선 연결선 971">
            <a:extLst>
              <a:ext uri="{FF2B5EF4-FFF2-40B4-BE49-F238E27FC236}">
                <a16:creationId xmlns:a16="http://schemas.microsoft.com/office/drawing/2014/main" id="{53E02472-9351-9603-13E4-578284D3B183}"/>
              </a:ext>
            </a:extLst>
          </p:cNvPr>
          <p:cNvCxnSpPr/>
          <p:nvPr/>
        </p:nvCxnSpPr>
        <p:spPr>
          <a:xfrm>
            <a:off x="6463704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3" name="모서리가 둥근 직사각형 972">
            <a:extLst>
              <a:ext uri="{FF2B5EF4-FFF2-40B4-BE49-F238E27FC236}">
                <a16:creationId xmlns:a16="http://schemas.microsoft.com/office/drawing/2014/main" id="{50997A7B-4819-4EC2-DBFE-538F2FD79E0F}"/>
              </a:ext>
            </a:extLst>
          </p:cNvPr>
          <p:cNvSpPr/>
          <p:nvPr/>
        </p:nvSpPr>
        <p:spPr>
          <a:xfrm>
            <a:off x="6472974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4" name="모서리가 둥근 직사각형 973">
            <a:extLst>
              <a:ext uri="{FF2B5EF4-FFF2-40B4-BE49-F238E27FC236}">
                <a16:creationId xmlns:a16="http://schemas.microsoft.com/office/drawing/2014/main" id="{48B4C209-088D-EF6A-A999-CA5801F334F9}"/>
              </a:ext>
            </a:extLst>
          </p:cNvPr>
          <p:cNvSpPr/>
          <p:nvPr/>
        </p:nvSpPr>
        <p:spPr>
          <a:xfrm>
            <a:off x="6472974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5" name="모서리가 둥근 직사각형 974">
            <a:extLst>
              <a:ext uri="{FF2B5EF4-FFF2-40B4-BE49-F238E27FC236}">
                <a16:creationId xmlns:a16="http://schemas.microsoft.com/office/drawing/2014/main" id="{C20D4277-E78E-B902-28E2-80D7BFFD8CFB}"/>
              </a:ext>
            </a:extLst>
          </p:cNvPr>
          <p:cNvSpPr/>
          <p:nvPr/>
        </p:nvSpPr>
        <p:spPr>
          <a:xfrm>
            <a:off x="6382617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76" name="직선 연결선 975">
            <a:extLst>
              <a:ext uri="{FF2B5EF4-FFF2-40B4-BE49-F238E27FC236}">
                <a16:creationId xmlns:a16="http://schemas.microsoft.com/office/drawing/2014/main" id="{ECC3C57B-98C4-A919-6C9C-49AEE50CFAB1}"/>
              </a:ext>
            </a:extLst>
          </p:cNvPr>
          <p:cNvCxnSpPr/>
          <p:nvPr/>
        </p:nvCxnSpPr>
        <p:spPr>
          <a:xfrm>
            <a:off x="7314494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7" name="모서리가 둥근 직사각형 976">
            <a:extLst>
              <a:ext uri="{FF2B5EF4-FFF2-40B4-BE49-F238E27FC236}">
                <a16:creationId xmlns:a16="http://schemas.microsoft.com/office/drawing/2014/main" id="{FDEE383B-0215-4B90-FB0F-8753083D9E07}"/>
              </a:ext>
            </a:extLst>
          </p:cNvPr>
          <p:cNvSpPr/>
          <p:nvPr/>
        </p:nvSpPr>
        <p:spPr>
          <a:xfrm>
            <a:off x="7244686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78" name="직선 연결선 977">
            <a:extLst>
              <a:ext uri="{FF2B5EF4-FFF2-40B4-BE49-F238E27FC236}">
                <a16:creationId xmlns:a16="http://schemas.microsoft.com/office/drawing/2014/main" id="{1991E0D5-9C33-F391-C8E6-3B7B1AEDA600}"/>
              </a:ext>
            </a:extLst>
          </p:cNvPr>
          <p:cNvCxnSpPr/>
          <p:nvPr/>
        </p:nvCxnSpPr>
        <p:spPr>
          <a:xfrm flipH="1">
            <a:off x="7528163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직선 연결선 978">
            <a:extLst>
              <a:ext uri="{FF2B5EF4-FFF2-40B4-BE49-F238E27FC236}">
                <a16:creationId xmlns:a16="http://schemas.microsoft.com/office/drawing/2014/main" id="{6988FA87-99AA-B713-651D-48C38ABFBC5C}"/>
              </a:ext>
            </a:extLst>
          </p:cNvPr>
          <p:cNvCxnSpPr/>
          <p:nvPr/>
        </p:nvCxnSpPr>
        <p:spPr>
          <a:xfrm>
            <a:off x="7618518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직선 연결선 979">
            <a:extLst>
              <a:ext uri="{FF2B5EF4-FFF2-40B4-BE49-F238E27FC236}">
                <a16:creationId xmlns:a16="http://schemas.microsoft.com/office/drawing/2014/main" id="{43B86599-352C-6A44-1EF7-729ADB58CC42}"/>
              </a:ext>
            </a:extLst>
          </p:cNvPr>
          <p:cNvCxnSpPr/>
          <p:nvPr/>
        </p:nvCxnSpPr>
        <p:spPr>
          <a:xfrm>
            <a:off x="7425285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직선 연결선 980">
            <a:extLst>
              <a:ext uri="{FF2B5EF4-FFF2-40B4-BE49-F238E27FC236}">
                <a16:creationId xmlns:a16="http://schemas.microsoft.com/office/drawing/2014/main" id="{CDC9460D-2C0D-D0E5-90FF-4DAD849D60CA}"/>
              </a:ext>
            </a:extLst>
          </p:cNvPr>
          <p:cNvCxnSpPr/>
          <p:nvPr/>
        </p:nvCxnSpPr>
        <p:spPr>
          <a:xfrm>
            <a:off x="7528162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직선 연결선 981">
            <a:extLst>
              <a:ext uri="{FF2B5EF4-FFF2-40B4-BE49-F238E27FC236}">
                <a16:creationId xmlns:a16="http://schemas.microsoft.com/office/drawing/2014/main" id="{6EEFEE81-A80A-3DF0-E3E7-A830ED7F38C2}"/>
              </a:ext>
            </a:extLst>
          </p:cNvPr>
          <p:cNvCxnSpPr/>
          <p:nvPr/>
        </p:nvCxnSpPr>
        <p:spPr>
          <a:xfrm flipH="1">
            <a:off x="7420552" y="5812746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모서리가 둥근 직사각형 982">
            <a:extLst>
              <a:ext uri="{FF2B5EF4-FFF2-40B4-BE49-F238E27FC236}">
                <a16:creationId xmlns:a16="http://schemas.microsoft.com/office/drawing/2014/main" id="{A8562FE8-3D9A-D337-05BE-5ABEDCE29F42}"/>
              </a:ext>
            </a:extLst>
          </p:cNvPr>
          <p:cNvSpPr/>
          <p:nvPr/>
        </p:nvSpPr>
        <p:spPr>
          <a:xfrm>
            <a:off x="7345022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4" name="모서리가 둥근 직사각형 983">
            <a:extLst>
              <a:ext uri="{FF2B5EF4-FFF2-40B4-BE49-F238E27FC236}">
                <a16:creationId xmlns:a16="http://schemas.microsoft.com/office/drawing/2014/main" id="{D5A0AB9A-3ACC-926D-7584-8EAAD809AA2E}"/>
              </a:ext>
            </a:extLst>
          </p:cNvPr>
          <p:cNvSpPr/>
          <p:nvPr/>
        </p:nvSpPr>
        <p:spPr>
          <a:xfrm>
            <a:off x="7345022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5" name="모서리가 둥근 직사각형 984">
            <a:extLst>
              <a:ext uri="{FF2B5EF4-FFF2-40B4-BE49-F238E27FC236}">
                <a16:creationId xmlns:a16="http://schemas.microsoft.com/office/drawing/2014/main" id="{5221BB83-A384-E5CD-2A5B-B28B3FEA2C51}"/>
              </a:ext>
            </a:extLst>
          </p:cNvPr>
          <p:cNvSpPr/>
          <p:nvPr/>
        </p:nvSpPr>
        <p:spPr>
          <a:xfrm>
            <a:off x="7537432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6" name="모서리가 둥근 직사각형 985">
            <a:extLst>
              <a:ext uri="{FF2B5EF4-FFF2-40B4-BE49-F238E27FC236}">
                <a16:creationId xmlns:a16="http://schemas.microsoft.com/office/drawing/2014/main" id="{67677B19-73D8-773E-0DEA-16F3BA8C1A26}"/>
              </a:ext>
            </a:extLst>
          </p:cNvPr>
          <p:cNvSpPr/>
          <p:nvPr/>
        </p:nvSpPr>
        <p:spPr>
          <a:xfrm>
            <a:off x="7537432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7" name="모서리가 둥근 직사각형 986">
            <a:extLst>
              <a:ext uri="{FF2B5EF4-FFF2-40B4-BE49-F238E27FC236}">
                <a16:creationId xmlns:a16="http://schemas.microsoft.com/office/drawing/2014/main" id="{EAC46DCA-F68F-24D1-932F-A50E67FB9CE6}"/>
              </a:ext>
            </a:extLst>
          </p:cNvPr>
          <p:cNvSpPr/>
          <p:nvPr/>
        </p:nvSpPr>
        <p:spPr>
          <a:xfrm>
            <a:off x="7447077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88" name="직선 연결선 987">
            <a:extLst>
              <a:ext uri="{FF2B5EF4-FFF2-40B4-BE49-F238E27FC236}">
                <a16:creationId xmlns:a16="http://schemas.microsoft.com/office/drawing/2014/main" id="{6D74E561-931E-E9AD-3F0C-ECF1EACDE1B9}"/>
              </a:ext>
            </a:extLst>
          </p:cNvPr>
          <p:cNvCxnSpPr/>
          <p:nvPr/>
        </p:nvCxnSpPr>
        <p:spPr>
          <a:xfrm>
            <a:off x="7809223" y="586571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직선 연결선 988">
            <a:extLst>
              <a:ext uri="{FF2B5EF4-FFF2-40B4-BE49-F238E27FC236}">
                <a16:creationId xmlns:a16="http://schemas.microsoft.com/office/drawing/2014/main" id="{856DB7E0-7ABC-6FF5-7116-827B92C67CD2}"/>
              </a:ext>
            </a:extLst>
          </p:cNvPr>
          <p:cNvCxnSpPr/>
          <p:nvPr/>
        </p:nvCxnSpPr>
        <p:spPr>
          <a:xfrm>
            <a:off x="7718867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0" name="모서리가 둥근 직사각형 989">
            <a:extLst>
              <a:ext uri="{FF2B5EF4-FFF2-40B4-BE49-F238E27FC236}">
                <a16:creationId xmlns:a16="http://schemas.microsoft.com/office/drawing/2014/main" id="{1ECDE31C-E97B-C3C8-C0DE-678F859F35B3}"/>
              </a:ext>
            </a:extLst>
          </p:cNvPr>
          <p:cNvSpPr/>
          <p:nvPr/>
        </p:nvSpPr>
        <p:spPr>
          <a:xfrm>
            <a:off x="7728136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1" name="모서리가 둥근 직사각형 990">
            <a:extLst>
              <a:ext uri="{FF2B5EF4-FFF2-40B4-BE49-F238E27FC236}">
                <a16:creationId xmlns:a16="http://schemas.microsoft.com/office/drawing/2014/main" id="{E1CE6A0F-B68D-C9CE-0B53-BEC74179FB9E}"/>
              </a:ext>
            </a:extLst>
          </p:cNvPr>
          <p:cNvSpPr/>
          <p:nvPr/>
        </p:nvSpPr>
        <p:spPr>
          <a:xfrm>
            <a:off x="7728136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2" name="모서리가 둥근 직사각형 991">
            <a:extLst>
              <a:ext uri="{FF2B5EF4-FFF2-40B4-BE49-F238E27FC236}">
                <a16:creationId xmlns:a16="http://schemas.microsoft.com/office/drawing/2014/main" id="{0F9DDA75-64E8-CC8D-3161-2B2FC8E3759D}"/>
              </a:ext>
            </a:extLst>
          </p:cNvPr>
          <p:cNvSpPr/>
          <p:nvPr/>
        </p:nvSpPr>
        <p:spPr>
          <a:xfrm>
            <a:off x="7637781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93" name="직선 연결선 992">
            <a:extLst>
              <a:ext uri="{FF2B5EF4-FFF2-40B4-BE49-F238E27FC236}">
                <a16:creationId xmlns:a16="http://schemas.microsoft.com/office/drawing/2014/main" id="{3AC27372-BFB2-4D02-3502-B41ACC6E20CB}"/>
              </a:ext>
            </a:extLst>
          </p:cNvPr>
          <p:cNvCxnSpPr/>
          <p:nvPr/>
        </p:nvCxnSpPr>
        <p:spPr>
          <a:xfrm flipH="1">
            <a:off x="7650180" y="4275117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직선 연결선 993">
            <a:extLst>
              <a:ext uri="{FF2B5EF4-FFF2-40B4-BE49-F238E27FC236}">
                <a16:creationId xmlns:a16="http://schemas.microsoft.com/office/drawing/2014/main" id="{690A19FE-DB46-3BD6-82FE-A24EF8942358}"/>
              </a:ext>
            </a:extLst>
          </p:cNvPr>
          <p:cNvCxnSpPr/>
          <p:nvPr/>
        </p:nvCxnSpPr>
        <p:spPr>
          <a:xfrm>
            <a:off x="7502768" y="4181410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5" name="모서리가 둥근 직사각형 994">
            <a:extLst>
              <a:ext uri="{FF2B5EF4-FFF2-40B4-BE49-F238E27FC236}">
                <a16:creationId xmlns:a16="http://schemas.microsoft.com/office/drawing/2014/main" id="{7EE03167-E9EB-C5F6-AF0A-FDB687434A7F}"/>
              </a:ext>
            </a:extLst>
          </p:cNvPr>
          <p:cNvSpPr/>
          <p:nvPr/>
        </p:nvSpPr>
        <p:spPr>
          <a:xfrm>
            <a:off x="7335003" y="4074488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996" name="그룹 995">
            <a:extLst>
              <a:ext uri="{FF2B5EF4-FFF2-40B4-BE49-F238E27FC236}">
                <a16:creationId xmlns:a16="http://schemas.microsoft.com/office/drawing/2014/main" id="{9AE91EF7-94B2-D44E-A24F-B36C77905714}"/>
              </a:ext>
            </a:extLst>
          </p:cNvPr>
          <p:cNvGrpSpPr/>
          <p:nvPr/>
        </p:nvGrpSpPr>
        <p:grpSpPr>
          <a:xfrm>
            <a:off x="7038568" y="4793925"/>
            <a:ext cx="1178592" cy="664328"/>
            <a:chOff x="2380665" y="3181691"/>
            <a:chExt cx="14101534" cy="8690468"/>
          </a:xfrm>
        </p:grpSpPr>
        <p:cxnSp>
          <p:nvCxnSpPr>
            <p:cNvPr id="1172" name="직선 연결선 1171">
              <a:extLst>
                <a:ext uri="{FF2B5EF4-FFF2-40B4-BE49-F238E27FC236}">
                  <a16:creationId xmlns:a16="http://schemas.microsoft.com/office/drawing/2014/main" id="{68CD6577-26EA-2942-A8D7-169025A5D9EA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직선 연결선 1172">
              <a:extLst>
                <a:ext uri="{FF2B5EF4-FFF2-40B4-BE49-F238E27FC236}">
                  <a16:creationId xmlns:a16="http://schemas.microsoft.com/office/drawing/2014/main" id="{434A0CC1-B3F0-D954-D928-8E5E063C29C0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직선 연결선 1173">
              <a:extLst>
                <a:ext uri="{FF2B5EF4-FFF2-40B4-BE49-F238E27FC236}">
                  <a16:creationId xmlns:a16="http://schemas.microsoft.com/office/drawing/2014/main" id="{D08C2F4C-544C-86EC-94DE-E7AEFE3B3603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직선 연결선 1174">
              <a:extLst>
                <a:ext uri="{FF2B5EF4-FFF2-40B4-BE49-F238E27FC236}">
                  <a16:creationId xmlns:a16="http://schemas.microsoft.com/office/drawing/2014/main" id="{EE4AA119-D1C7-365C-A6D6-DCA3AE8B16E8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직선 연결선 1175">
              <a:extLst>
                <a:ext uri="{FF2B5EF4-FFF2-40B4-BE49-F238E27FC236}">
                  <a16:creationId xmlns:a16="http://schemas.microsoft.com/office/drawing/2014/main" id="{5D2A2A3F-EA5E-1BBC-E1C3-10580279D27B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7" name="모서리가 둥근 직사각형 1176">
              <a:extLst>
                <a:ext uri="{FF2B5EF4-FFF2-40B4-BE49-F238E27FC236}">
                  <a16:creationId xmlns:a16="http://schemas.microsoft.com/office/drawing/2014/main" id="{FB88ADA7-C474-CC2B-75A2-B3E23879921D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78" name="모서리가 둥근 직사각형 1177">
              <a:extLst>
                <a:ext uri="{FF2B5EF4-FFF2-40B4-BE49-F238E27FC236}">
                  <a16:creationId xmlns:a16="http://schemas.microsoft.com/office/drawing/2014/main" id="{2CC89EA6-925E-D7B8-B9DF-0DA3E729FBF7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79" name="모서리가 둥근 직사각형 1178">
              <a:extLst>
                <a:ext uri="{FF2B5EF4-FFF2-40B4-BE49-F238E27FC236}">
                  <a16:creationId xmlns:a16="http://schemas.microsoft.com/office/drawing/2014/main" id="{59E913D4-5CE7-37CB-2658-C00D8FA9FB91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80" name="모서리가 둥근 직사각형 1179">
              <a:extLst>
                <a:ext uri="{FF2B5EF4-FFF2-40B4-BE49-F238E27FC236}">
                  <a16:creationId xmlns:a16="http://schemas.microsoft.com/office/drawing/2014/main" id="{A46829AF-BC8C-9A86-A3A4-FF9DAE5E7579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81" name="모서리가 둥근 직사각형 1180">
              <a:extLst>
                <a:ext uri="{FF2B5EF4-FFF2-40B4-BE49-F238E27FC236}">
                  <a16:creationId xmlns:a16="http://schemas.microsoft.com/office/drawing/2014/main" id="{B52E1EDE-9A11-4450-A4ED-3E06742FF354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82" name="직선 연결선 1181">
              <a:extLst>
                <a:ext uri="{FF2B5EF4-FFF2-40B4-BE49-F238E27FC236}">
                  <a16:creationId xmlns:a16="http://schemas.microsoft.com/office/drawing/2014/main" id="{7FB3EEEE-923C-16C6-B50F-659736A90E12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3" name="모서리가 둥근 직사각형 1182">
              <a:extLst>
                <a:ext uri="{FF2B5EF4-FFF2-40B4-BE49-F238E27FC236}">
                  <a16:creationId xmlns:a16="http://schemas.microsoft.com/office/drawing/2014/main" id="{B976D9FE-E74B-D850-5E6B-E34FF9069F37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184" name="직선 연결선 1183">
              <a:extLst>
                <a:ext uri="{FF2B5EF4-FFF2-40B4-BE49-F238E27FC236}">
                  <a16:creationId xmlns:a16="http://schemas.microsoft.com/office/drawing/2014/main" id="{070DB097-0357-95DC-5EE4-D836BB393452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5" name="직선 연결선 1184">
              <a:extLst>
                <a:ext uri="{FF2B5EF4-FFF2-40B4-BE49-F238E27FC236}">
                  <a16:creationId xmlns:a16="http://schemas.microsoft.com/office/drawing/2014/main" id="{E3A41AD0-D907-1F90-6B1C-BC00902C693E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6" name="모서리가 둥근 직사각형 1185">
              <a:extLst>
                <a:ext uri="{FF2B5EF4-FFF2-40B4-BE49-F238E27FC236}">
                  <a16:creationId xmlns:a16="http://schemas.microsoft.com/office/drawing/2014/main" id="{6856921E-75A2-782B-8533-5EA12AA7A132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87" name="모서리가 둥근 직사각형 1186">
              <a:extLst>
                <a:ext uri="{FF2B5EF4-FFF2-40B4-BE49-F238E27FC236}">
                  <a16:creationId xmlns:a16="http://schemas.microsoft.com/office/drawing/2014/main" id="{4C2353BD-FBCC-DCE0-F050-DF28267A565A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88" name="모서리가 둥근 직사각형 1187">
              <a:extLst>
                <a:ext uri="{FF2B5EF4-FFF2-40B4-BE49-F238E27FC236}">
                  <a16:creationId xmlns:a16="http://schemas.microsoft.com/office/drawing/2014/main" id="{B66EE3A6-1611-C655-D305-2CCD55636424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89" name="직선 연결선 1188">
              <a:extLst>
                <a:ext uri="{FF2B5EF4-FFF2-40B4-BE49-F238E27FC236}">
                  <a16:creationId xmlns:a16="http://schemas.microsoft.com/office/drawing/2014/main" id="{3F3DE2D7-6C6F-8A1C-9962-4E9053886C16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직선 연결선 1189">
              <a:extLst>
                <a:ext uri="{FF2B5EF4-FFF2-40B4-BE49-F238E27FC236}">
                  <a16:creationId xmlns:a16="http://schemas.microsoft.com/office/drawing/2014/main" id="{9816C22A-A8F8-8AF4-2382-9AF82005C873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1" name="직선 연결선 1190">
              <a:extLst>
                <a:ext uri="{FF2B5EF4-FFF2-40B4-BE49-F238E27FC236}">
                  <a16:creationId xmlns:a16="http://schemas.microsoft.com/office/drawing/2014/main" id="{251CE59A-0B77-6FC0-09AC-BA72FFDACABF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직선 연결선 1191">
              <a:extLst>
                <a:ext uri="{FF2B5EF4-FFF2-40B4-BE49-F238E27FC236}">
                  <a16:creationId xmlns:a16="http://schemas.microsoft.com/office/drawing/2014/main" id="{A697DA3C-C79F-4A96-D083-0F4171739C33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3" name="직선 연결선 1192">
              <a:extLst>
                <a:ext uri="{FF2B5EF4-FFF2-40B4-BE49-F238E27FC236}">
                  <a16:creationId xmlns:a16="http://schemas.microsoft.com/office/drawing/2014/main" id="{04469B0A-309C-7C6E-1CCA-9CC7A091579E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4" name="모서리가 둥근 직사각형 1193">
              <a:extLst>
                <a:ext uri="{FF2B5EF4-FFF2-40B4-BE49-F238E27FC236}">
                  <a16:creationId xmlns:a16="http://schemas.microsoft.com/office/drawing/2014/main" id="{2E1C2566-F19D-0FDF-E15F-BC20B3590101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95" name="모서리가 둥근 직사각형 1194">
              <a:extLst>
                <a:ext uri="{FF2B5EF4-FFF2-40B4-BE49-F238E27FC236}">
                  <a16:creationId xmlns:a16="http://schemas.microsoft.com/office/drawing/2014/main" id="{833F9B02-90FE-517B-A592-D3063DE6C280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96" name="모서리가 둥근 직사각형 1195">
              <a:extLst>
                <a:ext uri="{FF2B5EF4-FFF2-40B4-BE49-F238E27FC236}">
                  <a16:creationId xmlns:a16="http://schemas.microsoft.com/office/drawing/2014/main" id="{F29D8008-75AD-2CD1-FB62-F9E35DB28F6E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97" name="모서리가 둥근 직사각형 1196">
              <a:extLst>
                <a:ext uri="{FF2B5EF4-FFF2-40B4-BE49-F238E27FC236}">
                  <a16:creationId xmlns:a16="http://schemas.microsoft.com/office/drawing/2014/main" id="{5C028B88-F435-C584-B198-619C90F4547B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98" name="모서리가 둥근 직사각형 1197">
              <a:extLst>
                <a:ext uri="{FF2B5EF4-FFF2-40B4-BE49-F238E27FC236}">
                  <a16:creationId xmlns:a16="http://schemas.microsoft.com/office/drawing/2014/main" id="{3D7649AE-DEF7-B3A3-1C7D-7961F0C4BCE1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99" name="직선 연결선 1198">
              <a:extLst>
                <a:ext uri="{FF2B5EF4-FFF2-40B4-BE49-F238E27FC236}">
                  <a16:creationId xmlns:a16="http://schemas.microsoft.com/office/drawing/2014/main" id="{A89836EB-6F9D-868F-AA0D-E8019201AF08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직선 연결선 1199">
              <a:extLst>
                <a:ext uri="{FF2B5EF4-FFF2-40B4-BE49-F238E27FC236}">
                  <a16:creationId xmlns:a16="http://schemas.microsoft.com/office/drawing/2014/main" id="{429CE181-1BF4-AFFE-9D6F-CA4D84F3F19B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1" name="모서리가 둥근 직사각형 1200">
              <a:extLst>
                <a:ext uri="{FF2B5EF4-FFF2-40B4-BE49-F238E27FC236}">
                  <a16:creationId xmlns:a16="http://schemas.microsoft.com/office/drawing/2014/main" id="{DF8682A4-F7A3-5366-8DCF-BDA96857D50E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02" name="모서리가 둥근 직사각형 1201">
              <a:extLst>
                <a:ext uri="{FF2B5EF4-FFF2-40B4-BE49-F238E27FC236}">
                  <a16:creationId xmlns:a16="http://schemas.microsoft.com/office/drawing/2014/main" id="{ED6CB6D3-6357-13AD-1C88-3BEE0EBCC2AD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203" name="모서리가 둥근 직사각형 1202">
              <a:extLst>
                <a:ext uri="{FF2B5EF4-FFF2-40B4-BE49-F238E27FC236}">
                  <a16:creationId xmlns:a16="http://schemas.microsoft.com/office/drawing/2014/main" id="{5E3A47ED-3963-76D9-7725-3D9436FA0875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997" name="직선 연결선 996">
            <a:extLst>
              <a:ext uri="{FF2B5EF4-FFF2-40B4-BE49-F238E27FC236}">
                <a16:creationId xmlns:a16="http://schemas.microsoft.com/office/drawing/2014/main" id="{522E2AAB-2045-DB35-4C4C-C7B11CD3D7E2}"/>
              </a:ext>
            </a:extLst>
          </p:cNvPr>
          <p:cNvCxnSpPr/>
          <p:nvPr/>
        </p:nvCxnSpPr>
        <p:spPr>
          <a:xfrm>
            <a:off x="7877154" y="4273405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모서리가 둥근 직사각형 997">
            <a:extLst>
              <a:ext uri="{FF2B5EF4-FFF2-40B4-BE49-F238E27FC236}">
                <a16:creationId xmlns:a16="http://schemas.microsoft.com/office/drawing/2014/main" id="{27978B7B-4188-0052-0932-413907978914}"/>
              </a:ext>
            </a:extLst>
          </p:cNvPr>
          <p:cNvSpPr/>
          <p:nvPr/>
        </p:nvSpPr>
        <p:spPr>
          <a:xfrm>
            <a:off x="7807346" y="4219907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99" name="직선 연결선 998">
            <a:extLst>
              <a:ext uri="{FF2B5EF4-FFF2-40B4-BE49-F238E27FC236}">
                <a16:creationId xmlns:a16="http://schemas.microsoft.com/office/drawing/2014/main" id="{387CD043-AC60-83D3-F285-4175C0708980}"/>
              </a:ext>
            </a:extLst>
          </p:cNvPr>
          <p:cNvCxnSpPr/>
          <p:nvPr/>
        </p:nvCxnSpPr>
        <p:spPr>
          <a:xfrm flipH="1">
            <a:off x="8090823" y="4412371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직선 연결선 999">
            <a:extLst>
              <a:ext uri="{FF2B5EF4-FFF2-40B4-BE49-F238E27FC236}">
                <a16:creationId xmlns:a16="http://schemas.microsoft.com/office/drawing/2014/main" id="{CD3AFC2F-71C5-7CA0-D78F-5E4692CEC1C7}"/>
              </a:ext>
            </a:extLst>
          </p:cNvPr>
          <p:cNvCxnSpPr/>
          <p:nvPr/>
        </p:nvCxnSpPr>
        <p:spPr>
          <a:xfrm>
            <a:off x="8181179" y="4670681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연결선 1000">
            <a:extLst>
              <a:ext uri="{FF2B5EF4-FFF2-40B4-BE49-F238E27FC236}">
                <a16:creationId xmlns:a16="http://schemas.microsoft.com/office/drawing/2014/main" id="{17F33999-86C5-B008-FD9A-E1CF971D9A50}"/>
              </a:ext>
            </a:extLst>
          </p:cNvPr>
          <p:cNvCxnSpPr/>
          <p:nvPr/>
        </p:nvCxnSpPr>
        <p:spPr>
          <a:xfrm>
            <a:off x="7987946" y="4670681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직선 연결선 1001">
            <a:extLst>
              <a:ext uri="{FF2B5EF4-FFF2-40B4-BE49-F238E27FC236}">
                <a16:creationId xmlns:a16="http://schemas.microsoft.com/office/drawing/2014/main" id="{E5B70651-F7EF-5859-1187-C710C46B0C7C}"/>
              </a:ext>
            </a:extLst>
          </p:cNvPr>
          <p:cNvCxnSpPr/>
          <p:nvPr/>
        </p:nvCxnSpPr>
        <p:spPr>
          <a:xfrm>
            <a:off x="8090823" y="451918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직선 연결선 1002">
            <a:extLst>
              <a:ext uri="{FF2B5EF4-FFF2-40B4-BE49-F238E27FC236}">
                <a16:creationId xmlns:a16="http://schemas.microsoft.com/office/drawing/2014/main" id="{C2AE17D7-C31E-1893-F4FD-CF6E2C73B47A}"/>
              </a:ext>
            </a:extLst>
          </p:cNvPr>
          <p:cNvCxnSpPr/>
          <p:nvPr/>
        </p:nvCxnSpPr>
        <p:spPr>
          <a:xfrm flipH="1">
            <a:off x="7983212" y="4512158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모서리가 둥근 직사각형 1003">
            <a:extLst>
              <a:ext uri="{FF2B5EF4-FFF2-40B4-BE49-F238E27FC236}">
                <a16:creationId xmlns:a16="http://schemas.microsoft.com/office/drawing/2014/main" id="{D0114715-3113-927E-C762-35742C3BEFFF}"/>
              </a:ext>
            </a:extLst>
          </p:cNvPr>
          <p:cNvSpPr/>
          <p:nvPr/>
        </p:nvSpPr>
        <p:spPr>
          <a:xfrm>
            <a:off x="7907683" y="476438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5" name="모서리가 둥근 직사각형 1004">
            <a:extLst>
              <a:ext uri="{FF2B5EF4-FFF2-40B4-BE49-F238E27FC236}">
                <a16:creationId xmlns:a16="http://schemas.microsoft.com/office/drawing/2014/main" id="{6D4FE0E0-85DB-3C85-1638-5A5F25719D32}"/>
              </a:ext>
            </a:extLst>
          </p:cNvPr>
          <p:cNvSpPr/>
          <p:nvPr/>
        </p:nvSpPr>
        <p:spPr>
          <a:xfrm>
            <a:off x="7907683" y="46107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6" name="모서리가 둥근 직사각형 1005">
            <a:extLst>
              <a:ext uri="{FF2B5EF4-FFF2-40B4-BE49-F238E27FC236}">
                <a16:creationId xmlns:a16="http://schemas.microsoft.com/office/drawing/2014/main" id="{41EA599F-1FE1-43A5-083D-4C2948844033}"/>
              </a:ext>
            </a:extLst>
          </p:cNvPr>
          <p:cNvSpPr/>
          <p:nvPr/>
        </p:nvSpPr>
        <p:spPr>
          <a:xfrm>
            <a:off x="8100093" y="476438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7" name="모서리가 둥근 직사각형 1006">
            <a:extLst>
              <a:ext uri="{FF2B5EF4-FFF2-40B4-BE49-F238E27FC236}">
                <a16:creationId xmlns:a16="http://schemas.microsoft.com/office/drawing/2014/main" id="{29205351-3B1D-5B4C-3656-04727CF63807}"/>
              </a:ext>
            </a:extLst>
          </p:cNvPr>
          <p:cNvSpPr/>
          <p:nvPr/>
        </p:nvSpPr>
        <p:spPr>
          <a:xfrm>
            <a:off x="8100093" y="46107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8" name="모서리가 둥근 직사각형 1007">
            <a:extLst>
              <a:ext uri="{FF2B5EF4-FFF2-40B4-BE49-F238E27FC236}">
                <a16:creationId xmlns:a16="http://schemas.microsoft.com/office/drawing/2014/main" id="{C7989D03-0977-B02F-9756-90F6600FE152}"/>
              </a:ext>
            </a:extLst>
          </p:cNvPr>
          <p:cNvSpPr/>
          <p:nvPr/>
        </p:nvSpPr>
        <p:spPr>
          <a:xfrm>
            <a:off x="8009737" y="445712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09" name="직선 연결선 1008">
            <a:extLst>
              <a:ext uri="{FF2B5EF4-FFF2-40B4-BE49-F238E27FC236}">
                <a16:creationId xmlns:a16="http://schemas.microsoft.com/office/drawing/2014/main" id="{3ECC0905-4CE6-AA43-05CA-1FC32A7C469B}"/>
              </a:ext>
            </a:extLst>
          </p:cNvPr>
          <p:cNvCxnSpPr/>
          <p:nvPr/>
        </p:nvCxnSpPr>
        <p:spPr>
          <a:xfrm>
            <a:off x="8371882" y="4565125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직선 연결선 1009">
            <a:extLst>
              <a:ext uri="{FF2B5EF4-FFF2-40B4-BE49-F238E27FC236}">
                <a16:creationId xmlns:a16="http://schemas.microsoft.com/office/drawing/2014/main" id="{8E1959CA-96C9-0305-F2F2-EED2B154093D}"/>
              </a:ext>
            </a:extLst>
          </p:cNvPr>
          <p:cNvCxnSpPr/>
          <p:nvPr/>
        </p:nvCxnSpPr>
        <p:spPr>
          <a:xfrm>
            <a:off x="8281527" y="4413628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모서리가 둥근 직사각형 1010">
            <a:extLst>
              <a:ext uri="{FF2B5EF4-FFF2-40B4-BE49-F238E27FC236}">
                <a16:creationId xmlns:a16="http://schemas.microsoft.com/office/drawing/2014/main" id="{5FBBCFF8-E023-5390-0B99-0530132A334D}"/>
              </a:ext>
            </a:extLst>
          </p:cNvPr>
          <p:cNvSpPr/>
          <p:nvPr/>
        </p:nvSpPr>
        <p:spPr>
          <a:xfrm>
            <a:off x="8290797" y="465883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12" name="모서리가 둥근 직사각형 1011">
            <a:extLst>
              <a:ext uri="{FF2B5EF4-FFF2-40B4-BE49-F238E27FC236}">
                <a16:creationId xmlns:a16="http://schemas.microsoft.com/office/drawing/2014/main" id="{38F7AE1E-2ED8-0F81-A1F8-C2224B479806}"/>
              </a:ext>
            </a:extLst>
          </p:cNvPr>
          <p:cNvSpPr/>
          <p:nvPr/>
        </p:nvSpPr>
        <p:spPr>
          <a:xfrm>
            <a:off x="8290797" y="450520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13" name="모서리가 둥근 직사각형 1012">
            <a:extLst>
              <a:ext uri="{FF2B5EF4-FFF2-40B4-BE49-F238E27FC236}">
                <a16:creationId xmlns:a16="http://schemas.microsoft.com/office/drawing/2014/main" id="{7E067CBF-5921-7452-8A7E-B555F1B133EC}"/>
              </a:ext>
            </a:extLst>
          </p:cNvPr>
          <p:cNvSpPr/>
          <p:nvPr/>
        </p:nvSpPr>
        <p:spPr>
          <a:xfrm>
            <a:off x="8200441" y="4351571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4" name="직선 연결선 1013">
            <a:extLst>
              <a:ext uri="{FF2B5EF4-FFF2-40B4-BE49-F238E27FC236}">
                <a16:creationId xmlns:a16="http://schemas.microsoft.com/office/drawing/2014/main" id="{79A86BFF-189E-3E52-DD2A-9C02096D312B}"/>
              </a:ext>
            </a:extLst>
          </p:cNvPr>
          <p:cNvCxnSpPr/>
          <p:nvPr/>
        </p:nvCxnSpPr>
        <p:spPr>
          <a:xfrm flipH="1">
            <a:off x="10161461" y="4205770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직선 연결선 1014">
            <a:extLst>
              <a:ext uri="{FF2B5EF4-FFF2-40B4-BE49-F238E27FC236}">
                <a16:creationId xmlns:a16="http://schemas.microsoft.com/office/drawing/2014/main" id="{4550E5B5-402E-A4BA-45E0-5FBB94A3DBDC}"/>
              </a:ext>
            </a:extLst>
          </p:cNvPr>
          <p:cNvCxnSpPr/>
          <p:nvPr/>
        </p:nvCxnSpPr>
        <p:spPr>
          <a:xfrm>
            <a:off x="10014048" y="4112064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모서리가 둥근 직사각형 1015">
            <a:extLst>
              <a:ext uri="{FF2B5EF4-FFF2-40B4-BE49-F238E27FC236}">
                <a16:creationId xmlns:a16="http://schemas.microsoft.com/office/drawing/2014/main" id="{AA6F4171-22B4-A57B-8AAD-0E7D1FEEA31E}"/>
              </a:ext>
            </a:extLst>
          </p:cNvPr>
          <p:cNvSpPr/>
          <p:nvPr/>
        </p:nvSpPr>
        <p:spPr>
          <a:xfrm>
            <a:off x="9846283" y="4005142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1017" name="그룹 1016">
            <a:extLst>
              <a:ext uri="{FF2B5EF4-FFF2-40B4-BE49-F238E27FC236}">
                <a16:creationId xmlns:a16="http://schemas.microsoft.com/office/drawing/2014/main" id="{95CB56B3-EBFA-DF9F-D222-22F8F5F01B4D}"/>
              </a:ext>
            </a:extLst>
          </p:cNvPr>
          <p:cNvGrpSpPr/>
          <p:nvPr/>
        </p:nvGrpSpPr>
        <p:grpSpPr>
          <a:xfrm>
            <a:off x="9549849" y="4724579"/>
            <a:ext cx="1178592" cy="664328"/>
            <a:chOff x="2380665" y="3181691"/>
            <a:chExt cx="14101534" cy="8690468"/>
          </a:xfrm>
        </p:grpSpPr>
        <p:cxnSp>
          <p:nvCxnSpPr>
            <p:cNvPr id="1140" name="직선 연결선 1139">
              <a:extLst>
                <a:ext uri="{FF2B5EF4-FFF2-40B4-BE49-F238E27FC236}">
                  <a16:creationId xmlns:a16="http://schemas.microsoft.com/office/drawing/2014/main" id="{9C169638-1B3A-092A-2F0A-3DAE9314BA68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직선 연결선 1140">
              <a:extLst>
                <a:ext uri="{FF2B5EF4-FFF2-40B4-BE49-F238E27FC236}">
                  <a16:creationId xmlns:a16="http://schemas.microsoft.com/office/drawing/2014/main" id="{F52EEFB8-B808-7594-FF9A-6F46EE4BBEE5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직선 연결선 1141">
              <a:extLst>
                <a:ext uri="{FF2B5EF4-FFF2-40B4-BE49-F238E27FC236}">
                  <a16:creationId xmlns:a16="http://schemas.microsoft.com/office/drawing/2014/main" id="{6E9F221D-6A5B-88A8-472F-FE7CD9FC8419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직선 연결선 1142">
              <a:extLst>
                <a:ext uri="{FF2B5EF4-FFF2-40B4-BE49-F238E27FC236}">
                  <a16:creationId xmlns:a16="http://schemas.microsoft.com/office/drawing/2014/main" id="{D162175B-3AB2-47C3-C62B-640A9120E559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직선 연결선 1143">
              <a:extLst>
                <a:ext uri="{FF2B5EF4-FFF2-40B4-BE49-F238E27FC236}">
                  <a16:creationId xmlns:a16="http://schemas.microsoft.com/office/drawing/2014/main" id="{DB5C784B-CA6A-E128-68ED-E5D08F71DB8D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5" name="모서리가 둥근 직사각형 1144">
              <a:extLst>
                <a:ext uri="{FF2B5EF4-FFF2-40B4-BE49-F238E27FC236}">
                  <a16:creationId xmlns:a16="http://schemas.microsoft.com/office/drawing/2014/main" id="{7BAA8558-75DE-E92F-1E13-BF4F33DBE1A5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46" name="모서리가 둥근 직사각형 1145">
              <a:extLst>
                <a:ext uri="{FF2B5EF4-FFF2-40B4-BE49-F238E27FC236}">
                  <a16:creationId xmlns:a16="http://schemas.microsoft.com/office/drawing/2014/main" id="{559BE7DA-C938-47E5-7E3E-2ACF6DBA2579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47" name="모서리가 둥근 직사각형 1146">
              <a:extLst>
                <a:ext uri="{FF2B5EF4-FFF2-40B4-BE49-F238E27FC236}">
                  <a16:creationId xmlns:a16="http://schemas.microsoft.com/office/drawing/2014/main" id="{8B94652F-0908-A918-F30E-B4BA11E9D19A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48" name="모서리가 둥근 직사각형 1147">
              <a:extLst>
                <a:ext uri="{FF2B5EF4-FFF2-40B4-BE49-F238E27FC236}">
                  <a16:creationId xmlns:a16="http://schemas.microsoft.com/office/drawing/2014/main" id="{ADEB7164-1715-B332-1E0C-BB9A2D29A342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49" name="모서리가 둥근 직사각형 1148">
              <a:extLst>
                <a:ext uri="{FF2B5EF4-FFF2-40B4-BE49-F238E27FC236}">
                  <a16:creationId xmlns:a16="http://schemas.microsoft.com/office/drawing/2014/main" id="{75482D61-BA32-306C-9CF6-0BDC00C3E9F2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50" name="직선 연결선 1149">
              <a:extLst>
                <a:ext uri="{FF2B5EF4-FFF2-40B4-BE49-F238E27FC236}">
                  <a16:creationId xmlns:a16="http://schemas.microsoft.com/office/drawing/2014/main" id="{BEA2966C-AF73-6132-DEDA-80BC1FE9B3EF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1" name="모서리가 둥근 직사각형 1150">
              <a:extLst>
                <a:ext uri="{FF2B5EF4-FFF2-40B4-BE49-F238E27FC236}">
                  <a16:creationId xmlns:a16="http://schemas.microsoft.com/office/drawing/2014/main" id="{18473E97-D48D-E42D-B35A-373E08DD5528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152" name="직선 연결선 1151">
              <a:extLst>
                <a:ext uri="{FF2B5EF4-FFF2-40B4-BE49-F238E27FC236}">
                  <a16:creationId xmlns:a16="http://schemas.microsoft.com/office/drawing/2014/main" id="{559F915B-E46D-A6BE-C127-623097E87632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직선 연결선 1152">
              <a:extLst>
                <a:ext uri="{FF2B5EF4-FFF2-40B4-BE49-F238E27FC236}">
                  <a16:creationId xmlns:a16="http://schemas.microsoft.com/office/drawing/2014/main" id="{8AC2B257-C722-CBA7-D157-0BD4CECEE454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4" name="모서리가 둥근 직사각형 1153">
              <a:extLst>
                <a:ext uri="{FF2B5EF4-FFF2-40B4-BE49-F238E27FC236}">
                  <a16:creationId xmlns:a16="http://schemas.microsoft.com/office/drawing/2014/main" id="{F8BFEC0E-40C7-3B06-3D79-C0DF5946C012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55" name="모서리가 둥근 직사각형 1154">
              <a:extLst>
                <a:ext uri="{FF2B5EF4-FFF2-40B4-BE49-F238E27FC236}">
                  <a16:creationId xmlns:a16="http://schemas.microsoft.com/office/drawing/2014/main" id="{04D5D64F-6D7F-06A7-ACAF-CBFA056513E9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56" name="모서리가 둥근 직사각형 1155">
              <a:extLst>
                <a:ext uri="{FF2B5EF4-FFF2-40B4-BE49-F238E27FC236}">
                  <a16:creationId xmlns:a16="http://schemas.microsoft.com/office/drawing/2014/main" id="{2D55F06B-FE85-DFCE-8E2D-6E08729ACAC3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57" name="직선 연결선 1156">
              <a:extLst>
                <a:ext uri="{FF2B5EF4-FFF2-40B4-BE49-F238E27FC236}">
                  <a16:creationId xmlns:a16="http://schemas.microsoft.com/office/drawing/2014/main" id="{F94EAD5A-70F7-EA4E-C243-DF81E84779B0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직선 연결선 1157">
              <a:extLst>
                <a:ext uri="{FF2B5EF4-FFF2-40B4-BE49-F238E27FC236}">
                  <a16:creationId xmlns:a16="http://schemas.microsoft.com/office/drawing/2014/main" id="{9450BC1E-1EBE-E5E8-2AF5-8CDBDAEEEF18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직선 연결선 1158">
              <a:extLst>
                <a:ext uri="{FF2B5EF4-FFF2-40B4-BE49-F238E27FC236}">
                  <a16:creationId xmlns:a16="http://schemas.microsoft.com/office/drawing/2014/main" id="{1CAA0CCB-8EF8-3691-7C9E-2D032C064149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0" name="직선 연결선 1159">
              <a:extLst>
                <a:ext uri="{FF2B5EF4-FFF2-40B4-BE49-F238E27FC236}">
                  <a16:creationId xmlns:a16="http://schemas.microsoft.com/office/drawing/2014/main" id="{59B8C17A-CA64-74E8-DD90-CB23F01C38A8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1" name="직선 연결선 1160">
              <a:extLst>
                <a:ext uri="{FF2B5EF4-FFF2-40B4-BE49-F238E27FC236}">
                  <a16:creationId xmlns:a16="http://schemas.microsoft.com/office/drawing/2014/main" id="{17109C27-A361-03BD-8802-A67D7C9E0EC2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2" name="모서리가 둥근 직사각형 1161">
              <a:extLst>
                <a:ext uri="{FF2B5EF4-FFF2-40B4-BE49-F238E27FC236}">
                  <a16:creationId xmlns:a16="http://schemas.microsoft.com/office/drawing/2014/main" id="{6DCFB9AE-CD27-AE04-5E14-5540482B7548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63" name="모서리가 둥근 직사각형 1162">
              <a:extLst>
                <a:ext uri="{FF2B5EF4-FFF2-40B4-BE49-F238E27FC236}">
                  <a16:creationId xmlns:a16="http://schemas.microsoft.com/office/drawing/2014/main" id="{F722AB32-9CD9-B69C-F123-C5EE67402455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64" name="모서리가 둥근 직사각형 1163">
              <a:extLst>
                <a:ext uri="{FF2B5EF4-FFF2-40B4-BE49-F238E27FC236}">
                  <a16:creationId xmlns:a16="http://schemas.microsoft.com/office/drawing/2014/main" id="{186DE0C7-9583-316D-1ABE-F79E033EB165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65" name="모서리가 둥근 직사각형 1164">
              <a:extLst>
                <a:ext uri="{FF2B5EF4-FFF2-40B4-BE49-F238E27FC236}">
                  <a16:creationId xmlns:a16="http://schemas.microsoft.com/office/drawing/2014/main" id="{74AD168F-F3C0-B77D-E62B-3E5F06DC9581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66" name="모서리가 둥근 직사각형 1165">
              <a:extLst>
                <a:ext uri="{FF2B5EF4-FFF2-40B4-BE49-F238E27FC236}">
                  <a16:creationId xmlns:a16="http://schemas.microsoft.com/office/drawing/2014/main" id="{F6752563-F0DA-44CC-B3BB-BCE5F39ACD36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67" name="직선 연결선 1166">
              <a:extLst>
                <a:ext uri="{FF2B5EF4-FFF2-40B4-BE49-F238E27FC236}">
                  <a16:creationId xmlns:a16="http://schemas.microsoft.com/office/drawing/2014/main" id="{0FAEB7AB-3FAA-6231-0D8A-80FC06268554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8" name="직선 연결선 1167">
              <a:extLst>
                <a:ext uri="{FF2B5EF4-FFF2-40B4-BE49-F238E27FC236}">
                  <a16:creationId xmlns:a16="http://schemas.microsoft.com/office/drawing/2014/main" id="{695C66CE-8B45-8FA8-1E03-0D0DAE1204F9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9" name="모서리가 둥근 직사각형 1168">
              <a:extLst>
                <a:ext uri="{FF2B5EF4-FFF2-40B4-BE49-F238E27FC236}">
                  <a16:creationId xmlns:a16="http://schemas.microsoft.com/office/drawing/2014/main" id="{BD951C76-590D-3956-5AA1-4DD68EBEBDF5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70" name="모서리가 둥근 직사각형 1169">
              <a:extLst>
                <a:ext uri="{FF2B5EF4-FFF2-40B4-BE49-F238E27FC236}">
                  <a16:creationId xmlns:a16="http://schemas.microsoft.com/office/drawing/2014/main" id="{80FAEB91-3645-B7FA-22C8-FB7D9F561F51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71" name="모서리가 둥근 직사각형 1170">
              <a:extLst>
                <a:ext uri="{FF2B5EF4-FFF2-40B4-BE49-F238E27FC236}">
                  <a16:creationId xmlns:a16="http://schemas.microsoft.com/office/drawing/2014/main" id="{102F1F63-212F-3EC4-98A7-3DC0A5426026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018" name="직선 연결선 1017">
            <a:extLst>
              <a:ext uri="{FF2B5EF4-FFF2-40B4-BE49-F238E27FC236}">
                <a16:creationId xmlns:a16="http://schemas.microsoft.com/office/drawing/2014/main" id="{32D8372B-A6C1-63B1-CBB4-C1BF099CCCAB}"/>
              </a:ext>
            </a:extLst>
          </p:cNvPr>
          <p:cNvCxnSpPr/>
          <p:nvPr/>
        </p:nvCxnSpPr>
        <p:spPr>
          <a:xfrm>
            <a:off x="10388435" y="4204059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9" name="모서리가 둥근 직사각형 1018">
            <a:extLst>
              <a:ext uri="{FF2B5EF4-FFF2-40B4-BE49-F238E27FC236}">
                <a16:creationId xmlns:a16="http://schemas.microsoft.com/office/drawing/2014/main" id="{A130AB4A-B633-2EFA-83E3-C7F340A23881}"/>
              </a:ext>
            </a:extLst>
          </p:cNvPr>
          <p:cNvSpPr/>
          <p:nvPr/>
        </p:nvSpPr>
        <p:spPr>
          <a:xfrm>
            <a:off x="10318627" y="4150561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20" name="직선 연결선 1019">
            <a:extLst>
              <a:ext uri="{FF2B5EF4-FFF2-40B4-BE49-F238E27FC236}">
                <a16:creationId xmlns:a16="http://schemas.microsoft.com/office/drawing/2014/main" id="{83B7D02A-405C-BB15-A5B1-1331DC39706A}"/>
              </a:ext>
            </a:extLst>
          </p:cNvPr>
          <p:cNvCxnSpPr/>
          <p:nvPr/>
        </p:nvCxnSpPr>
        <p:spPr>
          <a:xfrm flipH="1">
            <a:off x="10602104" y="4343025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직선 연결선 1020">
            <a:extLst>
              <a:ext uri="{FF2B5EF4-FFF2-40B4-BE49-F238E27FC236}">
                <a16:creationId xmlns:a16="http://schemas.microsoft.com/office/drawing/2014/main" id="{617C22C9-EFDD-3ABF-E88B-865F9D9C995F}"/>
              </a:ext>
            </a:extLst>
          </p:cNvPr>
          <p:cNvCxnSpPr/>
          <p:nvPr/>
        </p:nvCxnSpPr>
        <p:spPr>
          <a:xfrm>
            <a:off x="10692460" y="4601335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직선 연결선 1021">
            <a:extLst>
              <a:ext uri="{FF2B5EF4-FFF2-40B4-BE49-F238E27FC236}">
                <a16:creationId xmlns:a16="http://schemas.microsoft.com/office/drawing/2014/main" id="{1F881CA8-4A52-85F6-3B2B-DD24B88ED3E1}"/>
              </a:ext>
            </a:extLst>
          </p:cNvPr>
          <p:cNvCxnSpPr/>
          <p:nvPr/>
        </p:nvCxnSpPr>
        <p:spPr>
          <a:xfrm>
            <a:off x="10499227" y="4601335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직선 연결선 1022">
            <a:extLst>
              <a:ext uri="{FF2B5EF4-FFF2-40B4-BE49-F238E27FC236}">
                <a16:creationId xmlns:a16="http://schemas.microsoft.com/office/drawing/2014/main" id="{AD9801DE-F867-CF2B-C803-6794E9F182E4}"/>
              </a:ext>
            </a:extLst>
          </p:cNvPr>
          <p:cNvCxnSpPr/>
          <p:nvPr/>
        </p:nvCxnSpPr>
        <p:spPr>
          <a:xfrm>
            <a:off x="10602103" y="4449838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직선 연결선 1023">
            <a:extLst>
              <a:ext uri="{FF2B5EF4-FFF2-40B4-BE49-F238E27FC236}">
                <a16:creationId xmlns:a16="http://schemas.microsoft.com/office/drawing/2014/main" id="{6E6DA94D-0A4D-DD30-38E4-D96DABEB4BDF}"/>
              </a:ext>
            </a:extLst>
          </p:cNvPr>
          <p:cNvCxnSpPr/>
          <p:nvPr/>
        </p:nvCxnSpPr>
        <p:spPr>
          <a:xfrm flipH="1">
            <a:off x="10494493" y="4442812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모서리가 둥근 직사각형 1024">
            <a:extLst>
              <a:ext uri="{FF2B5EF4-FFF2-40B4-BE49-F238E27FC236}">
                <a16:creationId xmlns:a16="http://schemas.microsoft.com/office/drawing/2014/main" id="{6D655B57-E536-03FE-DBED-31BFF9110184}"/>
              </a:ext>
            </a:extLst>
          </p:cNvPr>
          <p:cNvSpPr/>
          <p:nvPr/>
        </p:nvSpPr>
        <p:spPr>
          <a:xfrm>
            <a:off x="10418964" y="469504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6" name="모서리가 둥근 직사각형 1025">
            <a:extLst>
              <a:ext uri="{FF2B5EF4-FFF2-40B4-BE49-F238E27FC236}">
                <a16:creationId xmlns:a16="http://schemas.microsoft.com/office/drawing/2014/main" id="{B9C67D49-3444-E58B-C87E-8BA2BC7EB231}"/>
              </a:ext>
            </a:extLst>
          </p:cNvPr>
          <p:cNvSpPr/>
          <p:nvPr/>
        </p:nvSpPr>
        <p:spPr>
          <a:xfrm>
            <a:off x="10418964" y="454141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7" name="모서리가 둥근 직사각형 1026">
            <a:extLst>
              <a:ext uri="{FF2B5EF4-FFF2-40B4-BE49-F238E27FC236}">
                <a16:creationId xmlns:a16="http://schemas.microsoft.com/office/drawing/2014/main" id="{1E580804-3BC8-A8D8-4627-9FB1FACB4F75}"/>
              </a:ext>
            </a:extLst>
          </p:cNvPr>
          <p:cNvSpPr/>
          <p:nvPr/>
        </p:nvSpPr>
        <p:spPr>
          <a:xfrm>
            <a:off x="10611373" y="469504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8" name="모서리가 둥근 직사각형 1027">
            <a:extLst>
              <a:ext uri="{FF2B5EF4-FFF2-40B4-BE49-F238E27FC236}">
                <a16:creationId xmlns:a16="http://schemas.microsoft.com/office/drawing/2014/main" id="{9B7C0742-E044-F4EA-7762-F9F823C333BA}"/>
              </a:ext>
            </a:extLst>
          </p:cNvPr>
          <p:cNvSpPr/>
          <p:nvPr/>
        </p:nvSpPr>
        <p:spPr>
          <a:xfrm>
            <a:off x="10611373" y="454141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9" name="모서리가 둥근 직사각형 1028">
            <a:extLst>
              <a:ext uri="{FF2B5EF4-FFF2-40B4-BE49-F238E27FC236}">
                <a16:creationId xmlns:a16="http://schemas.microsoft.com/office/drawing/2014/main" id="{93B7CDD3-9511-B97F-14B0-3FB85CEE83FA}"/>
              </a:ext>
            </a:extLst>
          </p:cNvPr>
          <p:cNvSpPr/>
          <p:nvPr/>
        </p:nvSpPr>
        <p:spPr>
          <a:xfrm>
            <a:off x="10521018" y="438778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A0CC7ADD-DBA7-E274-99AF-24FF7FB1228F}"/>
              </a:ext>
            </a:extLst>
          </p:cNvPr>
          <p:cNvCxnSpPr/>
          <p:nvPr/>
        </p:nvCxnSpPr>
        <p:spPr>
          <a:xfrm>
            <a:off x="10883164" y="4495778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C1AD2537-62C0-BD55-35B3-BF4273084C6E}"/>
              </a:ext>
            </a:extLst>
          </p:cNvPr>
          <p:cNvCxnSpPr/>
          <p:nvPr/>
        </p:nvCxnSpPr>
        <p:spPr>
          <a:xfrm>
            <a:off x="10792808" y="4344282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모서리가 둥근 직사각형 1031">
            <a:extLst>
              <a:ext uri="{FF2B5EF4-FFF2-40B4-BE49-F238E27FC236}">
                <a16:creationId xmlns:a16="http://schemas.microsoft.com/office/drawing/2014/main" id="{0012D1C7-7608-1C1D-6080-563F7E09CB62}"/>
              </a:ext>
            </a:extLst>
          </p:cNvPr>
          <p:cNvSpPr/>
          <p:nvPr/>
        </p:nvSpPr>
        <p:spPr>
          <a:xfrm>
            <a:off x="10802078" y="4589486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33" name="모서리가 둥근 직사각형 1032">
            <a:extLst>
              <a:ext uri="{FF2B5EF4-FFF2-40B4-BE49-F238E27FC236}">
                <a16:creationId xmlns:a16="http://schemas.microsoft.com/office/drawing/2014/main" id="{DA424022-2F5A-64C6-C597-4CF97C0E6C4C}"/>
              </a:ext>
            </a:extLst>
          </p:cNvPr>
          <p:cNvSpPr/>
          <p:nvPr/>
        </p:nvSpPr>
        <p:spPr>
          <a:xfrm>
            <a:off x="10802078" y="443585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34" name="모서리가 둥근 직사각형 1033">
            <a:extLst>
              <a:ext uri="{FF2B5EF4-FFF2-40B4-BE49-F238E27FC236}">
                <a16:creationId xmlns:a16="http://schemas.microsoft.com/office/drawing/2014/main" id="{4CC77474-02C0-3B72-0CF0-66CFD6EEA671}"/>
              </a:ext>
            </a:extLst>
          </p:cNvPr>
          <p:cNvSpPr/>
          <p:nvPr/>
        </p:nvSpPr>
        <p:spPr>
          <a:xfrm>
            <a:off x="10711722" y="428222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35" name="직선 연결선 1034">
            <a:extLst>
              <a:ext uri="{FF2B5EF4-FFF2-40B4-BE49-F238E27FC236}">
                <a16:creationId xmlns:a16="http://schemas.microsoft.com/office/drawing/2014/main" id="{D97D6C79-9652-8E1F-CD7A-05C638417002}"/>
              </a:ext>
            </a:extLst>
          </p:cNvPr>
          <p:cNvCxnSpPr/>
          <p:nvPr/>
        </p:nvCxnSpPr>
        <p:spPr>
          <a:xfrm flipH="1">
            <a:off x="9646111" y="5575705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연결선 1035">
            <a:extLst>
              <a:ext uri="{FF2B5EF4-FFF2-40B4-BE49-F238E27FC236}">
                <a16:creationId xmlns:a16="http://schemas.microsoft.com/office/drawing/2014/main" id="{9219D248-26C3-3C18-2BB7-26E9E6AD07BE}"/>
              </a:ext>
            </a:extLst>
          </p:cNvPr>
          <p:cNvCxnSpPr/>
          <p:nvPr/>
        </p:nvCxnSpPr>
        <p:spPr>
          <a:xfrm>
            <a:off x="9244447" y="5370931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직선 연결선 1036">
            <a:extLst>
              <a:ext uri="{FF2B5EF4-FFF2-40B4-BE49-F238E27FC236}">
                <a16:creationId xmlns:a16="http://schemas.microsoft.com/office/drawing/2014/main" id="{CD5DA9DD-B339-FFE3-96F3-05EC3E97C892}"/>
              </a:ext>
            </a:extLst>
          </p:cNvPr>
          <p:cNvCxnSpPr/>
          <p:nvPr/>
        </p:nvCxnSpPr>
        <p:spPr>
          <a:xfrm flipH="1">
            <a:off x="8627191" y="5353629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A3FDC674-2B35-A9D6-7C18-E736172B8F1C}"/>
              </a:ext>
            </a:extLst>
          </p:cNvPr>
          <p:cNvCxnSpPr/>
          <p:nvPr/>
        </p:nvCxnSpPr>
        <p:spPr>
          <a:xfrm flipH="1">
            <a:off x="8345252" y="5574674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모서리가 둥근 직사각형 1038">
            <a:extLst>
              <a:ext uri="{FF2B5EF4-FFF2-40B4-BE49-F238E27FC236}">
                <a16:creationId xmlns:a16="http://schemas.microsoft.com/office/drawing/2014/main" id="{5A72B3F0-8AC5-0D9C-0E49-1CFD1D70B675}"/>
              </a:ext>
            </a:extLst>
          </p:cNvPr>
          <p:cNvSpPr/>
          <p:nvPr/>
        </p:nvSpPr>
        <p:spPr>
          <a:xfrm>
            <a:off x="9066962" y="5253479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040" name="직선 연결선 1039">
            <a:extLst>
              <a:ext uri="{FF2B5EF4-FFF2-40B4-BE49-F238E27FC236}">
                <a16:creationId xmlns:a16="http://schemas.microsoft.com/office/drawing/2014/main" id="{E977B523-1FCC-554C-D0FE-2CD43DE5694F}"/>
              </a:ext>
            </a:extLst>
          </p:cNvPr>
          <p:cNvCxnSpPr/>
          <p:nvPr/>
        </p:nvCxnSpPr>
        <p:spPr>
          <a:xfrm flipH="1">
            <a:off x="7928073" y="6133328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10F97B46-68D2-410D-6C3B-269CDCABC6B5}"/>
              </a:ext>
            </a:extLst>
          </p:cNvPr>
          <p:cNvCxnSpPr/>
          <p:nvPr/>
        </p:nvCxnSpPr>
        <p:spPr>
          <a:xfrm>
            <a:off x="8018428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A63BBFE5-7694-82EF-D47F-F75232EA9221}"/>
              </a:ext>
            </a:extLst>
          </p:cNvPr>
          <p:cNvCxnSpPr/>
          <p:nvPr/>
        </p:nvCxnSpPr>
        <p:spPr>
          <a:xfrm>
            <a:off x="7825195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447F8BE8-3626-58D4-82EA-F4AC0082E3DC}"/>
              </a:ext>
            </a:extLst>
          </p:cNvPr>
          <p:cNvCxnSpPr/>
          <p:nvPr/>
        </p:nvCxnSpPr>
        <p:spPr>
          <a:xfrm>
            <a:off x="7928073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연결선 1043">
            <a:extLst>
              <a:ext uri="{FF2B5EF4-FFF2-40B4-BE49-F238E27FC236}">
                <a16:creationId xmlns:a16="http://schemas.microsoft.com/office/drawing/2014/main" id="{9FA7D016-D635-B52D-C92A-648C1C856BE1}"/>
              </a:ext>
            </a:extLst>
          </p:cNvPr>
          <p:cNvCxnSpPr/>
          <p:nvPr/>
        </p:nvCxnSpPr>
        <p:spPr>
          <a:xfrm flipH="1">
            <a:off x="7820463" y="6373710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모서리가 둥근 직사각형 1044">
            <a:extLst>
              <a:ext uri="{FF2B5EF4-FFF2-40B4-BE49-F238E27FC236}">
                <a16:creationId xmlns:a16="http://schemas.microsoft.com/office/drawing/2014/main" id="{FBD9DCFA-F808-280C-44C6-43C6898435B6}"/>
              </a:ext>
            </a:extLst>
          </p:cNvPr>
          <p:cNvSpPr/>
          <p:nvPr/>
        </p:nvSpPr>
        <p:spPr>
          <a:xfrm>
            <a:off x="7744932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6" name="모서리가 둥근 직사각형 1045">
            <a:extLst>
              <a:ext uri="{FF2B5EF4-FFF2-40B4-BE49-F238E27FC236}">
                <a16:creationId xmlns:a16="http://schemas.microsoft.com/office/drawing/2014/main" id="{28AC09C2-253E-7963-E70E-EAC85C7ADC25}"/>
              </a:ext>
            </a:extLst>
          </p:cNvPr>
          <p:cNvSpPr/>
          <p:nvPr/>
        </p:nvSpPr>
        <p:spPr>
          <a:xfrm>
            <a:off x="7744932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7" name="모서리가 둥근 직사각형 1046">
            <a:extLst>
              <a:ext uri="{FF2B5EF4-FFF2-40B4-BE49-F238E27FC236}">
                <a16:creationId xmlns:a16="http://schemas.microsoft.com/office/drawing/2014/main" id="{D52BCAFD-7F0D-DED1-1052-095A269E8C85}"/>
              </a:ext>
            </a:extLst>
          </p:cNvPr>
          <p:cNvSpPr/>
          <p:nvPr/>
        </p:nvSpPr>
        <p:spPr>
          <a:xfrm>
            <a:off x="7937343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8" name="모서리가 둥근 직사각형 1047">
            <a:extLst>
              <a:ext uri="{FF2B5EF4-FFF2-40B4-BE49-F238E27FC236}">
                <a16:creationId xmlns:a16="http://schemas.microsoft.com/office/drawing/2014/main" id="{3791E334-AE87-6F6B-EECF-F668217F5C90}"/>
              </a:ext>
            </a:extLst>
          </p:cNvPr>
          <p:cNvSpPr/>
          <p:nvPr/>
        </p:nvSpPr>
        <p:spPr>
          <a:xfrm>
            <a:off x="7937343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9" name="모서리가 둥근 직사각형 1048">
            <a:extLst>
              <a:ext uri="{FF2B5EF4-FFF2-40B4-BE49-F238E27FC236}">
                <a16:creationId xmlns:a16="http://schemas.microsoft.com/office/drawing/2014/main" id="{1AB84E2C-7928-9771-482A-5891911E606D}"/>
              </a:ext>
            </a:extLst>
          </p:cNvPr>
          <p:cNvSpPr/>
          <p:nvPr/>
        </p:nvSpPr>
        <p:spPr>
          <a:xfrm>
            <a:off x="7846987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22B1F91E-0734-B3D7-83F3-EF4EE2373DAB}"/>
              </a:ext>
            </a:extLst>
          </p:cNvPr>
          <p:cNvCxnSpPr/>
          <p:nvPr/>
        </p:nvCxnSpPr>
        <p:spPr>
          <a:xfrm>
            <a:off x="8347710" y="613495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모서리가 둥근 직사각형 1050">
            <a:extLst>
              <a:ext uri="{FF2B5EF4-FFF2-40B4-BE49-F238E27FC236}">
                <a16:creationId xmlns:a16="http://schemas.microsoft.com/office/drawing/2014/main" id="{426CDBB9-19F7-515E-1F6F-31E3BF293788}"/>
              </a:ext>
            </a:extLst>
          </p:cNvPr>
          <p:cNvSpPr/>
          <p:nvPr/>
        </p:nvSpPr>
        <p:spPr>
          <a:xfrm>
            <a:off x="8277902" y="6081459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52" name="직선 연결선 1051">
            <a:extLst>
              <a:ext uri="{FF2B5EF4-FFF2-40B4-BE49-F238E27FC236}">
                <a16:creationId xmlns:a16="http://schemas.microsoft.com/office/drawing/2014/main" id="{61B7668A-089C-217C-051B-FAB6F1E52160}"/>
              </a:ext>
            </a:extLst>
          </p:cNvPr>
          <p:cNvCxnSpPr/>
          <p:nvPr/>
        </p:nvCxnSpPr>
        <p:spPr>
          <a:xfrm>
            <a:off x="8209133" y="6426677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직선 연결선 1052">
            <a:extLst>
              <a:ext uri="{FF2B5EF4-FFF2-40B4-BE49-F238E27FC236}">
                <a16:creationId xmlns:a16="http://schemas.microsoft.com/office/drawing/2014/main" id="{50EC2011-126E-A864-6473-7BC9D650840E}"/>
              </a:ext>
            </a:extLst>
          </p:cNvPr>
          <p:cNvCxnSpPr/>
          <p:nvPr/>
        </p:nvCxnSpPr>
        <p:spPr>
          <a:xfrm>
            <a:off x="8118777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모서리가 둥근 직사각형 1053">
            <a:extLst>
              <a:ext uri="{FF2B5EF4-FFF2-40B4-BE49-F238E27FC236}">
                <a16:creationId xmlns:a16="http://schemas.microsoft.com/office/drawing/2014/main" id="{C0E15BC4-42F7-0AC0-112A-9C3F78789DCE}"/>
              </a:ext>
            </a:extLst>
          </p:cNvPr>
          <p:cNvSpPr/>
          <p:nvPr/>
        </p:nvSpPr>
        <p:spPr>
          <a:xfrm>
            <a:off x="8128047" y="652038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5" name="모서리가 둥근 직사각형 1054">
            <a:extLst>
              <a:ext uri="{FF2B5EF4-FFF2-40B4-BE49-F238E27FC236}">
                <a16:creationId xmlns:a16="http://schemas.microsoft.com/office/drawing/2014/main" id="{2B1A3FFD-07C2-8E28-4417-633DB54E2C84}"/>
              </a:ext>
            </a:extLst>
          </p:cNvPr>
          <p:cNvSpPr/>
          <p:nvPr/>
        </p:nvSpPr>
        <p:spPr>
          <a:xfrm>
            <a:off x="8128047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6" name="모서리가 둥근 직사각형 1055">
            <a:extLst>
              <a:ext uri="{FF2B5EF4-FFF2-40B4-BE49-F238E27FC236}">
                <a16:creationId xmlns:a16="http://schemas.microsoft.com/office/drawing/2014/main" id="{DBA6B189-EF65-C70F-172E-4E48273C4812}"/>
              </a:ext>
            </a:extLst>
          </p:cNvPr>
          <p:cNvSpPr/>
          <p:nvPr/>
        </p:nvSpPr>
        <p:spPr>
          <a:xfrm>
            <a:off x="8037691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50D5EF76-6712-6B75-AF16-D06C12FA37EC}"/>
              </a:ext>
            </a:extLst>
          </p:cNvPr>
          <p:cNvCxnSpPr/>
          <p:nvPr/>
        </p:nvCxnSpPr>
        <p:spPr>
          <a:xfrm flipH="1">
            <a:off x="8561379" y="6273924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직선 연결선 1057">
            <a:extLst>
              <a:ext uri="{FF2B5EF4-FFF2-40B4-BE49-F238E27FC236}">
                <a16:creationId xmlns:a16="http://schemas.microsoft.com/office/drawing/2014/main" id="{DE058C12-8AD1-07EC-CC8D-E6CF573BE5FE}"/>
              </a:ext>
            </a:extLst>
          </p:cNvPr>
          <p:cNvCxnSpPr/>
          <p:nvPr/>
        </p:nvCxnSpPr>
        <p:spPr>
          <a:xfrm>
            <a:off x="8651735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직선 연결선 1058">
            <a:extLst>
              <a:ext uri="{FF2B5EF4-FFF2-40B4-BE49-F238E27FC236}">
                <a16:creationId xmlns:a16="http://schemas.microsoft.com/office/drawing/2014/main" id="{59C919FF-E348-55DE-A5D7-5933DC9DE7AE}"/>
              </a:ext>
            </a:extLst>
          </p:cNvPr>
          <p:cNvCxnSpPr/>
          <p:nvPr/>
        </p:nvCxnSpPr>
        <p:spPr>
          <a:xfrm>
            <a:off x="8458501" y="653223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직선 연결선 1059">
            <a:extLst>
              <a:ext uri="{FF2B5EF4-FFF2-40B4-BE49-F238E27FC236}">
                <a16:creationId xmlns:a16="http://schemas.microsoft.com/office/drawing/2014/main" id="{B3C2FB8A-D54C-BC4F-9689-E4EFA90CA953}"/>
              </a:ext>
            </a:extLst>
          </p:cNvPr>
          <p:cNvCxnSpPr/>
          <p:nvPr/>
        </p:nvCxnSpPr>
        <p:spPr>
          <a:xfrm>
            <a:off x="8561379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직선 연결선 1060">
            <a:extLst>
              <a:ext uri="{FF2B5EF4-FFF2-40B4-BE49-F238E27FC236}">
                <a16:creationId xmlns:a16="http://schemas.microsoft.com/office/drawing/2014/main" id="{220BCE24-5870-1D2F-0209-93A753D55C66}"/>
              </a:ext>
            </a:extLst>
          </p:cNvPr>
          <p:cNvCxnSpPr/>
          <p:nvPr/>
        </p:nvCxnSpPr>
        <p:spPr>
          <a:xfrm flipH="1">
            <a:off x="8453768" y="6373710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모서리가 둥근 직사각형 1061">
            <a:extLst>
              <a:ext uri="{FF2B5EF4-FFF2-40B4-BE49-F238E27FC236}">
                <a16:creationId xmlns:a16="http://schemas.microsoft.com/office/drawing/2014/main" id="{9F763B19-9A56-12BC-3FD3-8E00670B0D53}"/>
              </a:ext>
            </a:extLst>
          </p:cNvPr>
          <p:cNvSpPr/>
          <p:nvPr/>
        </p:nvSpPr>
        <p:spPr>
          <a:xfrm>
            <a:off x="8378238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3" name="모서리가 둥근 직사각형 1062">
            <a:extLst>
              <a:ext uri="{FF2B5EF4-FFF2-40B4-BE49-F238E27FC236}">
                <a16:creationId xmlns:a16="http://schemas.microsoft.com/office/drawing/2014/main" id="{022AC991-9C9E-72EB-4D42-FC8DACC29493}"/>
              </a:ext>
            </a:extLst>
          </p:cNvPr>
          <p:cNvSpPr/>
          <p:nvPr/>
        </p:nvSpPr>
        <p:spPr>
          <a:xfrm>
            <a:off x="8378238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4" name="모서리가 둥근 직사각형 1063">
            <a:extLst>
              <a:ext uri="{FF2B5EF4-FFF2-40B4-BE49-F238E27FC236}">
                <a16:creationId xmlns:a16="http://schemas.microsoft.com/office/drawing/2014/main" id="{ABD2510B-A660-B8E3-B1A8-0B7B274DB5A5}"/>
              </a:ext>
            </a:extLst>
          </p:cNvPr>
          <p:cNvSpPr/>
          <p:nvPr/>
        </p:nvSpPr>
        <p:spPr>
          <a:xfrm>
            <a:off x="8570649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5" name="모서리가 둥근 직사각형 1064">
            <a:extLst>
              <a:ext uri="{FF2B5EF4-FFF2-40B4-BE49-F238E27FC236}">
                <a16:creationId xmlns:a16="http://schemas.microsoft.com/office/drawing/2014/main" id="{C3AD99F1-C4A1-9EC7-BE93-BEE330BF7ECA}"/>
              </a:ext>
            </a:extLst>
          </p:cNvPr>
          <p:cNvSpPr/>
          <p:nvPr/>
        </p:nvSpPr>
        <p:spPr>
          <a:xfrm>
            <a:off x="8570649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6" name="모서리가 둥근 직사각형 1065">
            <a:extLst>
              <a:ext uri="{FF2B5EF4-FFF2-40B4-BE49-F238E27FC236}">
                <a16:creationId xmlns:a16="http://schemas.microsoft.com/office/drawing/2014/main" id="{D0FEAE67-8A6D-AC30-9F94-BEAB9761EBB5}"/>
              </a:ext>
            </a:extLst>
          </p:cNvPr>
          <p:cNvSpPr/>
          <p:nvPr/>
        </p:nvSpPr>
        <p:spPr>
          <a:xfrm>
            <a:off x="8480292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67" name="직선 연결선 1066">
            <a:extLst>
              <a:ext uri="{FF2B5EF4-FFF2-40B4-BE49-F238E27FC236}">
                <a16:creationId xmlns:a16="http://schemas.microsoft.com/office/drawing/2014/main" id="{E8F050F1-7013-1806-8E34-430D6D13208F}"/>
              </a:ext>
            </a:extLst>
          </p:cNvPr>
          <p:cNvCxnSpPr/>
          <p:nvPr/>
        </p:nvCxnSpPr>
        <p:spPr>
          <a:xfrm>
            <a:off x="8842438" y="6426677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직선 연결선 1067">
            <a:extLst>
              <a:ext uri="{FF2B5EF4-FFF2-40B4-BE49-F238E27FC236}">
                <a16:creationId xmlns:a16="http://schemas.microsoft.com/office/drawing/2014/main" id="{A48C66C2-DA41-7F29-9A61-E8BBEB6CE95F}"/>
              </a:ext>
            </a:extLst>
          </p:cNvPr>
          <p:cNvCxnSpPr/>
          <p:nvPr/>
        </p:nvCxnSpPr>
        <p:spPr>
          <a:xfrm>
            <a:off x="8752083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모서리가 둥근 직사각형 1068">
            <a:extLst>
              <a:ext uri="{FF2B5EF4-FFF2-40B4-BE49-F238E27FC236}">
                <a16:creationId xmlns:a16="http://schemas.microsoft.com/office/drawing/2014/main" id="{F824E344-3D93-5F92-547C-DFAF82D2E6BD}"/>
              </a:ext>
            </a:extLst>
          </p:cNvPr>
          <p:cNvSpPr/>
          <p:nvPr/>
        </p:nvSpPr>
        <p:spPr>
          <a:xfrm>
            <a:off x="8761352" y="652038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70" name="모서리가 둥근 직사각형 1069">
            <a:extLst>
              <a:ext uri="{FF2B5EF4-FFF2-40B4-BE49-F238E27FC236}">
                <a16:creationId xmlns:a16="http://schemas.microsoft.com/office/drawing/2014/main" id="{12E9D449-FD8A-97DA-6752-FE9295DB3A23}"/>
              </a:ext>
            </a:extLst>
          </p:cNvPr>
          <p:cNvSpPr/>
          <p:nvPr/>
        </p:nvSpPr>
        <p:spPr>
          <a:xfrm>
            <a:off x="8761352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71" name="모서리가 둥근 직사각형 1070">
            <a:extLst>
              <a:ext uri="{FF2B5EF4-FFF2-40B4-BE49-F238E27FC236}">
                <a16:creationId xmlns:a16="http://schemas.microsoft.com/office/drawing/2014/main" id="{0D822966-B4DC-861E-AD7F-2F9024D85537}"/>
              </a:ext>
            </a:extLst>
          </p:cNvPr>
          <p:cNvSpPr/>
          <p:nvPr/>
        </p:nvSpPr>
        <p:spPr>
          <a:xfrm>
            <a:off x="8670997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1072" name="그룹 1071">
            <a:extLst>
              <a:ext uri="{FF2B5EF4-FFF2-40B4-BE49-F238E27FC236}">
                <a16:creationId xmlns:a16="http://schemas.microsoft.com/office/drawing/2014/main" id="{C67F7938-1439-67B8-D265-2F35E1FA0FF9}"/>
              </a:ext>
            </a:extLst>
          </p:cNvPr>
          <p:cNvGrpSpPr/>
          <p:nvPr/>
        </p:nvGrpSpPr>
        <p:grpSpPr>
          <a:xfrm>
            <a:off x="9034499" y="6094513"/>
            <a:ext cx="1178592" cy="664328"/>
            <a:chOff x="2380665" y="3181691"/>
            <a:chExt cx="14101534" cy="8690468"/>
          </a:xfrm>
        </p:grpSpPr>
        <p:cxnSp>
          <p:nvCxnSpPr>
            <p:cNvPr id="1108" name="직선 연결선 1107">
              <a:extLst>
                <a:ext uri="{FF2B5EF4-FFF2-40B4-BE49-F238E27FC236}">
                  <a16:creationId xmlns:a16="http://schemas.microsoft.com/office/drawing/2014/main" id="{360C89F4-32EE-88B2-1A62-AFCBE3B92D20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직선 연결선 1108">
              <a:extLst>
                <a:ext uri="{FF2B5EF4-FFF2-40B4-BE49-F238E27FC236}">
                  <a16:creationId xmlns:a16="http://schemas.microsoft.com/office/drawing/2014/main" id="{E3AF4145-415F-8F2A-63EC-493AEB66EF62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직선 연결선 1109">
              <a:extLst>
                <a:ext uri="{FF2B5EF4-FFF2-40B4-BE49-F238E27FC236}">
                  <a16:creationId xmlns:a16="http://schemas.microsoft.com/office/drawing/2014/main" id="{6023B87B-F8B1-EF70-4B71-0E0F040E3FA0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직선 연결선 1110">
              <a:extLst>
                <a:ext uri="{FF2B5EF4-FFF2-40B4-BE49-F238E27FC236}">
                  <a16:creationId xmlns:a16="http://schemas.microsoft.com/office/drawing/2014/main" id="{7FBDC1DE-4496-838A-36EF-36D6B3687D26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2" name="직선 연결선 1111">
              <a:extLst>
                <a:ext uri="{FF2B5EF4-FFF2-40B4-BE49-F238E27FC236}">
                  <a16:creationId xmlns:a16="http://schemas.microsoft.com/office/drawing/2014/main" id="{1F2A15ED-3B67-C81D-1E28-CEED72E23949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3" name="모서리가 둥근 직사각형 1112">
              <a:extLst>
                <a:ext uri="{FF2B5EF4-FFF2-40B4-BE49-F238E27FC236}">
                  <a16:creationId xmlns:a16="http://schemas.microsoft.com/office/drawing/2014/main" id="{4D50A4C9-E611-F181-CF80-C793E1AE1D79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14" name="모서리가 둥근 직사각형 1113">
              <a:extLst>
                <a:ext uri="{FF2B5EF4-FFF2-40B4-BE49-F238E27FC236}">
                  <a16:creationId xmlns:a16="http://schemas.microsoft.com/office/drawing/2014/main" id="{5BD96022-416E-BE94-627C-AB3CDF38CF53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15" name="모서리가 둥근 직사각형 1114">
              <a:extLst>
                <a:ext uri="{FF2B5EF4-FFF2-40B4-BE49-F238E27FC236}">
                  <a16:creationId xmlns:a16="http://schemas.microsoft.com/office/drawing/2014/main" id="{FCBEFDD8-ED21-8EFA-2589-B646BBBC7356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16" name="모서리가 둥근 직사각형 1115">
              <a:extLst>
                <a:ext uri="{FF2B5EF4-FFF2-40B4-BE49-F238E27FC236}">
                  <a16:creationId xmlns:a16="http://schemas.microsoft.com/office/drawing/2014/main" id="{10D22F14-1EFC-5465-1426-9D1F5EEEA55B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17" name="모서리가 둥근 직사각형 1116">
              <a:extLst>
                <a:ext uri="{FF2B5EF4-FFF2-40B4-BE49-F238E27FC236}">
                  <a16:creationId xmlns:a16="http://schemas.microsoft.com/office/drawing/2014/main" id="{BECF6F05-265C-61AD-5C0B-9EDAF5790574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18" name="직선 연결선 1117">
              <a:extLst>
                <a:ext uri="{FF2B5EF4-FFF2-40B4-BE49-F238E27FC236}">
                  <a16:creationId xmlns:a16="http://schemas.microsoft.com/office/drawing/2014/main" id="{6FE555AF-CBED-54E1-AED9-705AD0C0DB94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9" name="모서리가 둥근 직사각형 1118">
              <a:extLst>
                <a:ext uri="{FF2B5EF4-FFF2-40B4-BE49-F238E27FC236}">
                  <a16:creationId xmlns:a16="http://schemas.microsoft.com/office/drawing/2014/main" id="{EEE635DA-8934-10A1-688D-5DDE95FDC9C7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120" name="직선 연결선 1119">
              <a:extLst>
                <a:ext uri="{FF2B5EF4-FFF2-40B4-BE49-F238E27FC236}">
                  <a16:creationId xmlns:a16="http://schemas.microsoft.com/office/drawing/2014/main" id="{F02E0F06-E0C4-CFCC-65D6-7C6C0E237B77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1" name="직선 연결선 1120">
              <a:extLst>
                <a:ext uri="{FF2B5EF4-FFF2-40B4-BE49-F238E27FC236}">
                  <a16:creationId xmlns:a16="http://schemas.microsoft.com/office/drawing/2014/main" id="{AE27F019-DEAF-D232-F2F2-4134EFD7549D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2" name="모서리가 둥근 직사각형 1121">
              <a:extLst>
                <a:ext uri="{FF2B5EF4-FFF2-40B4-BE49-F238E27FC236}">
                  <a16:creationId xmlns:a16="http://schemas.microsoft.com/office/drawing/2014/main" id="{273F1EE5-7E4C-0601-379F-E4D0ECD874B3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23" name="모서리가 둥근 직사각형 1122">
              <a:extLst>
                <a:ext uri="{FF2B5EF4-FFF2-40B4-BE49-F238E27FC236}">
                  <a16:creationId xmlns:a16="http://schemas.microsoft.com/office/drawing/2014/main" id="{DAD27835-5CDF-2C0B-F8E5-D004EFABE41C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24" name="모서리가 둥근 직사각형 1123">
              <a:extLst>
                <a:ext uri="{FF2B5EF4-FFF2-40B4-BE49-F238E27FC236}">
                  <a16:creationId xmlns:a16="http://schemas.microsoft.com/office/drawing/2014/main" id="{BC02D5C2-02B9-487A-C55D-2B4CB8980EFE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25" name="직선 연결선 1124">
              <a:extLst>
                <a:ext uri="{FF2B5EF4-FFF2-40B4-BE49-F238E27FC236}">
                  <a16:creationId xmlns:a16="http://schemas.microsoft.com/office/drawing/2014/main" id="{4EB24FFC-278A-BE57-6AA7-54DF17ED9D56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직선 연결선 1125">
              <a:extLst>
                <a:ext uri="{FF2B5EF4-FFF2-40B4-BE49-F238E27FC236}">
                  <a16:creationId xmlns:a16="http://schemas.microsoft.com/office/drawing/2014/main" id="{8B74D1F4-23A1-AEBF-0AE1-004ED66B3FAC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직선 연결선 1126">
              <a:extLst>
                <a:ext uri="{FF2B5EF4-FFF2-40B4-BE49-F238E27FC236}">
                  <a16:creationId xmlns:a16="http://schemas.microsoft.com/office/drawing/2014/main" id="{30269CCE-DFA6-A2A3-7604-83D6307515C9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직선 연결선 1127">
              <a:extLst>
                <a:ext uri="{FF2B5EF4-FFF2-40B4-BE49-F238E27FC236}">
                  <a16:creationId xmlns:a16="http://schemas.microsoft.com/office/drawing/2014/main" id="{798727BB-B67A-3A35-A1F3-EFDEDCF067B3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직선 연결선 1128">
              <a:extLst>
                <a:ext uri="{FF2B5EF4-FFF2-40B4-BE49-F238E27FC236}">
                  <a16:creationId xmlns:a16="http://schemas.microsoft.com/office/drawing/2014/main" id="{82EC7A42-AC14-92CC-B4C8-2F8D73603251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0" name="모서리가 둥근 직사각형 1129">
              <a:extLst>
                <a:ext uri="{FF2B5EF4-FFF2-40B4-BE49-F238E27FC236}">
                  <a16:creationId xmlns:a16="http://schemas.microsoft.com/office/drawing/2014/main" id="{DEBE9D61-2186-4057-992A-E44A38CC5226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1" name="모서리가 둥근 직사각형 1130">
              <a:extLst>
                <a:ext uri="{FF2B5EF4-FFF2-40B4-BE49-F238E27FC236}">
                  <a16:creationId xmlns:a16="http://schemas.microsoft.com/office/drawing/2014/main" id="{8BE445AD-CA5E-0182-35DF-849BE5870CCA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2" name="모서리가 둥근 직사각형 1131">
              <a:extLst>
                <a:ext uri="{FF2B5EF4-FFF2-40B4-BE49-F238E27FC236}">
                  <a16:creationId xmlns:a16="http://schemas.microsoft.com/office/drawing/2014/main" id="{9EA1E319-B37D-CAFA-8AEC-30734F16100E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3" name="모서리가 둥근 직사각형 1132">
              <a:extLst>
                <a:ext uri="{FF2B5EF4-FFF2-40B4-BE49-F238E27FC236}">
                  <a16:creationId xmlns:a16="http://schemas.microsoft.com/office/drawing/2014/main" id="{E6A7385B-3DF7-DBC6-ADBE-5BC821C2A33A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4" name="모서리가 둥근 직사각형 1133">
              <a:extLst>
                <a:ext uri="{FF2B5EF4-FFF2-40B4-BE49-F238E27FC236}">
                  <a16:creationId xmlns:a16="http://schemas.microsoft.com/office/drawing/2014/main" id="{689BF52E-B238-2444-4326-592337779A95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135" name="직선 연결선 1134">
              <a:extLst>
                <a:ext uri="{FF2B5EF4-FFF2-40B4-BE49-F238E27FC236}">
                  <a16:creationId xmlns:a16="http://schemas.microsoft.com/office/drawing/2014/main" id="{6D7D29CA-50EE-ED71-2EFD-3C6D1FAD2AD6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직선 연결선 1135">
              <a:extLst>
                <a:ext uri="{FF2B5EF4-FFF2-40B4-BE49-F238E27FC236}">
                  <a16:creationId xmlns:a16="http://schemas.microsoft.com/office/drawing/2014/main" id="{4D553233-7758-C41D-FB52-B3EA51E91ADD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" name="모서리가 둥근 직사각형 1136">
              <a:extLst>
                <a:ext uri="{FF2B5EF4-FFF2-40B4-BE49-F238E27FC236}">
                  <a16:creationId xmlns:a16="http://schemas.microsoft.com/office/drawing/2014/main" id="{D5007951-A82C-FE0E-163F-F1BD87FCE665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8" name="모서리가 둥근 직사각형 1137">
              <a:extLst>
                <a:ext uri="{FF2B5EF4-FFF2-40B4-BE49-F238E27FC236}">
                  <a16:creationId xmlns:a16="http://schemas.microsoft.com/office/drawing/2014/main" id="{4A0EF660-8DB3-BF66-A831-6E79662E5C1B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139" name="모서리가 둥근 직사각형 1138">
              <a:extLst>
                <a:ext uri="{FF2B5EF4-FFF2-40B4-BE49-F238E27FC236}">
                  <a16:creationId xmlns:a16="http://schemas.microsoft.com/office/drawing/2014/main" id="{8E20AC88-55A2-7967-840A-1CDEBB8F73D3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073" name="직선 연결선 1072">
            <a:extLst>
              <a:ext uri="{FF2B5EF4-FFF2-40B4-BE49-F238E27FC236}">
                <a16:creationId xmlns:a16="http://schemas.microsoft.com/office/drawing/2014/main" id="{3D49FBE5-BAA9-FE2C-8863-FB748FB1AAB0}"/>
              </a:ext>
            </a:extLst>
          </p:cNvPr>
          <p:cNvCxnSpPr/>
          <p:nvPr/>
        </p:nvCxnSpPr>
        <p:spPr>
          <a:xfrm>
            <a:off x="8617922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모서리가 둥근 직사각형 1073">
            <a:extLst>
              <a:ext uri="{FF2B5EF4-FFF2-40B4-BE49-F238E27FC236}">
                <a16:creationId xmlns:a16="http://schemas.microsoft.com/office/drawing/2014/main" id="{EA9F5104-F4E9-21E0-3FF3-E9C2F7AFA2E5}"/>
              </a:ext>
            </a:extLst>
          </p:cNvPr>
          <p:cNvSpPr/>
          <p:nvPr/>
        </p:nvSpPr>
        <p:spPr>
          <a:xfrm>
            <a:off x="8548114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75" name="직선 연결선 1074">
            <a:extLst>
              <a:ext uri="{FF2B5EF4-FFF2-40B4-BE49-F238E27FC236}">
                <a16:creationId xmlns:a16="http://schemas.microsoft.com/office/drawing/2014/main" id="{F1FADC76-68F0-8A49-DC80-31F3B092AD46}"/>
              </a:ext>
            </a:extLst>
          </p:cNvPr>
          <p:cNvCxnSpPr/>
          <p:nvPr/>
        </p:nvCxnSpPr>
        <p:spPr>
          <a:xfrm flipH="1">
            <a:off x="8831591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170EEF14-293B-514F-FBEE-2FB7B2E1AF07}"/>
              </a:ext>
            </a:extLst>
          </p:cNvPr>
          <p:cNvCxnSpPr/>
          <p:nvPr/>
        </p:nvCxnSpPr>
        <p:spPr>
          <a:xfrm>
            <a:off x="8921947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BADC4A7B-B5A4-688A-71B5-169B705D5A9C}"/>
              </a:ext>
            </a:extLst>
          </p:cNvPr>
          <p:cNvCxnSpPr/>
          <p:nvPr/>
        </p:nvCxnSpPr>
        <p:spPr>
          <a:xfrm>
            <a:off x="8728714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A41B24D8-6AF2-BAE7-48EF-8EFD6655D70B}"/>
              </a:ext>
            </a:extLst>
          </p:cNvPr>
          <p:cNvCxnSpPr/>
          <p:nvPr/>
        </p:nvCxnSpPr>
        <p:spPr>
          <a:xfrm>
            <a:off x="8831591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직선 연결선 1078">
            <a:extLst>
              <a:ext uri="{FF2B5EF4-FFF2-40B4-BE49-F238E27FC236}">
                <a16:creationId xmlns:a16="http://schemas.microsoft.com/office/drawing/2014/main" id="{C5850590-CF1E-4E46-5D3C-72E1DDA62D42}"/>
              </a:ext>
            </a:extLst>
          </p:cNvPr>
          <p:cNvCxnSpPr/>
          <p:nvPr/>
        </p:nvCxnSpPr>
        <p:spPr>
          <a:xfrm flipH="1">
            <a:off x="8723980" y="5812746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0" name="모서리가 둥근 직사각형 1079">
            <a:extLst>
              <a:ext uri="{FF2B5EF4-FFF2-40B4-BE49-F238E27FC236}">
                <a16:creationId xmlns:a16="http://schemas.microsoft.com/office/drawing/2014/main" id="{1974BE9A-83FD-C3C0-D5A9-E74795644FD1}"/>
              </a:ext>
            </a:extLst>
          </p:cNvPr>
          <p:cNvSpPr/>
          <p:nvPr/>
        </p:nvSpPr>
        <p:spPr>
          <a:xfrm>
            <a:off x="8648451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1" name="모서리가 둥근 직사각형 1080">
            <a:extLst>
              <a:ext uri="{FF2B5EF4-FFF2-40B4-BE49-F238E27FC236}">
                <a16:creationId xmlns:a16="http://schemas.microsoft.com/office/drawing/2014/main" id="{8D166923-A2CB-0B6F-0A6E-51E06B0292AE}"/>
              </a:ext>
            </a:extLst>
          </p:cNvPr>
          <p:cNvSpPr/>
          <p:nvPr/>
        </p:nvSpPr>
        <p:spPr>
          <a:xfrm>
            <a:off x="8648451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2" name="모서리가 둥근 직사각형 1081">
            <a:extLst>
              <a:ext uri="{FF2B5EF4-FFF2-40B4-BE49-F238E27FC236}">
                <a16:creationId xmlns:a16="http://schemas.microsoft.com/office/drawing/2014/main" id="{871E62B3-A91B-5754-C66F-1CD5BE465703}"/>
              </a:ext>
            </a:extLst>
          </p:cNvPr>
          <p:cNvSpPr/>
          <p:nvPr/>
        </p:nvSpPr>
        <p:spPr>
          <a:xfrm>
            <a:off x="8840861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3" name="모서리가 둥근 직사각형 1082">
            <a:extLst>
              <a:ext uri="{FF2B5EF4-FFF2-40B4-BE49-F238E27FC236}">
                <a16:creationId xmlns:a16="http://schemas.microsoft.com/office/drawing/2014/main" id="{5D4697B7-E7C0-FEB1-CAD1-28DA0A2A04A2}"/>
              </a:ext>
            </a:extLst>
          </p:cNvPr>
          <p:cNvSpPr/>
          <p:nvPr/>
        </p:nvSpPr>
        <p:spPr>
          <a:xfrm>
            <a:off x="8840861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4" name="모서리가 둥근 직사각형 1083">
            <a:extLst>
              <a:ext uri="{FF2B5EF4-FFF2-40B4-BE49-F238E27FC236}">
                <a16:creationId xmlns:a16="http://schemas.microsoft.com/office/drawing/2014/main" id="{74276D6F-3E19-48D9-7388-D96B8572E7E8}"/>
              </a:ext>
            </a:extLst>
          </p:cNvPr>
          <p:cNvSpPr/>
          <p:nvPr/>
        </p:nvSpPr>
        <p:spPr>
          <a:xfrm>
            <a:off x="8750505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85" name="직선 연결선 1084">
            <a:extLst>
              <a:ext uri="{FF2B5EF4-FFF2-40B4-BE49-F238E27FC236}">
                <a16:creationId xmlns:a16="http://schemas.microsoft.com/office/drawing/2014/main" id="{E78B8DD2-485F-0AD6-0881-B3CA3CB80387}"/>
              </a:ext>
            </a:extLst>
          </p:cNvPr>
          <p:cNvCxnSpPr/>
          <p:nvPr/>
        </p:nvCxnSpPr>
        <p:spPr>
          <a:xfrm>
            <a:off x="9112650" y="586571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C2FAC8CE-C835-F11D-928E-89C36D45BD87}"/>
              </a:ext>
            </a:extLst>
          </p:cNvPr>
          <p:cNvCxnSpPr/>
          <p:nvPr/>
        </p:nvCxnSpPr>
        <p:spPr>
          <a:xfrm>
            <a:off x="9022295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모서리가 둥근 직사각형 1086">
            <a:extLst>
              <a:ext uri="{FF2B5EF4-FFF2-40B4-BE49-F238E27FC236}">
                <a16:creationId xmlns:a16="http://schemas.microsoft.com/office/drawing/2014/main" id="{F23646A6-1C25-0821-B841-F1EF39D38C3F}"/>
              </a:ext>
            </a:extLst>
          </p:cNvPr>
          <p:cNvSpPr/>
          <p:nvPr/>
        </p:nvSpPr>
        <p:spPr>
          <a:xfrm>
            <a:off x="9031565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8" name="모서리가 둥근 직사각형 1087">
            <a:extLst>
              <a:ext uri="{FF2B5EF4-FFF2-40B4-BE49-F238E27FC236}">
                <a16:creationId xmlns:a16="http://schemas.microsoft.com/office/drawing/2014/main" id="{DEC4A1EA-23B4-6F1A-EFC4-B71CAC09A654}"/>
              </a:ext>
            </a:extLst>
          </p:cNvPr>
          <p:cNvSpPr/>
          <p:nvPr/>
        </p:nvSpPr>
        <p:spPr>
          <a:xfrm>
            <a:off x="9031565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9" name="모서리가 둥근 직사각형 1088">
            <a:extLst>
              <a:ext uri="{FF2B5EF4-FFF2-40B4-BE49-F238E27FC236}">
                <a16:creationId xmlns:a16="http://schemas.microsoft.com/office/drawing/2014/main" id="{B58C5264-2815-75EA-1D96-FE21BB04C22E}"/>
              </a:ext>
            </a:extLst>
          </p:cNvPr>
          <p:cNvSpPr/>
          <p:nvPr/>
        </p:nvSpPr>
        <p:spPr>
          <a:xfrm>
            <a:off x="8941209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90" name="직선 연결선 1089">
            <a:extLst>
              <a:ext uri="{FF2B5EF4-FFF2-40B4-BE49-F238E27FC236}">
                <a16:creationId xmlns:a16="http://schemas.microsoft.com/office/drawing/2014/main" id="{5CBC55AC-A011-89C2-0F45-0FE4B207090A}"/>
              </a:ext>
            </a:extLst>
          </p:cNvPr>
          <p:cNvCxnSpPr/>
          <p:nvPr/>
        </p:nvCxnSpPr>
        <p:spPr>
          <a:xfrm>
            <a:off x="9873085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모서리가 둥근 직사각형 1090">
            <a:extLst>
              <a:ext uri="{FF2B5EF4-FFF2-40B4-BE49-F238E27FC236}">
                <a16:creationId xmlns:a16="http://schemas.microsoft.com/office/drawing/2014/main" id="{4A83DD14-03E2-E3A2-DDD8-44417DE4B899}"/>
              </a:ext>
            </a:extLst>
          </p:cNvPr>
          <p:cNvSpPr/>
          <p:nvPr/>
        </p:nvSpPr>
        <p:spPr>
          <a:xfrm>
            <a:off x="9803277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92" name="직선 연결선 1091">
            <a:extLst>
              <a:ext uri="{FF2B5EF4-FFF2-40B4-BE49-F238E27FC236}">
                <a16:creationId xmlns:a16="http://schemas.microsoft.com/office/drawing/2014/main" id="{74B6C438-5F28-0CA7-CE01-7158051EA2B9}"/>
              </a:ext>
            </a:extLst>
          </p:cNvPr>
          <p:cNvCxnSpPr/>
          <p:nvPr/>
        </p:nvCxnSpPr>
        <p:spPr>
          <a:xfrm flipH="1">
            <a:off x="10086754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직선 연결선 1092">
            <a:extLst>
              <a:ext uri="{FF2B5EF4-FFF2-40B4-BE49-F238E27FC236}">
                <a16:creationId xmlns:a16="http://schemas.microsoft.com/office/drawing/2014/main" id="{86CC130E-5C83-8C80-B819-F810968B7075}"/>
              </a:ext>
            </a:extLst>
          </p:cNvPr>
          <p:cNvCxnSpPr/>
          <p:nvPr/>
        </p:nvCxnSpPr>
        <p:spPr>
          <a:xfrm>
            <a:off x="10177110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연결선 1093">
            <a:extLst>
              <a:ext uri="{FF2B5EF4-FFF2-40B4-BE49-F238E27FC236}">
                <a16:creationId xmlns:a16="http://schemas.microsoft.com/office/drawing/2014/main" id="{968D3422-DF14-054D-24FE-748378D09269}"/>
              </a:ext>
            </a:extLst>
          </p:cNvPr>
          <p:cNvCxnSpPr/>
          <p:nvPr/>
        </p:nvCxnSpPr>
        <p:spPr>
          <a:xfrm>
            <a:off x="9983877" y="5971269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직선 연결선 1094">
            <a:extLst>
              <a:ext uri="{FF2B5EF4-FFF2-40B4-BE49-F238E27FC236}">
                <a16:creationId xmlns:a16="http://schemas.microsoft.com/office/drawing/2014/main" id="{5F76B201-3E78-5926-2730-2723EBD7081C}"/>
              </a:ext>
            </a:extLst>
          </p:cNvPr>
          <p:cNvCxnSpPr/>
          <p:nvPr/>
        </p:nvCxnSpPr>
        <p:spPr>
          <a:xfrm>
            <a:off x="10086754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직선 연결선 1095">
            <a:extLst>
              <a:ext uri="{FF2B5EF4-FFF2-40B4-BE49-F238E27FC236}">
                <a16:creationId xmlns:a16="http://schemas.microsoft.com/office/drawing/2014/main" id="{1F7D87D9-4762-36FA-B1A8-CF98CE4FD2DA}"/>
              </a:ext>
            </a:extLst>
          </p:cNvPr>
          <p:cNvCxnSpPr/>
          <p:nvPr/>
        </p:nvCxnSpPr>
        <p:spPr>
          <a:xfrm flipH="1">
            <a:off x="9979144" y="5812746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모서리가 둥근 직사각형 1096">
            <a:extLst>
              <a:ext uri="{FF2B5EF4-FFF2-40B4-BE49-F238E27FC236}">
                <a16:creationId xmlns:a16="http://schemas.microsoft.com/office/drawing/2014/main" id="{26120582-ABF3-8671-82FD-0717F73FCDFB}"/>
              </a:ext>
            </a:extLst>
          </p:cNvPr>
          <p:cNvSpPr/>
          <p:nvPr/>
        </p:nvSpPr>
        <p:spPr>
          <a:xfrm>
            <a:off x="9903614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98" name="모서리가 둥근 직사각형 1097">
            <a:extLst>
              <a:ext uri="{FF2B5EF4-FFF2-40B4-BE49-F238E27FC236}">
                <a16:creationId xmlns:a16="http://schemas.microsoft.com/office/drawing/2014/main" id="{99080D19-0048-EB0D-2001-0E84A228E172}"/>
              </a:ext>
            </a:extLst>
          </p:cNvPr>
          <p:cNvSpPr/>
          <p:nvPr/>
        </p:nvSpPr>
        <p:spPr>
          <a:xfrm>
            <a:off x="9903614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99" name="모서리가 둥근 직사각형 1098">
            <a:extLst>
              <a:ext uri="{FF2B5EF4-FFF2-40B4-BE49-F238E27FC236}">
                <a16:creationId xmlns:a16="http://schemas.microsoft.com/office/drawing/2014/main" id="{4D178B33-D48B-B8DA-E1B0-24ACB480327A}"/>
              </a:ext>
            </a:extLst>
          </p:cNvPr>
          <p:cNvSpPr/>
          <p:nvPr/>
        </p:nvSpPr>
        <p:spPr>
          <a:xfrm>
            <a:off x="10096024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0" name="모서리가 둥근 직사각형 1099">
            <a:extLst>
              <a:ext uri="{FF2B5EF4-FFF2-40B4-BE49-F238E27FC236}">
                <a16:creationId xmlns:a16="http://schemas.microsoft.com/office/drawing/2014/main" id="{D208411A-800C-CB25-0EDF-52A9C7C48122}"/>
              </a:ext>
            </a:extLst>
          </p:cNvPr>
          <p:cNvSpPr/>
          <p:nvPr/>
        </p:nvSpPr>
        <p:spPr>
          <a:xfrm>
            <a:off x="10096024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1" name="모서리가 둥근 직사각형 1100">
            <a:extLst>
              <a:ext uri="{FF2B5EF4-FFF2-40B4-BE49-F238E27FC236}">
                <a16:creationId xmlns:a16="http://schemas.microsoft.com/office/drawing/2014/main" id="{CEA8ADAE-1806-F9B5-6B45-68530B2207EF}"/>
              </a:ext>
            </a:extLst>
          </p:cNvPr>
          <p:cNvSpPr/>
          <p:nvPr/>
        </p:nvSpPr>
        <p:spPr>
          <a:xfrm>
            <a:off x="10005668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91E24511-3552-C7A3-0F3C-280CC4A2FBC2}"/>
              </a:ext>
            </a:extLst>
          </p:cNvPr>
          <p:cNvCxnSpPr/>
          <p:nvPr/>
        </p:nvCxnSpPr>
        <p:spPr>
          <a:xfrm>
            <a:off x="10367813" y="5865713"/>
            <a:ext cx="0" cy="1599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직선 연결선 1102">
            <a:extLst>
              <a:ext uri="{FF2B5EF4-FFF2-40B4-BE49-F238E27FC236}">
                <a16:creationId xmlns:a16="http://schemas.microsoft.com/office/drawing/2014/main" id="{BC8E607B-445C-DA20-045E-D278B4B78D80}"/>
              </a:ext>
            </a:extLst>
          </p:cNvPr>
          <p:cNvCxnSpPr/>
          <p:nvPr/>
        </p:nvCxnSpPr>
        <p:spPr>
          <a:xfrm>
            <a:off x="10277458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모서리가 둥근 직사각형 1103">
            <a:extLst>
              <a:ext uri="{FF2B5EF4-FFF2-40B4-BE49-F238E27FC236}">
                <a16:creationId xmlns:a16="http://schemas.microsoft.com/office/drawing/2014/main" id="{BFBA63A2-47DB-6DF6-BB66-E6DCD7BA3646}"/>
              </a:ext>
            </a:extLst>
          </p:cNvPr>
          <p:cNvSpPr/>
          <p:nvPr/>
        </p:nvSpPr>
        <p:spPr>
          <a:xfrm>
            <a:off x="10286728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5" name="모서리가 둥근 직사각형 1104">
            <a:extLst>
              <a:ext uri="{FF2B5EF4-FFF2-40B4-BE49-F238E27FC236}">
                <a16:creationId xmlns:a16="http://schemas.microsoft.com/office/drawing/2014/main" id="{0C720B66-3D13-3296-53FD-799D415757F7}"/>
              </a:ext>
            </a:extLst>
          </p:cNvPr>
          <p:cNvSpPr/>
          <p:nvPr/>
        </p:nvSpPr>
        <p:spPr>
          <a:xfrm>
            <a:off x="10286728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6" name="모서리가 둥근 직사각형 1105">
            <a:extLst>
              <a:ext uri="{FF2B5EF4-FFF2-40B4-BE49-F238E27FC236}">
                <a16:creationId xmlns:a16="http://schemas.microsoft.com/office/drawing/2014/main" id="{6695463F-B603-3348-82AF-3B2278EC6DDC}"/>
              </a:ext>
            </a:extLst>
          </p:cNvPr>
          <p:cNvSpPr/>
          <p:nvPr/>
        </p:nvSpPr>
        <p:spPr>
          <a:xfrm>
            <a:off x="10196372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107" name="모서리가 둥근 직사각형 1106">
            <a:extLst>
              <a:ext uri="{FF2B5EF4-FFF2-40B4-BE49-F238E27FC236}">
                <a16:creationId xmlns:a16="http://schemas.microsoft.com/office/drawing/2014/main" id="{106F52A0-DC5D-C426-FDFA-4F3F75D63071}"/>
              </a:ext>
            </a:extLst>
          </p:cNvPr>
          <p:cNvSpPr/>
          <p:nvPr/>
        </p:nvSpPr>
        <p:spPr>
          <a:xfrm>
            <a:off x="8271487" y="3753867"/>
            <a:ext cx="637617" cy="471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904" name="직선 연결선 1903">
            <a:extLst>
              <a:ext uri="{FF2B5EF4-FFF2-40B4-BE49-F238E27FC236}">
                <a16:creationId xmlns:a16="http://schemas.microsoft.com/office/drawing/2014/main" id="{A9D6183A-05C9-9F61-8EF0-F79CB7C00588}"/>
              </a:ext>
            </a:extLst>
          </p:cNvPr>
          <p:cNvCxnSpPr/>
          <p:nvPr/>
        </p:nvCxnSpPr>
        <p:spPr>
          <a:xfrm>
            <a:off x="6115857" y="699228"/>
            <a:ext cx="3669444" cy="5218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" name="직선 연결선 1902">
            <a:extLst>
              <a:ext uri="{FF2B5EF4-FFF2-40B4-BE49-F238E27FC236}">
                <a16:creationId xmlns:a16="http://schemas.microsoft.com/office/drawing/2014/main" id="{F746C849-C6F3-8A52-8FE1-A992578321A7}"/>
              </a:ext>
            </a:extLst>
          </p:cNvPr>
          <p:cNvCxnSpPr/>
          <p:nvPr/>
        </p:nvCxnSpPr>
        <p:spPr>
          <a:xfrm flipH="1">
            <a:off x="4855560" y="613503"/>
            <a:ext cx="1158514" cy="64488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1" name="직선 연결선 1900">
            <a:extLst>
              <a:ext uri="{FF2B5EF4-FFF2-40B4-BE49-F238E27FC236}">
                <a16:creationId xmlns:a16="http://schemas.microsoft.com/office/drawing/2014/main" id="{1DDE8BE8-FC3F-4F54-2886-7328F08967C6}"/>
              </a:ext>
            </a:extLst>
          </p:cNvPr>
          <p:cNvCxnSpPr/>
          <p:nvPr/>
        </p:nvCxnSpPr>
        <p:spPr>
          <a:xfrm flipH="1">
            <a:off x="3470313" y="1260916"/>
            <a:ext cx="1419688" cy="273500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직선 연결선 433">
            <a:extLst>
              <a:ext uri="{FF2B5EF4-FFF2-40B4-BE49-F238E27FC236}">
                <a16:creationId xmlns:a16="http://schemas.microsoft.com/office/drawing/2014/main" id="{38CD77A9-92F1-716B-EC20-289BDBE23318}"/>
              </a:ext>
            </a:extLst>
          </p:cNvPr>
          <p:cNvCxnSpPr/>
          <p:nvPr/>
        </p:nvCxnSpPr>
        <p:spPr>
          <a:xfrm flipH="1">
            <a:off x="4097964" y="4139855"/>
            <a:ext cx="769996" cy="12248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AEA03956-916D-DC84-954C-ADF1508910A6}"/>
              </a:ext>
            </a:extLst>
          </p:cNvPr>
          <p:cNvCxnSpPr/>
          <p:nvPr/>
        </p:nvCxnSpPr>
        <p:spPr>
          <a:xfrm flipH="1" flipV="1">
            <a:off x="3506738" y="3998398"/>
            <a:ext cx="1386857" cy="1246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>
            <a:extLst>
              <a:ext uri="{FF2B5EF4-FFF2-40B4-BE49-F238E27FC236}">
                <a16:creationId xmlns:a16="http://schemas.microsoft.com/office/drawing/2014/main" id="{40302A77-F22F-6839-2F83-E0E47A3DA7F6}"/>
              </a:ext>
            </a:extLst>
          </p:cNvPr>
          <p:cNvCxnSpPr/>
          <p:nvPr/>
        </p:nvCxnSpPr>
        <p:spPr>
          <a:xfrm flipH="1">
            <a:off x="2406843" y="4001526"/>
            <a:ext cx="1085262" cy="1690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31FE419B-8C9D-06F5-54CC-5A99ACB9E90D}"/>
              </a:ext>
            </a:extLst>
          </p:cNvPr>
          <p:cNvCxnSpPr/>
          <p:nvPr/>
        </p:nvCxnSpPr>
        <p:spPr>
          <a:xfrm flipH="1">
            <a:off x="1561760" y="4170567"/>
            <a:ext cx="820554" cy="119539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3160F83-36AD-428C-1115-95CA6B301D15}"/>
              </a:ext>
            </a:extLst>
          </p:cNvPr>
          <p:cNvCxnSpPr/>
          <p:nvPr/>
        </p:nvCxnSpPr>
        <p:spPr>
          <a:xfrm flipH="1">
            <a:off x="1976336" y="5575705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7F5511B-55AE-7F36-81F1-F7AA214B6EB5}"/>
              </a:ext>
            </a:extLst>
          </p:cNvPr>
          <p:cNvCxnSpPr/>
          <p:nvPr/>
        </p:nvCxnSpPr>
        <p:spPr>
          <a:xfrm>
            <a:off x="1574671" y="5370931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EA99E1-58C0-D60C-A057-E87A2F167170}"/>
              </a:ext>
            </a:extLst>
          </p:cNvPr>
          <p:cNvCxnSpPr/>
          <p:nvPr/>
        </p:nvCxnSpPr>
        <p:spPr>
          <a:xfrm flipH="1">
            <a:off x="957417" y="5353629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6853C38-5D33-5EEA-FFB8-CD604CE9958B}"/>
              </a:ext>
            </a:extLst>
          </p:cNvPr>
          <p:cNvCxnSpPr/>
          <p:nvPr/>
        </p:nvCxnSpPr>
        <p:spPr>
          <a:xfrm flipH="1">
            <a:off x="675477" y="5574674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0B85F10-DECC-F4DB-917E-4511D4AA5F29}"/>
              </a:ext>
            </a:extLst>
          </p:cNvPr>
          <p:cNvSpPr/>
          <p:nvPr/>
        </p:nvSpPr>
        <p:spPr>
          <a:xfrm>
            <a:off x="1397188" y="5253479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8626F8C-3FC9-5CCF-5A98-704D77C143A1}"/>
              </a:ext>
            </a:extLst>
          </p:cNvPr>
          <p:cNvCxnSpPr/>
          <p:nvPr/>
        </p:nvCxnSpPr>
        <p:spPr>
          <a:xfrm flipH="1">
            <a:off x="258298" y="6133328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EA6C426-2306-95AA-34C2-36755FBCDD94}"/>
              </a:ext>
            </a:extLst>
          </p:cNvPr>
          <p:cNvCxnSpPr/>
          <p:nvPr/>
        </p:nvCxnSpPr>
        <p:spPr>
          <a:xfrm>
            <a:off x="348653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6C044DE-4641-E8FB-40E5-FFB815864A46}"/>
              </a:ext>
            </a:extLst>
          </p:cNvPr>
          <p:cNvCxnSpPr/>
          <p:nvPr/>
        </p:nvCxnSpPr>
        <p:spPr>
          <a:xfrm>
            <a:off x="155420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A23BAD4-6DE4-6FBD-5CF1-AD1F17ACAD63}"/>
              </a:ext>
            </a:extLst>
          </p:cNvPr>
          <p:cNvCxnSpPr/>
          <p:nvPr/>
        </p:nvCxnSpPr>
        <p:spPr>
          <a:xfrm>
            <a:off x="258298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FABE95B-7E6A-CE94-01C8-5151F1D3FDFC}"/>
              </a:ext>
            </a:extLst>
          </p:cNvPr>
          <p:cNvCxnSpPr/>
          <p:nvPr/>
        </p:nvCxnSpPr>
        <p:spPr>
          <a:xfrm flipH="1">
            <a:off x="150687" y="637370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FD74AA7-F2CC-4253-84E4-AAEA230C58F4}"/>
              </a:ext>
            </a:extLst>
          </p:cNvPr>
          <p:cNvSpPr/>
          <p:nvPr/>
        </p:nvSpPr>
        <p:spPr>
          <a:xfrm>
            <a:off x="75158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0AD695B5-EFCC-BE78-2D4E-9E15C21E5B85}"/>
              </a:ext>
            </a:extLst>
          </p:cNvPr>
          <p:cNvSpPr/>
          <p:nvPr/>
        </p:nvSpPr>
        <p:spPr>
          <a:xfrm>
            <a:off x="75158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05917417-0FB5-A6C1-FB85-7BE81838DB9D}"/>
              </a:ext>
            </a:extLst>
          </p:cNvPr>
          <p:cNvSpPr/>
          <p:nvPr/>
        </p:nvSpPr>
        <p:spPr>
          <a:xfrm>
            <a:off x="267567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719FA90-F707-4CEF-DF32-68355E2FE579}"/>
              </a:ext>
            </a:extLst>
          </p:cNvPr>
          <p:cNvSpPr/>
          <p:nvPr/>
        </p:nvSpPr>
        <p:spPr>
          <a:xfrm>
            <a:off x="267567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FB659DC-4697-87AC-FC4E-CA12A27E02A3}"/>
              </a:ext>
            </a:extLst>
          </p:cNvPr>
          <p:cNvSpPr/>
          <p:nvPr/>
        </p:nvSpPr>
        <p:spPr>
          <a:xfrm>
            <a:off x="177211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34E106C-533F-10F7-E79C-457A6AD4AC84}"/>
              </a:ext>
            </a:extLst>
          </p:cNvPr>
          <p:cNvCxnSpPr/>
          <p:nvPr/>
        </p:nvCxnSpPr>
        <p:spPr>
          <a:xfrm>
            <a:off x="677934" y="613495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6C029D6-3226-3C56-D0BF-D3D49BA577B2}"/>
              </a:ext>
            </a:extLst>
          </p:cNvPr>
          <p:cNvSpPr/>
          <p:nvPr/>
        </p:nvSpPr>
        <p:spPr>
          <a:xfrm>
            <a:off x="608126" y="6081459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43FDD38-C559-742D-A839-93F67CE51DB9}"/>
              </a:ext>
            </a:extLst>
          </p:cNvPr>
          <p:cNvCxnSpPr/>
          <p:nvPr/>
        </p:nvCxnSpPr>
        <p:spPr>
          <a:xfrm>
            <a:off x="539357" y="642667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B30DCF8-1975-40DD-C098-629DB2F5A98B}"/>
              </a:ext>
            </a:extLst>
          </p:cNvPr>
          <p:cNvCxnSpPr/>
          <p:nvPr/>
        </p:nvCxnSpPr>
        <p:spPr>
          <a:xfrm>
            <a:off x="449002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3D52D0B-8B79-855E-AC5B-0875F9C2141D}"/>
              </a:ext>
            </a:extLst>
          </p:cNvPr>
          <p:cNvSpPr/>
          <p:nvPr/>
        </p:nvSpPr>
        <p:spPr>
          <a:xfrm>
            <a:off x="458271" y="652038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B4309C6-0093-472F-5484-A3C465D3B52A}"/>
              </a:ext>
            </a:extLst>
          </p:cNvPr>
          <p:cNvSpPr/>
          <p:nvPr/>
        </p:nvSpPr>
        <p:spPr>
          <a:xfrm>
            <a:off x="458271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B1399A4-D5CF-6B3C-D732-56EEEB3A7BB8}"/>
              </a:ext>
            </a:extLst>
          </p:cNvPr>
          <p:cNvSpPr/>
          <p:nvPr/>
        </p:nvSpPr>
        <p:spPr>
          <a:xfrm>
            <a:off x="367916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C3BE464-80A8-DA53-0DF9-8B1DD678335E}"/>
              </a:ext>
            </a:extLst>
          </p:cNvPr>
          <p:cNvCxnSpPr/>
          <p:nvPr/>
        </p:nvCxnSpPr>
        <p:spPr>
          <a:xfrm flipH="1">
            <a:off x="891603" y="6273924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EDE6584-B96B-54A0-80CA-E347C778F854}"/>
              </a:ext>
            </a:extLst>
          </p:cNvPr>
          <p:cNvCxnSpPr/>
          <p:nvPr/>
        </p:nvCxnSpPr>
        <p:spPr>
          <a:xfrm>
            <a:off x="981959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5A912DE-7498-4C92-2939-CD46945E2E2A}"/>
              </a:ext>
            </a:extLst>
          </p:cNvPr>
          <p:cNvCxnSpPr/>
          <p:nvPr/>
        </p:nvCxnSpPr>
        <p:spPr>
          <a:xfrm>
            <a:off x="788726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C82AA25-55E7-CA14-3C28-F8401598A5B9}"/>
              </a:ext>
            </a:extLst>
          </p:cNvPr>
          <p:cNvCxnSpPr/>
          <p:nvPr/>
        </p:nvCxnSpPr>
        <p:spPr>
          <a:xfrm>
            <a:off x="891604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BBC490B-5156-62A2-6220-7A9D00FD1D5E}"/>
              </a:ext>
            </a:extLst>
          </p:cNvPr>
          <p:cNvCxnSpPr/>
          <p:nvPr/>
        </p:nvCxnSpPr>
        <p:spPr>
          <a:xfrm flipH="1">
            <a:off x="783993" y="637370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F36A778-ABF8-45BA-07EE-62EA05A9645C}"/>
              </a:ext>
            </a:extLst>
          </p:cNvPr>
          <p:cNvSpPr/>
          <p:nvPr/>
        </p:nvSpPr>
        <p:spPr>
          <a:xfrm>
            <a:off x="708463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EA0C9425-2089-5346-44FE-AEE360AFD435}"/>
              </a:ext>
            </a:extLst>
          </p:cNvPr>
          <p:cNvSpPr/>
          <p:nvPr/>
        </p:nvSpPr>
        <p:spPr>
          <a:xfrm>
            <a:off x="708463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59063F6-336C-3A50-5D0B-8157E3E68095}"/>
              </a:ext>
            </a:extLst>
          </p:cNvPr>
          <p:cNvSpPr/>
          <p:nvPr/>
        </p:nvSpPr>
        <p:spPr>
          <a:xfrm>
            <a:off x="900873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12DCA4B4-2620-4C0D-A6B9-AE6A65D53C9A}"/>
              </a:ext>
            </a:extLst>
          </p:cNvPr>
          <p:cNvSpPr/>
          <p:nvPr/>
        </p:nvSpPr>
        <p:spPr>
          <a:xfrm>
            <a:off x="900873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5672C35F-819D-236F-88B4-33933D9B271A}"/>
              </a:ext>
            </a:extLst>
          </p:cNvPr>
          <p:cNvSpPr/>
          <p:nvPr/>
        </p:nvSpPr>
        <p:spPr>
          <a:xfrm>
            <a:off x="810518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A91B9D9-D7A6-7B2F-5FC3-B55566237364}"/>
              </a:ext>
            </a:extLst>
          </p:cNvPr>
          <p:cNvCxnSpPr/>
          <p:nvPr/>
        </p:nvCxnSpPr>
        <p:spPr>
          <a:xfrm>
            <a:off x="1172663" y="642667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EFC8F3F-0D81-89A7-FC7C-79A78A7988E0}"/>
              </a:ext>
            </a:extLst>
          </p:cNvPr>
          <p:cNvCxnSpPr/>
          <p:nvPr/>
        </p:nvCxnSpPr>
        <p:spPr>
          <a:xfrm>
            <a:off x="1082308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9AA75A-3F35-16A3-7F92-35A1B65C8B21}"/>
              </a:ext>
            </a:extLst>
          </p:cNvPr>
          <p:cNvSpPr/>
          <p:nvPr/>
        </p:nvSpPr>
        <p:spPr>
          <a:xfrm>
            <a:off x="1091577" y="652038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0786FB95-B18F-1DF2-88C0-B55A4912533A}"/>
              </a:ext>
            </a:extLst>
          </p:cNvPr>
          <p:cNvSpPr/>
          <p:nvPr/>
        </p:nvSpPr>
        <p:spPr>
          <a:xfrm>
            <a:off x="1091577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262053BA-4B64-C9AD-54CB-93EDD9C1C160}"/>
              </a:ext>
            </a:extLst>
          </p:cNvPr>
          <p:cNvSpPr/>
          <p:nvPr/>
        </p:nvSpPr>
        <p:spPr>
          <a:xfrm>
            <a:off x="1001222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CD67CFE-2B5E-FA34-A99A-5D87DD093F25}"/>
              </a:ext>
            </a:extLst>
          </p:cNvPr>
          <p:cNvGrpSpPr/>
          <p:nvPr/>
        </p:nvGrpSpPr>
        <p:grpSpPr>
          <a:xfrm>
            <a:off x="1364724" y="6094513"/>
            <a:ext cx="1178592" cy="664328"/>
            <a:chOff x="2380665" y="3181691"/>
            <a:chExt cx="14101534" cy="8690468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20AD7571-CF6D-97D5-FB52-F246B5563966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5927094-A0BB-8A1A-2CF4-9EF1B527B1EF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68FEDDD-081C-D9E1-DEB5-59F437D0D41E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F328F9E-B933-85A5-23CD-F042573EB28B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201ED15-D691-5AF2-D9C3-9E0D76BAB5B9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모서리가 둥근 직사각형 44">
              <a:extLst>
                <a:ext uri="{FF2B5EF4-FFF2-40B4-BE49-F238E27FC236}">
                  <a16:creationId xmlns:a16="http://schemas.microsoft.com/office/drawing/2014/main" id="{7618B70B-2AAF-8E3D-DF78-E3A01EF04737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8BDF8456-C9BC-A3B8-27AF-61926765E78E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7" name="모서리가 둥근 직사각형 46">
              <a:extLst>
                <a:ext uri="{FF2B5EF4-FFF2-40B4-BE49-F238E27FC236}">
                  <a16:creationId xmlns:a16="http://schemas.microsoft.com/office/drawing/2014/main" id="{45C0CEB1-63C9-CB99-8D68-208CBFA50919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7B9816F5-EB5C-F9A3-2357-A686D1EFA221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4932073C-AAAB-AF92-6F2A-D885E433B49F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FFC1D440-15E8-F110-4B24-219156545137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모서리가 둥근 직사각형 50">
              <a:extLst>
                <a:ext uri="{FF2B5EF4-FFF2-40B4-BE49-F238E27FC236}">
                  <a16:creationId xmlns:a16="http://schemas.microsoft.com/office/drawing/2014/main" id="{330909C7-B3D8-8FDD-48BE-6507D37F0317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A4CFCCAE-8E6E-3E02-298D-9F84B1493544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423776D2-6974-94E3-3B71-25C2344C02CB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6852A2AC-CBAD-070A-CA80-A20F3640AAEB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5" name="모서리가 둥근 직사각형 54">
              <a:extLst>
                <a:ext uri="{FF2B5EF4-FFF2-40B4-BE49-F238E27FC236}">
                  <a16:creationId xmlns:a16="http://schemas.microsoft.com/office/drawing/2014/main" id="{E4105DBB-197A-4B2D-AC13-27AF6EC8BFEB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56" name="모서리가 둥근 직사각형 55">
              <a:extLst>
                <a:ext uri="{FF2B5EF4-FFF2-40B4-BE49-F238E27FC236}">
                  <a16:creationId xmlns:a16="http://schemas.microsoft.com/office/drawing/2014/main" id="{63ACEAA0-2E5E-3A89-7ACF-F61AEABAF61D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C1FB4EF0-8C22-A542-BB53-3F39B91EFBD3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2C1A5AAF-8B9E-46AB-9885-9332E78A225B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1748AEB4-301A-9C84-9FB2-E7C3C03790C0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E136B91-09D8-9841-9650-E90DD97010E1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F7CF15C2-5BA8-CF2F-6FED-3BFF5BFDCC3B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78B59D19-8B40-9678-5150-DBC6BCDA414E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3" name="모서리가 둥근 직사각형 62">
              <a:extLst>
                <a:ext uri="{FF2B5EF4-FFF2-40B4-BE49-F238E27FC236}">
                  <a16:creationId xmlns:a16="http://schemas.microsoft.com/office/drawing/2014/main" id="{057F3747-6930-871A-4C06-9A1F282203BD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4" name="모서리가 둥근 직사각형 63">
              <a:extLst>
                <a:ext uri="{FF2B5EF4-FFF2-40B4-BE49-F238E27FC236}">
                  <a16:creationId xmlns:a16="http://schemas.microsoft.com/office/drawing/2014/main" id="{67EBCC92-4282-8F9B-0DA6-094843161A1B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5" name="모서리가 둥근 직사각형 64">
              <a:extLst>
                <a:ext uri="{FF2B5EF4-FFF2-40B4-BE49-F238E27FC236}">
                  <a16:creationId xmlns:a16="http://schemas.microsoft.com/office/drawing/2014/main" id="{BD986F39-81E5-0CA2-2098-ADF5B676C7C4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66" name="모서리가 둥근 직사각형 65">
              <a:extLst>
                <a:ext uri="{FF2B5EF4-FFF2-40B4-BE49-F238E27FC236}">
                  <a16:creationId xmlns:a16="http://schemas.microsoft.com/office/drawing/2014/main" id="{2901014B-2A7F-A6CF-43FE-838C41BF73A1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F2D595EB-285C-67A6-A76C-A9052B1B5B24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88A9D905-DC45-C108-1B51-C885FCF6EA8F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모서리가 둥근 직사각형 68">
              <a:extLst>
                <a:ext uri="{FF2B5EF4-FFF2-40B4-BE49-F238E27FC236}">
                  <a16:creationId xmlns:a16="http://schemas.microsoft.com/office/drawing/2014/main" id="{55438D92-BDBF-153C-C38B-790C18C28D3F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70" name="모서리가 둥근 직사각형 69">
              <a:extLst>
                <a:ext uri="{FF2B5EF4-FFF2-40B4-BE49-F238E27FC236}">
                  <a16:creationId xmlns:a16="http://schemas.microsoft.com/office/drawing/2014/main" id="{7039AE61-B52F-CA39-8204-1E43FE3A3793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71" name="모서리가 둥근 직사각형 70">
              <a:extLst>
                <a:ext uri="{FF2B5EF4-FFF2-40B4-BE49-F238E27FC236}">
                  <a16:creationId xmlns:a16="http://schemas.microsoft.com/office/drawing/2014/main" id="{D5E734BD-0164-BA70-24A7-C6FB43299C8C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7B37395-1974-3E36-4A6D-385640AF536C}"/>
              </a:ext>
            </a:extLst>
          </p:cNvPr>
          <p:cNvCxnSpPr/>
          <p:nvPr/>
        </p:nvCxnSpPr>
        <p:spPr>
          <a:xfrm>
            <a:off x="948147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1D4EC209-ABC9-932A-ABA8-4866D28960EB}"/>
              </a:ext>
            </a:extLst>
          </p:cNvPr>
          <p:cNvSpPr/>
          <p:nvPr/>
        </p:nvSpPr>
        <p:spPr>
          <a:xfrm>
            <a:off x="878339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B22B793-2E63-062E-9C12-4FAE56929CF6}"/>
              </a:ext>
            </a:extLst>
          </p:cNvPr>
          <p:cNvCxnSpPr/>
          <p:nvPr/>
        </p:nvCxnSpPr>
        <p:spPr>
          <a:xfrm flipH="1">
            <a:off x="1161816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773A215-3B53-6B0B-4D30-75011C3B6837}"/>
              </a:ext>
            </a:extLst>
          </p:cNvPr>
          <p:cNvCxnSpPr/>
          <p:nvPr/>
        </p:nvCxnSpPr>
        <p:spPr>
          <a:xfrm>
            <a:off x="1252171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4BFEC4B-0D11-8CAE-0403-CF3E8030583A}"/>
              </a:ext>
            </a:extLst>
          </p:cNvPr>
          <p:cNvCxnSpPr/>
          <p:nvPr/>
        </p:nvCxnSpPr>
        <p:spPr>
          <a:xfrm>
            <a:off x="1058938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DA29B59-2E62-2F1A-3089-FF0B62D063D2}"/>
              </a:ext>
            </a:extLst>
          </p:cNvPr>
          <p:cNvCxnSpPr/>
          <p:nvPr/>
        </p:nvCxnSpPr>
        <p:spPr>
          <a:xfrm>
            <a:off x="1161816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3AA3295-9BE4-C1D1-9689-7969927D04F4}"/>
              </a:ext>
            </a:extLst>
          </p:cNvPr>
          <p:cNvCxnSpPr/>
          <p:nvPr/>
        </p:nvCxnSpPr>
        <p:spPr>
          <a:xfrm flipH="1">
            <a:off x="1054205" y="5812745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0A8D6F76-57A4-EAEB-C7EB-6985CB96ACD0}"/>
              </a:ext>
            </a:extLst>
          </p:cNvPr>
          <p:cNvSpPr/>
          <p:nvPr/>
        </p:nvSpPr>
        <p:spPr>
          <a:xfrm>
            <a:off x="978676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62CC5C73-25B1-983E-3EB5-000F642F3AD6}"/>
              </a:ext>
            </a:extLst>
          </p:cNvPr>
          <p:cNvSpPr/>
          <p:nvPr/>
        </p:nvSpPr>
        <p:spPr>
          <a:xfrm>
            <a:off x="978676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912DFAD2-809E-4EF2-C556-AE136E033381}"/>
              </a:ext>
            </a:extLst>
          </p:cNvPr>
          <p:cNvSpPr/>
          <p:nvPr/>
        </p:nvSpPr>
        <p:spPr>
          <a:xfrm>
            <a:off x="1171085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E821903D-130F-B17B-5E3B-A5E61FDD04A3}"/>
              </a:ext>
            </a:extLst>
          </p:cNvPr>
          <p:cNvSpPr/>
          <p:nvPr/>
        </p:nvSpPr>
        <p:spPr>
          <a:xfrm>
            <a:off x="1171085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7999B4C8-3B11-A740-F628-873C26D7178C}"/>
              </a:ext>
            </a:extLst>
          </p:cNvPr>
          <p:cNvSpPr/>
          <p:nvPr/>
        </p:nvSpPr>
        <p:spPr>
          <a:xfrm>
            <a:off x="1080730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9F37C947-4DB5-95DB-5692-C7F4D4CBD7F2}"/>
              </a:ext>
            </a:extLst>
          </p:cNvPr>
          <p:cNvCxnSpPr/>
          <p:nvPr/>
        </p:nvCxnSpPr>
        <p:spPr>
          <a:xfrm>
            <a:off x="1442876" y="586571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1EDDBF4-5C31-6AF6-7CC8-D182D32EE685}"/>
              </a:ext>
            </a:extLst>
          </p:cNvPr>
          <p:cNvCxnSpPr/>
          <p:nvPr/>
        </p:nvCxnSpPr>
        <p:spPr>
          <a:xfrm>
            <a:off x="1352521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9B6E744A-C143-8E41-2F08-5B4CE4E4B822}"/>
              </a:ext>
            </a:extLst>
          </p:cNvPr>
          <p:cNvSpPr/>
          <p:nvPr/>
        </p:nvSpPr>
        <p:spPr>
          <a:xfrm>
            <a:off x="1361790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9572338A-4073-D245-730A-FB4974833901}"/>
              </a:ext>
            </a:extLst>
          </p:cNvPr>
          <p:cNvSpPr/>
          <p:nvPr/>
        </p:nvSpPr>
        <p:spPr>
          <a:xfrm>
            <a:off x="1361790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6221E3A0-7941-52CE-9C88-6EBF33D0F8E8}"/>
              </a:ext>
            </a:extLst>
          </p:cNvPr>
          <p:cNvSpPr/>
          <p:nvPr/>
        </p:nvSpPr>
        <p:spPr>
          <a:xfrm>
            <a:off x="1271434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8284CA4-C0D9-7FCA-2395-114885A8EDD3}"/>
              </a:ext>
            </a:extLst>
          </p:cNvPr>
          <p:cNvCxnSpPr/>
          <p:nvPr/>
        </p:nvCxnSpPr>
        <p:spPr>
          <a:xfrm>
            <a:off x="2203310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8A3D5FF1-F383-1F38-3B79-FA321B2728C0}"/>
              </a:ext>
            </a:extLst>
          </p:cNvPr>
          <p:cNvSpPr/>
          <p:nvPr/>
        </p:nvSpPr>
        <p:spPr>
          <a:xfrm>
            <a:off x="2133503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53530BB-A6D5-5870-9204-F2DD4BD81885}"/>
              </a:ext>
            </a:extLst>
          </p:cNvPr>
          <p:cNvCxnSpPr/>
          <p:nvPr/>
        </p:nvCxnSpPr>
        <p:spPr>
          <a:xfrm flipH="1">
            <a:off x="2416979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59F5BF51-0AB1-BD37-8B7C-D7B4B8DDBCB5}"/>
              </a:ext>
            </a:extLst>
          </p:cNvPr>
          <p:cNvCxnSpPr/>
          <p:nvPr/>
        </p:nvCxnSpPr>
        <p:spPr>
          <a:xfrm>
            <a:off x="2507334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C7E5890-3673-EE57-857B-193C817F46A2}"/>
              </a:ext>
            </a:extLst>
          </p:cNvPr>
          <p:cNvCxnSpPr/>
          <p:nvPr/>
        </p:nvCxnSpPr>
        <p:spPr>
          <a:xfrm>
            <a:off x="2314102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3BB8F19-3846-3CFE-1966-40599170E1BE}"/>
              </a:ext>
            </a:extLst>
          </p:cNvPr>
          <p:cNvCxnSpPr/>
          <p:nvPr/>
        </p:nvCxnSpPr>
        <p:spPr>
          <a:xfrm>
            <a:off x="2416979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3753C59-E4F8-88C2-440D-5D03EF98A585}"/>
              </a:ext>
            </a:extLst>
          </p:cNvPr>
          <p:cNvCxnSpPr/>
          <p:nvPr/>
        </p:nvCxnSpPr>
        <p:spPr>
          <a:xfrm flipH="1">
            <a:off x="2309368" y="5812745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399DEA9B-B3B8-ADF2-863F-DF655D1F9FC8}"/>
              </a:ext>
            </a:extLst>
          </p:cNvPr>
          <p:cNvSpPr/>
          <p:nvPr/>
        </p:nvSpPr>
        <p:spPr>
          <a:xfrm>
            <a:off x="2233839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051415AA-7644-FCF2-68F2-10C344799EDD}"/>
              </a:ext>
            </a:extLst>
          </p:cNvPr>
          <p:cNvSpPr/>
          <p:nvPr/>
        </p:nvSpPr>
        <p:spPr>
          <a:xfrm>
            <a:off x="2233839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455217C5-F284-9CCA-9BAB-96C5FBC9E147}"/>
              </a:ext>
            </a:extLst>
          </p:cNvPr>
          <p:cNvSpPr/>
          <p:nvPr/>
        </p:nvSpPr>
        <p:spPr>
          <a:xfrm>
            <a:off x="2426248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1DD510A3-DB22-44B3-670F-AE49743D8919}"/>
              </a:ext>
            </a:extLst>
          </p:cNvPr>
          <p:cNvSpPr/>
          <p:nvPr/>
        </p:nvSpPr>
        <p:spPr>
          <a:xfrm>
            <a:off x="2426248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3919A104-9FA8-9160-A57E-CE825BD36181}"/>
              </a:ext>
            </a:extLst>
          </p:cNvPr>
          <p:cNvSpPr/>
          <p:nvPr/>
        </p:nvSpPr>
        <p:spPr>
          <a:xfrm>
            <a:off x="2335893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9F64C684-120F-76A0-9DFA-AB54FCA0B8E0}"/>
              </a:ext>
            </a:extLst>
          </p:cNvPr>
          <p:cNvCxnSpPr/>
          <p:nvPr/>
        </p:nvCxnSpPr>
        <p:spPr>
          <a:xfrm>
            <a:off x="2698039" y="586571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48B8C626-7767-0844-1A87-67AEA1AD360A}"/>
              </a:ext>
            </a:extLst>
          </p:cNvPr>
          <p:cNvCxnSpPr/>
          <p:nvPr/>
        </p:nvCxnSpPr>
        <p:spPr>
          <a:xfrm>
            <a:off x="2607683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모서리가 둥근 직사각형 102">
            <a:extLst>
              <a:ext uri="{FF2B5EF4-FFF2-40B4-BE49-F238E27FC236}">
                <a16:creationId xmlns:a16="http://schemas.microsoft.com/office/drawing/2014/main" id="{0EBCD06A-FE0B-3D3A-2DF7-B970AEAFA2A1}"/>
              </a:ext>
            </a:extLst>
          </p:cNvPr>
          <p:cNvSpPr/>
          <p:nvPr/>
        </p:nvSpPr>
        <p:spPr>
          <a:xfrm>
            <a:off x="2616952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" name="모서리가 둥근 직사각형 103">
            <a:extLst>
              <a:ext uri="{FF2B5EF4-FFF2-40B4-BE49-F238E27FC236}">
                <a16:creationId xmlns:a16="http://schemas.microsoft.com/office/drawing/2014/main" id="{DC543D65-740C-8F1A-C62F-2DCF0A9D34DB}"/>
              </a:ext>
            </a:extLst>
          </p:cNvPr>
          <p:cNvSpPr/>
          <p:nvPr/>
        </p:nvSpPr>
        <p:spPr>
          <a:xfrm>
            <a:off x="2616952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3469A662-414F-7D17-7F8C-561038FB8101}"/>
              </a:ext>
            </a:extLst>
          </p:cNvPr>
          <p:cNvSpPr/>
          <p:nvPr/>
        </p:nvSpPr>
        <p:spPr>
          <a:xfrm>
            <a:off x="2526597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0043D9EC-20DA-9388-2D07-89A841AE6705}"/>
              </a:ext>
            </a:extLst>
          </p:cNvPr>
          <p:cNvCxnSpPr/>
          <p:nvPr/>
        </p:nvCxnSpPr>
        <p:spPr>
          <a:xfrm flipH="1">
            <a:off x="2538996" y="4275117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A9752D20-9C7E-3ED3-62F2-C1527C363A54}"/>
              </a:ext>
            </a:extLst>
          </p:cNvPr>
          <p:cNvCxnSpPr/>
          <p:nvPr/>
        </p:nvCxnSpPr>
        <p:spPr>
          <a:xfrm>
            <a:off x="2391584" y="4181410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모서리가 둥근 직사각형 213">
            <a:extLst>
              <a:ext uri="{FF2B5EF4-FFF2-40B4-BE49-F238E27FC236}">
                <a16:creationId xmlns:a16="http://schemas.microsoft.com/office/drawing/2014/main" id="{5401004A-F5B6-DFBF-8221-9406F8411D5D}"/>
              </a:ext>
            </a:extLst>
          </p:cNvPr>
          <p:cNvSpPr/>
          <p:nvPr/>
        </p:nvSpPr>
        <p:spPr>
          <a:xfrm>
            <a:off x="2223819" y="4074488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651AF44A-7033-D3F0-B9C6-F7FBFEF7C437}"/>
              </a:ext>
            </a:extLst>
          </p:cNvPr>
          <p:cNvGrpSpPr/>
          <p:nvPr/>
        </p:nvGrpSpPr>
        <p:grpSpPr>
          <a:xfrm>
            <a:off x="1927384" y="4793925"/>
            <a:ext cx="1178592" cy="664328"/>
            <a:chOff x="2380665" y="3181691"/>
            <a:chExt cx="14101534" cy="8690468"/>
          </a:xfrm>
        </p:grpSpPr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75ECFBBE-DC02-7C5B-5792-7A352D1E4265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3EF102D0-3990-D36D-440C-5EEC11D7C36F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1472972B-CBC6-65A5-0C04-425463CAC423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E9283798-9B84-E6B4-4748-606F84D5DBF5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0B563FDA-A7CF-1692-CBEF-A1521C0B671E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모서리가 둥근 직사각형 220">
              <a:extLst>
                <a:ext uri="{FF2B5EF4-FFF2-40B4-BE49-F238E27FC236}">
                  <a16:creationId xmlns:a16="http://schemas.microsoft.com/office/drawing/2014/main" id="{81411120-1463-B374-CFF2-290BADBBAC94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22" name="모서리가 둥근 직사각형 221">
              <a:extLst>
                <a:ext uri="{FF2B5EF4-FFF2-40B4-BE49-F238E27FC236}">
                  <a16:creationId xmlns:a16="http://schemas.microsoft.com/office/drawing/2014/main" id="{A5CCABC6-BAF3-5256-29B2-B93876518612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23" name="모서리가 둥근 직사각형 222">
              <a:extLst>
                <a:ext uri="{FF2B5EF4-FFF2-40B4-BE49-F238E27FC236}">
                  <a16:creationId xmlns:a16="http://schemas.microsoft.com/office/drawing/2014/main" id="{19C012F9-5F0B-030D-1C86-A1535C96F99D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24" name="모서리가 둥근 직사각형 223">
              <a:extLst>
                <a:ext uri="{FF2B5EF4-FFF2-40B4-BE49-F238E27FC236}">
                  <a16:creationId xmlns:a16="http://schemas.microsoft.com/office/drawing/2014/main" id="{0F2B4462-0B2A-ECDF-D9D9-CC1D26A8F03F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25" name="모서리가 둥근 직사각형 224">
              <a:extLst>
                <a:ext uri="{FF2B5EF4-FFF2-40B4-BE49-F238E27FC236}">
                  <a16:creationId xmlns:a16="http://schemas.microsoft.com/office/drawing/2014/main" id="{60EEB444-C190-D4B2-94CB-3CA4E859A892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109BEE2C-4536-0CF3-D17B-E41EF9352EB0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모서리가 둥근 직사각형 226">
              <a:extLst>
                <a:ext uri="{FF2B5EF4-FFF2-40B4-BE49-F238E27FC236}">
                  <a16:creationId xmlns:a16="http://schemas.microsoft.com/office/drawing/2014/main" id="{54266A5F-F7C6-1D14-6B51-0936C85F93AD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A5133060-3662-AB88-7FFD-3699469EBFBD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>
              <a:extLst>
                <a:ext uri="{FF2B5EF4-FFF2-40B4-BE49-F238E27FC236}">
                  <a16:creationId xmlns:a16="http://schemas.microsoft.com/office/drawing/2014/main" id="{EA5166AB-5063-2541-E9A0-B0B151A40F14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모서리가 둥근 직사각형 229">
              <a:extLst>
                <a:ext uri="{FF2B5EF4-FFF2-40B4-BE49-F238E27FC236}">
                  <a16:creationId xmlns:a16="http://schemas.microsoft.com/office/drawing/2014/main" id="{A1DA2F33-CC96-44C9-06F6-C7D04C860FAE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31" name="모서리가 둥근 직사각형 230">
              <a:extLst>
                <a:ext uri="{FF2B5EF4-FFF2-40B4-BE49-F238E27FC236}">
                  <a16:creationId xmlns:a16="http://schemas.microsoft.com/office/drawing/2014/main" id="{A8A5F23B-1441-1034-3635-9103FB2A880E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32" name="모서리가 둥근 직사각형 231">
              <a:extLst>
                <a:ext uri="{FF2B5EF4-FFF2-40B4-BE49-F238E27FC236}">
                  <a16:creationId xmlns:a16="http://schemas.microsoft.com/office/drawing/2014/main" id="{AA26188B-8D0D-8F05-8A7F-75395418A599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04FFF5DB-6232-A09B-B6DD-3426FBF50179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754A10F5-E7CD-ECE6-B90C-8FA96F46FA3B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CE2A4162-C988-D59D-FAF7-E7FB350177A2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17FBE4B6-1491-8B1E-793C-23EA4F5CCB25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8CA76537-0B45-1AAF-3EDA-04006D4BB18F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모서리가 둥근 직사각형 237">
              <a:extLst>
                <a:ext uri="{FF2B5EF4-FFF2-40B4-BE49-F238E27FC236}">
                  <a16:creationId xmlns:a16="http://schemas.microsoft.com/office/drawing/2014/main" id="{12552899-6460-072E-7766-DF12200E85E2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39" name="모서리가 둥근 직사각형 238">
              <a:extLst>
                <a:ext uri="{FF2B5EF4-FFF2-40B4-BE49-F238E27FC236}">
                  <a16:creationId xmlns:a16="http://schemas.microsoft.com/office/drawing/2014/main" id="{C4A5A3E1-7ED8-34C6-F2EB-A995327F097E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40" name="모서리가 둥근 직사각형 239">
              <a:extLst>
                <a:ext uri="{FF2B5EF4-FFF2-40B4-BE49-F238E27FC236}">
                  <a16:creationId xmlns:a16="http://schemas.microsoft.com/office/drawing/2014/main" id="{AEE7C271-8351-8427-FDDF-E2AC0DA8F259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41" name="모서리가 둥근 직사각형 240">
              <a:extLst>
                <a:ext uri="{FF2B5EF4-FFF2-40B4-BE49-F238E27FC236}">
                  <a16:creationId xmlns:a16="http://schemas.microsoft.com/office/drawing/2014/main" id="{6B1DC05B-B7FE-781C-A67A-2791503801EA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42" name="모서리가 둥근 직사각형 241">
              <a:extLst>
                <a:ext uri="{FF2B5EF4-FFF2-40B4-BE49-F238E27FC236}">
                  <a16:creationId xmlns:a16="http://schemas.microsoft.com/office/drawing/2014/main" id="{759D954F-853C-E239-A3E8-90839DEDC079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243" name="직선 연결선 242">
              <a:extLst>
                <a:ext uri="{FF2B5EF4-FFF2-40B4-BE49-F238E27FC236}">
                  <a16:creationId xmlns:a16="http://schemas.microsoft.com/office/drawing/2014/main" id="{032ED962-0389-CAEE-11CB-2F9A490AB6DF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>
              <a:extLst>
                <a:ext uri="{FF2B5EF4-FFF2-40B4-BE49-F238E27FC236}">
                  <a16:creationId xmlns:a16="http://schemas.microsoft.com/office/drawing/2014/main" id="{803C0016-53DA-43D4-1110-E68009F66848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모서리가 둥근 직사각형 244">
              <a:extLst>
                <a:ext uri="{FF2B5EF4-FFF2-40B4-BE49-F238E27FC236}">
                  <a16:creationId xmlns:a16="http://schemas.microsoft.com/office/drawing/2014/main" id="{1E3ED465-ED55-E98E-97FD-76D6CF8C0FD1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46" name="모서리가 둥근 직사각형 245">
              <a:extLst>
                <a:ext uri="{FF2B5EF4-FFF2-40B4-BE49-F238E27FC236}">
                  <a16:creationId xmlns:a16="http://schemas.microsoft.com/office/drawing/2014/main" id="{5A432B08-0318-111A-AFDB-0493255EB712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47" name="모서리가 둥근 직사각형 246">
              <a:extLst>
                <a:ext uri="{FF2B5EF4-FFF2-40B4-BE49-F238E27FC236}">
                  <a16:creationId xmlns:a16="http://schemas.microsoft.com/office/drawing/2014/main" id="{9516318E-B421-9D29-8F6D-7E119C5F05F5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676EEF88-A2A4-5A5B-F0D8-118A3C990DCA}"/>
              </a:ext>
            </a:extLst>
          </p:cNvPr>
          <p:cNvCxnSpPr/>
          <p:nvPr/>
        </p:nvCxnSpPr>
        <p:spPr>
          <a:xfrm>
            <a:off x="2765970" y="4273405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C6DB83D0-4B35-CCA3-F02C-296D444BF10D}"/>
              </a:ext>
            </a:extLst>
          </p:cNvPr>
          <p:cNvSpPr/>
          <p:nvPr/>
        </p:nvSpPr>
        <p:spPr>
          <a:xfrm>
            <a:off x="2696162" y="4219907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C939FC1-8006-357C-B86F-2737182567B1}"/>
              </a:ext>
            </a:extLst>
          </p:cNvPr>
          <p:cNvCxnSpPr/>
          <p:nvPr/>
        </p:nvCxnSpPr>
        <p:spPr>
          <a:xfrm flipH="1">
            <a:off x="2979639" y="4412371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BEB8DBBA-30FE-BD5A-EEF9-C01B946A653E}"/>
              </a:ext>
            </a:extLst>
          </p:cNvPr>
          <p:cNvCxnSpPr/>
          <p:nvPr/>
        </p:nvCxnSpPr>
        <p:spPr>
          <a:xfrm>
            <a:off x="3069995" y="467068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D7A7FF5D-5F15-1167-C9D4-095FBC03EED4}"/>
              </a:ext>
            </a:extLst>
          </p:cNvPr>
          <p:cNvCxnSpPr/>
          <p:nvPr/>
        </p:nvCxnSpPr>
        <p:spPr>
          <a:xfrm>
            <a:off x="2876762" y="467068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31509615-6442-DD20-2DB8-4FB9340A70EA}"/>
              </a:ext>
            </a:extLst>
          </p:cNvPr>
          <p:cNvCxnSpPr/>
          <p:nvPr/>
        </p:nvCxnSpPr>
        <p:spPr>
          <a:xfrm>
            <a:off x="2979640" y="451918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연결선 253">
            <a:extLst>
              <a:ext uri="{FF2B5EF4-FFF2-40B4-BE49-F238E27FC236}">
                <a16:creationId xmlns:a16="http://schemas.microsoft.com/office/drawing/2014/main" id="{AB115F0B-820C-8455-1CCE-B25FB73A68B6}"/>
              </a:ext>
            </a:extLst>
          </p:cNvPr>
          <p:cNvCxnSpPr/>
          <p:nvPr/>
        </p:nvCxnSpPr>
        <p:spPr>
          <a:xfrm flipH="1">
            <a:off x="2872029" y="4512157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모서리가 둥근 직사각형 254">
            <a:extLst>
              <a:ext uri="{FF2B5EF4-FFF2-40B4-BE49-F238E27FC236}">
                <a16:creationId xmlns:a16="http://schemas.microsoft.com/office/drawing/2014/main" id="{D013918B-A60A-1A17-87D5-2C107BD9B9CD}"/>
              </a:ext>
            </a:extLst>
          </p:cNvPr>
          <p:cNvSpPr/>
          <p:nvPr/>
        </p:nvSpPr>
        <p:spPr>
          <a:xfrm>
            <a:off x="2796499" y="476438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" name="모서리가 둥근 직사각형 255">
            <a:extLst>
              <a:ext uri="{FF2B5EF4-FFF2-40B4-BE49-F238E27FC236}">
                <a16:creationId xmlns:a16="http://schemas.microsoft.com/office/drawing/2014/main" id="{323FE0AE-43C0-79EB-9EF3-19F227B0FB2B}"/>
              </a:ext>
            </a:extLst>
          </p:cNvPr>
          <p:cNvSpPr/>
          <p:nvPr/>
        </p:nvSpPr>
        <p:spPr>
          <a:xfrm>
            <a:off x="2796499" y="46107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" name="모서리가 둥근 직사각형 256">
            <a:extLst>
              <a:ext uri="{FF2B5EF4-FFF2-40B4-BE49-F238E27FC236}">
                <a16:creationId xmlns:a16="http://schemas.microsoft.com/office/drawing/2014/main" id="{9BB9CE8D-9A87-7779-BFFC-5AD309D2433E}"/>
              </a:ext>
            </a:extLst>
          </p:cNvPr>
          <p:cNvSpPr/>
          <p:nvPr/>
        </p:nvSpPr>
        <p:spPr>
          <a:xfrm>
            <a:off x="2988909" y="476438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469E0DCC-8005-DE82-99F5-E8ED92384F88}"/>
              </a:ext>
            </a:extLst>
          </p:cNvPr>
          <p:cNvSpPr/>
          <p:nvPr/>
        </p:nvSpPr>
        <p:spPr>
          <a:xfrm>
            <a:off x="2988909" y="46107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" name="모서리가 둥근 직사각형 258">
            <a:extLst>
              <a:ext uri="{FF2B5EF4-FFF2-40B4-BE49-F238E27FC236}">
                <a16:creationId xmlns:a16="http://schemas.microsoft.com/office/drawing/2014/main" id="{AE79AB43-843A-8EA0-5B19-5A7E94FE3714}"/>
              </a:ext>
            </a:extLst>
          </p:cNvPr>
          <p:cNvSpPr/>
          <p:nvPr/>
        </p:nvSpPr>
        <p:spPr>
          <a:xfrm>
            <a:off x="2898553" y="445712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3A0D578B-80C2-D06C-59A6-32210352024B}"/>
              </a:ext>
            </a:extLst>
          </p:cNvPr>
          <p:cNvCxnSpPr/>
          <p:nvPr/>
        </p:nvCxnSpPr>
        <p:spPr>
          <a:xfrm>
            <a:off x="3260699" y="4565126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5D26D56F-10F7-374E-FAAA-251ACB712EFB}"/>
              </a:ext>
            </a:extLst>
          </p:cNvPr>
          <p:cNvCxnSpPr/>
          <p:nvPr/>
        </p:nvCxnSpPr>
        <p:spPr>
          <a:xfrm>
            <a:off x="3170343" y="4413629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모서리가 둥근 직사각형 261">
            <a:extLst>
              <a:ext uri="{FF2B5EF4-FFF2-40B4-BE49-F238E27FC236}">
                <a16:creationId xmlns:a16="http://schemas.microsoft.com/office/drawing/2014/main" id="{54E6EF98-F78B-4F34-CEBA-8FFFBA33D774}"/>
              </a:ext>
            </a:extLst>
          </p:cNvPr>
          <p:cNvSpPr/>
          <p:nvPr/>
        </p:nvSpPr>
        <p:spPr>
          <a:xfrm>
            <a:off x="3179613" y="465883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3" name="모서리가 둥근 직사각형 262">
            <a:extLst>
              <a:ext uri="{FF2B5EF4-FFF2-40B4-BE49-F238E27FC236}">
                <a16:creationId xmlns:a16="http://schemas.microsoft.com/office/drawing/2014/main" id="{8B5F9714-9232-31B9-7702-443925A8CD01}"/>
              </a:ext>
            </a:extLst>
          </p:cNvPr>
          <p:cNvSpPr/>
          <p:nvPr/>
        </p:nvSpPr>
        <p:spPr>
          <a:xfrm>
            <a:off x="3179613" y="450520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14669475-6FF3-5868-0BDC-B680147D1E67}"/>
              </a:ext>
            </a:extLst>
          </p:cNvPr>
          <p:cNvSpPr/>
          <p:nvPr/>
        </p:nvSpPr>
        <p:spPr>
          <a:xfrm>
            <a:off x="3089258" y="4351571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006CDDD-8071-8CC4-6D99-14A59CBDE39D}"/>
              </a:ext>
            </a:extLst>
          </p:cNvPr>
          <p:cNvCxnSpPr/>
          <p:nvPr/>
        </p:nvCxnSpPr>
        <p:spPr>
          <a:xfrm flipH="1">
            <a:off x="5050277" y="4205770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1FB8241A-B4BF-7085-9BE4-52780B5A337F}"/>
              </a:ext>
            </a:extLst>
          </p:cNvPr>
          <p:cNvCxnSpPr/>
          <p:nvPr/>
        </p:nvCxnSpPr>
        <p:spPr>
          <a:xfrm>
            <a:off x="4902864" y="4112064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모서리가 둥근 직사각형 269">
            <a:extLst>
              <a:ext uri="{FF2B5EF4-FFF2-40B4-BE49-F238E27FC236}">
                <a16:creationId xmlns:a16="http://schemas.microsoft.com/office/drawing/2014/main" id="{F1F39C31-4F49-189B-1822-EB6F3F806C6B}"/>
              </a:ext>
            </a:extLst>
          </p:cNvPr>
          <p:cNvSpPr/>
          <p:nvPr/>
        </p:nvSpPr>
        <p:spPr>
          <a:xfrm>
            <a:off x="4735099" y="4005142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9EEE091B-5CDD-B94A-FD28-2E08643A7AB8}"/>
              </a:ext>
            </a:extLst>
          </p:cNvPr>
          <p:cNvGrpSpPr/>
          <p:nvPr/>
        </p:nvGrpSpPr>
        <p:grpSpPr>
          <a:xfrm>
            <a:off x="4438665" y="4724579"/>
            <a:ext cx="1178592" cy="664328"/>
            <a:chOff x="2380665" y="3181691"/>
            <a:chExt cx="14101534" cy="8690468"/>
          </a:xfrm>
        </p:grpSpPr>
        <p:cxnSp>
          <p:nvCxnSpPr>
            <p:cNvPr id="289" name="직선 연결선 288">
              <a:extLst>
                <a:ext uri="{FF2B5EF4-FFF2-40B4-BE49-F238E27FC236}">
                  <a16:creationId xmlns:a16="http://schemas.microsoft.com/office/drawing/2014/main" id="{C8553CB6-BAF2-F808-7BAC-6B7E594C4E5D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>
              <a:extLst>
                <a:ext uri="{FF2B5EF4-FFF2-40B4-BE49-F238E27FC236}">
                  <a16:creationId xmlns:a16="http://schemas.microsoft.com/office/drawing/2014/main" id="{B81A699D-5F97-BA64-97AE-D223AC0F7801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>
              <a:extLst>
                <a:ext uri="{FF2B5EF4-FFF2-40B4-BE49-F238E27FC236}">
                  <a16:creationId xmlns:a16="http://schemas.microsoft.com/office/drawing/2014/main" id="{D8A36A67-BE3D-4D16-6C2D-6B43763EEA1F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연결선 291">
              <a:extLst>
                <a:ext uri="{FF2B5EF4-FFF2-40B4-BE49-F238E27FC236}">
                  <a16:creationId xmlns:a16="http://schemas.microsoft.com/office/drawing/2014/main" id="{120E26EC-D8E2-F5E0-F81A-B5A90F841764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>
              <a:extLst>
                <a:ext uri="{FF2B5EF4-FFF2-40B4-BE49-F238E27FC236}">
                  <a16:creationId xmlns:a16="http://schemas.microsoft.com/office/drawing/2014/main" id="{735F218D-F676-8837-22D5-9A219D860494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모서리가 둥근 직사각형 293">
              <a:extLst>
                <a:ext uri="{FF2B5EF4-FFF2-40B4-BE49-F238E27FC236}">
                  <a16:creationId xmlns:a16="http://schemas.microsoft.com/office/drawing/2014/main" id="{61098D64-E723-1D77-559B-C06EDE648C54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95" name="모서리가 둥근 직사각형 294">
              <a:extLst>
                <a:ext uri="{FF2B5EF4-FFF2-40B4-BE49-F238E27FC236}">
                  <a16:creationId xmlns:a16="http://schemas.microsoft.com/office/drawing/2014/main" id="{AE4EFF07-C709-E7D9-42B9-098BC7B61A60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96" name="모서리가 둥근 직사각형 295">
              <a:extLst>
                <a:ext uri="{FF2B5EF4-FFF2-40B4-BE49-F238E27FC236}">
                  <a16:creationId xmlns:a16="http://schemas.microsoft.com/office/drawing/2014/main" id="{1EE370CF-7063-8E21-03F0-B4F451B70FCD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97" name="모서리가 둥근 직사각형 296">
              <a:extLst>
                <a:ext uri="{FF2B5EF4-FFF2-40B4-BE49-F238E27FC236}">
                  <a16:creationId xmlns:a16="http://schemas.microsoft.com/office/drawing/2014/main" id="{DCDBF212-AFB4-5101-197B-D877008538F4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298" name="모서리가 둥근 직사각형 297">
              <a:extLst>
                <a:ext uri="{FF2B5EF4-FFF2-40B4-BE49-F238E27FC236}">
                  <a16:creationId xmlns:a16="http://schemas.microsoft.com/office/drawing/2014/main" id="{8D4A743C-9358-B43E-A0BA-0FF4E372FE3A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299" name="직선 연결선 298">
              <a:extLst>
                <a:ext uri="{FF2B5EF4-FFF2-40B4-BE49-F238E27FC236}">
                  <a16:creationId xmlns:a16="http://schemas.microsoft.com/office/drawing/2014/main" id="{EA0CBDF1-1600-CF62-1F97-30F56603AB4E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모서리가 둥근 직사각형 299">
              <a:extLst>
                <a:ext uri="{FF2B5EF4-FFF2-40B4-BE49-F238E27FC236}">
                  <a16:creationId xmlns:a16="http://schemas.microsoft.com/office/drawing/2014/main" id="{5511505A-9981-C13F-D743-B8602A1A76F0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79C1C329-755B-D2BF-BE94-F5CF393D07DA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A1A93175-899F-8F66-1902-CF75DC245E97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모서리가 둥근 직사각형 302">
              <a:extLst>
                <a:ext uri="{FF2B5EF4-FFF2-40B4-BE49-F238E27FC236}">
                  <a16:creationId xmlns:a16="http://schemas.microsoft.com/office/drawing/2014/main" id="{578AFF7A-7957-7E45-45E3-9224411DBE71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04" name="모서리가 둥근 직사각형 303">
              <a:extLst>
                <a:ext uri="{FF2B5EF4-FFF2-40B4-BE49-F238E27FC236}">
                  <a16:creationId xmlns:a16="http://schemas.microsoft.com/office/drawing/2014/main" id="{54D2BD48-A038-B3C4-3DBA-18F5F9E99A81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05" name="모서리가 둥근 직사각형 304">
              <a:extLst>
                <a:ext uri="{FF2B5EF4-FFF2-40B4-BE49-F238E27FC236}">
                  <a16:creationId xmlns:a16="http://schemas.microsoft.com/office/drawing/2014/main" id="{C42627DD-D021-C179-6A75-6F8394F2BD06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CC20D025-44C1-010E-F34A-9095BAF82E40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>
              <a:extLst>
                <a:ext uri="{FF2B5EF4-FFF2-40B4-BE49-F238E27FC236}">
                  <a16:creationId xmlns:a16="http://schemas.microsoft.com/office/drawing/2014/main" id="{B96FF502-23B1-C850-1AB0-556AE22C3161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>
              <a:extLst>
                <a:ext uri="{FF2B5EF4-FFF2-40B4-BE49-F238E27FC236}">
                  <a16:creationId xmlns:a16="http://schemas.microsoft.com/office/drawing/2014/main" id="{0DCA38C3-F01A-506C-6E89-5114A56848D9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10DFEDB6-3B63-19E1-3D72-F279BEB13275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연결선 309">
              <a:extLst>
                <a:ext uri="{FF2B5EF4-FFF2-40B4-BE49-F238E27FC236}">
                  <a16:creationId xmlns:a16="http://schemas.microsoft.com/office/drawing/2014/main" id="{24890E4C-2716-3091-D8F0-BC1F3C3254FC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모서리가 둥근 직사각형 310">
              <a:extLst>
                <a:ext uri="{FF2B5EF4-FFF2-40B4-BE49-F238E27FC236}">
                  <a16:creationId xmlns:a16="http://schemas.microsoft.com/office/drawing/2014/main" id="{BC563707-2211-9570-3318-8C0E4AF9478E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12" name="모서리가 둥근 직사각형 311">
              <a:extLst>
                <a:ext uri="{FF2B5EF4-FFF2-40B4-BE49-F238E27FC236}">
                  <a16:creationId xmlns:a16="http://schemas.microsoft.com/office/drawing/2014/main" id="{D5DDFDA6-36D2-7E9D-F467-7C21E2057C94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13" name="모서리가 둥근 직사각형 312">
              <a:extLst>
                <a:ext uri="{FF2B5EF4-FFF2-40B4-BE49-F238E27FC236}">
                  <a16:creationId xmlns:a16="http://schemas.microsoft.com/office/drawing/2014/main" id="{FFF4323B-568E-6887-A255-B9A22855DD60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14" name="모서리가 둥근 직사각형 313">
              <a:extLst>
                <a:ext uri="{FF2B5EF4-FFF2-40B4-BE49-F238E27FC236}">
                  <a16:creationId xmlns:a16="http://schemas.microsoft.com/office/drawing/2014/main" id="{A86CF475-ED32-55D3-7AF8-0CAD841936A0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15" name="모서리가 둥근 직사각형 314">
              <a:extLst>
                <a:ext uri="{FF2B5EF4-FFF2-40B4-BE49-F238E27FC236}">
                  <a16:creationId xmlns:a16="http://schemas.microsoft.com/office/drawing/2014/main" id="{731B8760-E7DD-E520-A050-ED6BAE56B693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316" name="직선 연결선 315">
              <a:extLst>
                <a:ext uri="{FF2B5EF4-FFF2-40B4-BE49-F238E27FC236}">
                  <a16:creationId xmlns:a16="http://schemas.microsoft.com/office/drawing/2014/main" id="{DDB2B6C9-B3B5-FEAC-BE5F-BA83F63E51CD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4E3C5C13-06F4-3BA1-BC4E-3BF451BE8BD8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모서리가 둥근 직사각형 317">
              <a:extLst>
                <a:ext uri="{FF2B5EF4-FFF2-40B4-BE49-F238E27FC236}">
                  <a16:creationId xmlns:a16="http://schemas.microsoft.com/office/drawing/2014/main" id="{B4CFFD33-B51D-4491-C465-8E6CD6401D2D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19" name="모서리가 둥근 직사각형 318">
              <a:extLst>
                <a:ext uri="{FF2B5EF4-FFF2-40B4-BE49-F238E27FC236}">
                  <a16:creationId xmlns:a16="http://schemas.microsoft.com/office/drawing/2014/main" id="{FC94BB00-620F-6F90-E186-525A111F5EDE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20" name="모서리가 둥근 직사각형 319">
              <a:extLst>
                <a:ext uri="{FF2B5EF4-FFF2-40B4-BE49-F238E27FC236}">
                  <a16:creationId xmlns:a16="http://schemas.microsoft.com/office/drawing/2014/main" id="{4A416749-B7B5-1626-B054-DCCD1E09E210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BCA23601-3EDD-9EE5-6E15-F8B0E6179DBE}"/>
              </a:ext>
            </a:extLst>
          </p:cNvPr>
          <p:cNvCxnSpPr/>
          <p:nvPr/>
        </p:nvCxnSpPr>
        <p:spPr>
          <a:xfrm>
            <a:off x="5277252" y="4204059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D4556DC7-1A95-260C-E5A2-84DC6BA737DB}"/>
              </a:ext>
            </a:extLst>
          </p:cNvPr>
          <p:cNvSpPr/>
          <p:nvPr/>
        </p:nvSpPr>
        <p:spPr>
          <a:xfrm>
            <a:off x="5207444" y="4150560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827A4A88-6741-CB65-8CAD-EF92AA8FFFEC}"/>
              </a:ext>
            </a:extLst>
          </p:cNvPr>
          <p:cNvCxnSpPr/>
          <p:nvPr/>
        </p:nvCxnSpPr>
        <p:spPr>
          <a:xfrm flipH="1">
            <a:off x="5490920" y="4343025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62DE914B-1DE1-7DD8-5775-B9EF8F30585E}"/>
              </a:ext>
            </a:extLst>
          </p:cNvPr>
          <p:cNvCxnSpPr/>
          <p:nvPr/>
        </p:nvCxnSpPr>
        <p:spPr>
          <a:xfrm>
            <a:off x="5581276" y="460133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9477B38B-E8FC-D331-01C5-74C530994D76}"/>
              </a:ext>
            </a:extLst>
          </p:cNvPr>
          <p:cNvCxnSpPr/>
          <p:nvPr/>
        </p:nvCxnSpPr>
        <p:spPr>
          <a:xfrm>
            <a:off x="5388043" y="460133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37512B43-9196-872F-F61B-168527C2196F}"/>
              </a:ext>
            </a:extLst>
          </p:cNvPr>
          <p:cNvCxnSpPr/>
          <p:nvPr/>
        </p:nvCxnSpPr>
        <p:spPr>
          <a:xfrm>
            <a:off x="5490920" y="4449838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0A6DE33D-BEC9-6D3E-FBF6-F6F86CD1824A}"/>
              </a:ext>
            </a:extLst>
          </p:cNvPr>
          <p:cNvCxnSpPr/>
          <p:nvPr/>
        </p:nvCxnSpPr>
        <p:spPr>
          <a:xfrm flipH="1">
            <a:off x="5383309" y="4442811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모서리가 둥근 직사각형 278">
            <a:extLst>
              <a:ext uri="{FF2B5EF4-FFF2-40B4-BE49-F238E27FC236}">
                <a16:creationId xmlns:a16="http://schemas.microsoft.com/office/drawing/2014/main" id="{9A6459E6-FC40-66C3-04DE-77B7C5223BBA}"/>
              </a:ext>
            </a:extLst>
          </p:cNvPr>
          <p:cNvSpPr/>
          <p:nvPr/>
        </p:nvSpPr>
        <p:spPr>
          <a:xfrm>
            <a:off x="5307780" y="469504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0" name="모서리가 둥근 직사각형 279">
            <a:extLst>
              <a:ext uri="{FF2B5EF4-FFF2-40B4-BE49-F238E27FC236}">
                <a16:creationId xmlns:a16="http://schemas.microsoft.com/office/drawing/2014/main" id="{04A7D2BC-5647-CBDA-037A-D4769414A2A2}"/>
              </a:ext>
            </a:extLst>
          </p:cNvPr>
          <p:cNvSpPr/>
          <p:nvPr/>
        </p:nvSpPr>
        <p:spPr>
          <a:xfrm>
            <a:off x="5307780" y="454141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CA3E8519-A562-E35B-2E47-E939455D3AEB}"/>
              </a:ext>
            </a:extLst>
          </p:cNvPr>
          <p:cNvSpPr/>
          <p:nvPr/>
        </p:nvSpPr>
        <p:spPr>
          <a:xfrm>
            <a:off x="5500189" y="469504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9600BD33-1D4F-AB47-B495-F8480210392D}"/>
              </a:ext>
            </a:extLst>
          </p:cNvPr>
          <p:cNvSpPr/>
          <p:nvPr/>
        </p:nvSpPr>
        <p:spPr>
          <a:xfrm>
            <a:off x="5500189" y="4541411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041ED168-4A12-02E3-E89A-F5BACA751A28}"/>
              </a:ext>
            </a:extLst>
          </p:cNvPr>
          <p:cNvSpPr/>
          <p:nvPr/>
        </p:nvSpPr>
        <p:spPr>
          <a:xfrm>
            <a:off x="5409834" y="438778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2423F1CA-A747-C2CB-3316-04D74534D6D8}"/>
              </a:ext>
            </a:extLst>
          </p:cNvPr>
          <p:cNvCxnSpPr/>
          <p:nvPr/>
        </p:nvCxnSpPr>
        <p:spPr>
          <a:xfrm>
            <a:off x="5771980" y="4495779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5E581778-F95D-20F6-9F13-073FD3F2BE75}"/>
              </a:ext>
            </a:extLst>
          </p:cNvPr>
          <p:cNvCxnSpPr/>
          <p:nvPr/>
        </p:nvCxnSpPr>
        <p:spPr>
          <a:xfrm>
            <a:off x="5681624" y="4344282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모서리가 둥근 직사각형 285">
            <a:extLst>
              <a:ext uri="{FF2B5EF4-FFF2-40B4-BE49-F238E27FC236}">
                <a16:creationId xmlns:a16="http://schemas.microsoft.com/office/drawing/2014/main" id="{3A5B68E3-D2CF-7E83-342F-F16E30B2EAF8}"/>
              </a:ext>
            </a:extLst>
          </p:cNvPr>
          <p:cNvSpPr/>
          <p:nvPr/>
        </p:nvSpPr>
        <p:spPr>
          <a:xfrm>
            <a:off x="5690894" y="4589486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7" name="모서리가 둥근 직사각형 286">
            <a:extLst>
              <a:ext uri="{FF2B5EF4-FFF2-40B4-BE49-F238E27FC236}">
                <a16:creationId xmlns:a16="http://schemas.microsoft.com/office/drawing/2014/main" id="{6B95CE9D-BF2B-D06E-67BC-BA53E85CB5F6}"/>
              </a:ext>
            </a:extLst>
          </p:cNvPr>
          <p:cNvSpPr/>
          <p:nvPr/>
        </p:nvSpPr>
        <p:spPr>
          <a:xfrm>
            <a:off x="5690894" y="443585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8" name="모서리가 둥근 직사각형 287">
            <a:extLst>
              <a:ext uri="{FF2B5EF4-FFF2-40B4-BE49-F238E27FC236}">
                <a16:creationId xmlns:a16="http://schemas.microsoft.com/office/drawing/2014/main" id="{063E5921-A482-73D5-0899-9B6D5A394A88}"/>
              </a:ext>
            </a:extLst>
          </p:cNvPr>
          <p:cNvSpPr/>
          <p:nvPr/>
        </p:nvSpPr>
        <p:spPr>
          <a:xfrm>
            <a:off x="5600538" y="428222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AF715B19-72B2-B9A1-1131-20B0C582C25C}"/>
              </a:ext>
            </a:extLst>
          </p:cNvPr>
          <p:cNvCxnSpPr/>
          <p:nvPr/>
        </p:nvCxnSpPr>
        <p:spPr>
          <a:xfrm flipH="1">
            <a:off x="4534927" y="5575705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4C63C743-E357-33C7-CB45-73128D5947DC}"/>
              </a:ext>
            </a:extLst>
          </p:cNvPr>
          <p:cNvCxnSpPr/>
          <p:nvPr/>
        </p:nvCxnSpPr>
        <p:spPr>
          <a:xfrm>
            <a:off x="4133263" y="5370931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2E044164-DF80-0B22-3301-89128A529082}"/>
              </a:ext>
            </a:extLst>
          </p:cNvPr>
          <p:cNvCxnSpPr/>
          <p:nvPr/>
        </p:nvCxnSpPr>
        <p:spPr>
          <a:xfrm flipH="1">
            <a:off x="3516008" y="5353629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C9E4ECF7-9130-3417-9392-33DE67EA86AC}"/>
              </a:ext>
            </a:extLst>
          </p:cNvPr>
          <p:cNvCxnSpPr/>
          <p:nvPr/>
        </p:nvCxnSpPr>
        <p:spPr>
          <a:xfrm flipH="1">
            <a:off x="3234068" y="5574674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모서리가 둥근 직사각형 325">
            <a:extLst>
              <a:ext uri="{FF2B5EF4-FFF2-40B4-BE49-F238E27FC236}">
                <a16:creationId xmlns:a16="http://schemas.microsoft.com/office/drawing/2014/main" id="{98359BF0-55E2-6CA2-6D0C-925FBF81F911}"/>
              </a:ext>
            </a:extLst>
          </p:cNvPr>
          <p:cNvSpPr/>
          <p:nvPr/>
        </p:nvSpPr>
        <p:spPr>
          <a:xfrm>
            <a:off x="3955779" y="5253479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1599E21A-F964-749A-FF46-3A5F16DAE8AC}"/>
              </a:ext>
            </a:extLst>
          </p:cNvPr>
          <p:cNvCxnSpPr/>
          <p:nvPr/>
        </p:nvCxnSpPr>
        <p:spPr>
          <a:xfrm flipH="1">
            <a:off x="2816890" y="6133328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00924C2D-32B4-0A4C-2350-48BACB519175}"/>
              </a:ext>
            </a:extLst>
          </p:cNvPr>
          <p:cNvCxnSpPr/>
          <p:nvPr/>
        </p:nvCxnSpPr>
        <p:spPr>
          <a:xfrm>
            <a:off x="2907244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B9BCF33F-850D-CB56-E139-4F8ACFB4E963}"/>
              </a:ext>
            </a:extLst>
          </p:cNvPr>
          <p:cNvCxnSpPr/>
          <p:nvPr/>
        </p:nvCxnSpPr>
        <p:spPr>
          <a:xfrm>
            <a:off x="2714012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8A5EADB4-594F-08A3-161F-FE34CBD3B311}"/>
              </a:ext>
            </a:extLst>
          </p:cNvPr>
          <p:cNvCxnSpPr/>
          <p:nvPr/>
        </p:nvCxnSpPr>
        <p:spPr>
          <a:xfrm>
            <a:off x="2816889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1A4E493E-CB67-323C-4746-4FA5BBB81F53}"/>
              </a:ext>
            </a:extLst>
          </p:cNvPr>
          <p:cNvCxnSpPr/>
          <p:nvPr/>
        </p:nvCxnSpPr>
        <p:spPr>
          <a:xfrm flipH="1">
            <a:off x="2709279" y="637370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모서리가 둥근 직사각형 331">
            <a:extLst>
              <a:ext uri="{FF2B5EF4-FFF2-40B4-BE49-F238E27FC236}">
                <a16:creationId xmlns:a16="http://schemas.microsoft.com/office/drawing/2014/main" id="{6AE1F12D-F89B-AA4B-0B53-91F0B2247098}"/>
              </a:ext>
            </a:extLst>
          </p:cNvPr>
          <p:cNvSpPr/>
          <p:nvPr/>
        </p:nvSpPr>
        <p:spPr>
          <a:xfrm>
            <a:off x="2633748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" name="모서리가 둥근 직사각형 332">
            <a:extLst>
              <a:ext uri="{FF2B5EF4-FFF2-40B4-BE49-F238E27FC236}">
                <a16:creationId xmlns:a16="http://schemas.microsoft.com/office/drawing/2014/main" id="{08C3ED8D-8D06-D526-B647-18253A289BF7}"/>
              </a:ext>
            </a:extLst>
          </p:cNvPr>
          <p:cNvSpPr/>
          <p:nvPr/>
        </p:nvSpPr>
        <p:spPr>
          <a:xfrm>
            <a:off x="2633748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4" name="모서리가 둥근 직사각형 333">
            <a:extLst>
              <a:ext uri="{FF2B5EF4-FFF2-40B4-BE49-F238E27FC236}">
                <a16:creationId xmlns:a16="http://schemas.microsoft.com/office/drawing/2014/main" id="{DD43CFFC-C8AC-D564-711D-C8BE2DF36FC2}"/>
              </a:ext>
            </a:extLst>
          </p:cNvPr>
          <p:cNvSpPr/>
          <p:nvPr/>
        </p:nvSpPr>
        <p:spPr>
          <a:xfrm>
            <a:off x="2826159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" name="모서리가 둥근 직사각형 334">
            <a:extLst>
              <a:ext uri="{FF2B5EF4-FFF2-40B4-BE49-F238E27FC236}">
                <a16:creationId xmlns:a16="http://schemas.microsoft.com/office/drawing/2014/main" id="{DF3521F7-7933-EED3-0E4E-7E8A3EBF2702}"/>
              </a:ext>
            </a:extLst>
          </p:cNvPr>
          <p:cNvSpPr/>
          <p:nvPr/>
        </p:nvSpPr>
        <p:spPr>
          <a:xfrm>
            <a:off x="2826159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6" name="모서리가 둥근 직사각형 335">
            <a:extLst>
              <a:ext uri="{FF2B5EF4-FFF2-40B4-BE49-F238E27FC236}">
                <a16:creationId xmlns:a16="http://schemas.microsoft.com/office/drawing/2014/main" id="{2AAD3575-6C61-73E5-F5E0-1CAA5C2D9BDC}"/>
              </a:ext>
            </a:extLst>
          </p:cNvPr>
          <p:cNvSpPr/>
          <p:nvPr/>
        </p:nvSpPr>
        <p:spPr>
          <a:xfrm>
            <a:off x="2735803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DDDC8E36-8749-4C71-8336-F6406AAFDD70}"/>
              </a:ext>
            </a:extLst>
          </p:cNvPr>
          <p:cNvCxnSpPr/>
          <p:nvPr/>
        </p:nvCxnSpPr>
        <p:spPr>
          <a:xfrm>
            <a:off x="3236526" y="613495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모서리가 둥근 직사각형 337">
            <a:extLst>
              <a:ext uri="{FF2B5EF4-FFF2-40B4-BE49-F238E27FC236}">
                <a16:creationId xmlns:a16="http://schemas.microsoft.com/office/drawing/2014/main" id="{457B4932-3243-CCE7-FE7C-D210DF07D536}"/>
              </a:ext>
            </a:extLst>
          </p:cNvPr>
          <p:cNvSpPr/>
          <p:nvPr/>
        </p:nvSpPr>
        <p:spPr>
          <a:xfrm>
            <a:off x="3166718" y="6081459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51E3B98C-BCCD-C164-5D5C-E38E17143758}"/>
              </a:ext>
            </a:extLst>
          </p:cNvPr>
          <p:cNvCxnSpPr/>
          <p:nvPr/>
        </p:nvCxnSpPr>
        <p:spPr>
          <a:xfrm>
            <a:off x="3097949" y="642667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F1FC4A05-B906-C142-AFA8-EE9231B56449}"/>
              </a:ext>
            </a:extLst>
          </p:cNvPr>
          <p:cNvCxnSpPr/>
          <p:nvPr/>
        </p:nvCxnSpPr>
        <p:spPr>
          <a:xfrm>
            <a:off x="3007593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모서리가 둥근 직사각형 340">
            <a:extLst>
              <a:ext uri="{FF2B5EF4-FFF2-40B4-BE49-F238E27FC236}">
                <a16:creationId xmlns:a16="http://schemas.microsoft.com/office/drawing/2014/main" id="{B62590C8-C7D7-90C8-CECD-3AFB02146532}"/>
              </a:ext>
            </a:extLst>
          </p:cNvPr>
          <p:cNvSpPr/>
          <p:nvPr/>
        </p:nvSpPr>
        <p:spPr>
          <a:xfrm>
            <a:off x="3016863" y="652038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" name="모서리가 둥근 직사각형 341">
            <a:extLst>
              <a:ext uri="{FF2B5EF4-FFF2-40B4-BE49-F238E27FC236}">
                <a16:creationId xmlns:a16="http://schemas.microsoft.com/office/drawing/2014/main" id="{828F2A5F-E6B9-5883-52C5-D21EC2E417E3}"/>
              </a:ext>
            </a:extLst>
          </p:cNvPr>
          <p:cNvSpPr/>
          <p:nvPr/>
        </p:nvSpPr>
        <p:spPr>
          <a:xfrm>
            <a:off x="3016863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" name="모서리가 둥근 직사각형 342">
            <a:extLst>
              <a:ext uri="{FF2B5EF4-FFF2-40B4-BE49-F238E27FC236}">
                <a16:creationId xmlns:a16="http://schemas.microsoft.com/office/drawing/2014/main" id="{5AA1586C-D242-E7DC-606C-A1D6A2CF8EEF}"/>
              </a:ext>
            </a:extLst>
          </p:cNvPr>
          <p:cNvSpPr/>
          <p:nvPr/>
        </p:nvSpPr>
        <p:spPr>
          <a:xfrm>
            <a:off x="2926507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0302A41E-D589-16AA-D639-524F011F1D41}"/>
              </a:ext>
            </a:extLst>
          </p:cNvPr>
          <p:cNvCxnSpPr/>
          <p:nvPr/>
        </p:nvCxnSpPr>
        <p:spPr>
          <a:xfrm flipH="1">
            <a:off x="3450195" y="6273924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0EA2C8CA-D352-7913-50E3-53C8D009F9CD}"/>
              </a:ext>
            </a:extLst>
          </p:cNvPr>
          <p:cNvCxnSpPr/>
          <p:nvPr/>
        </p:nvCxnSpPr>
        <p:spPr>
          <a:xfrm>
            <a:off x="3540551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F76907DB-BE0C-8EF3-5CC1-A333D50593C5}"/>
              </a:ext>
            </a:extLst>
          </p:cNvPr>
          <p:cNvCxnSpPr/>
          <p:nvPr/>
        </p:nvCxnSpPr>
        <p:spPr>
          <a:xfrm>
            <a:off x="3347317" y="653223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148354A2-5E54-1F39-A0FC-F76B273C80FF}"/>
              </a:ext>
            </a:extLst>
          </p:cNvPr>
          <p:cNvCxnSpPr/>
          <p:nvPr/>
        </p:nvCxnSpPr>
        <p:spPr>
          <a:xfrm>
            <a:off x="3450195" y="638073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2F9FD9D3-45B6-D963-8D8F-53F315900B0F}"/>
              </a:ext>
            </a:extLst>
          </p:cNvPr>
          <p:cNvCxnSpPr/>
          <p:nvPr/>
        </p:nvCxnSpPr>
        <p:spPr>
          <a:xfrm flipH="1">
            <a:off x="3342585" y="637370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모서리가 둥근 직사각형 348">
            <a:extLst>
              <a:ext uri="{FF2B5EF4-FFF2-40B4-BE49-F238E27FC236}">
                <a16:creationId xmlns:a16="http://schemas.microsoft.com/office/drawing/2014/main" id="{1E0F467A-42BC-83C9-7E74-A82A79CAA5B9}"/>
              </a:ext>
            </a:extLst>
          </p:cNvPr>
          <p:cNvSpPr/>
          <p:nvPr/>
        </p:nvSpPr>
        <p:spPr>
          <a:xfrm>
            <a:off x="3267054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0" name="모서리가 둥근 직사각형 349">
            <a:extLst>
              <a:ext uri="{FF2B5EF4-FFF2-40B4-BE49-F238E27FC236}">
                <a16:creationId xmlns:a16="http://schemas.microsoft.com/office/drawing/2014/main" id="{AFC27FEC-0CCD-8D55-CAF9-29F9675B2265}"/>
              </a:ext>
            </a:extLst>
          </p:cNvPr>
          <p:cNvSpPr/>
          <p:nvPr/>
        </p:nvSpPr>
        <p:spPr>
          <a:xfrm>
            <a:off x="3267054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" name="모서리가 둥근 직사각형 350">
            <a:extLst>
              <a:ext uri="{FF2B5EF4-FFF2-40B4-BE49-F238E27FC236}">
                <a16:creationId xmlns:a16="http://schemas.microsoft.com/office/drawing/2014/main" id="{256420E3-D471-629E-5D85-0AC9D052980D}"/>
              </a:ext>
            </a:extLst>
          </p:cNvPr>
          <p:cNvSpPr/>
          <p:nvPr/>
        </p:nvSpPr>
        <p:spPr>
          <a:xfrm>
            <a:off x="3459465" y="662594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2" name="모서리가 둥근 직사각형 351">
            <a:extLst>
              <a:ext uri="{FF2B5EF4-FFF2-40B4-BE49-F238E27FC236}">
                <a16:creationId xmlns:a16="http://schemas.microsoft.com/office/drawing/2014/main" id="{8132AB56-B7F9-BACC-EB11-9B6DDF8A5462}"/>
              </a:ext>
            </a:extLst>
          </p:cNvPr>
          <p:cNvSpPr/>
          <p:nvPr/>
        </p:nvSpPr>
        <p:spPr>
          <a:xfrm>
            <a:off x="3459465" y="6472310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" name="모서리가 둥근 직사각형 352">
            <a:extLst>
              <a:ext uri="{FF2B5EF4-FFF2-40B4-BE49-F238E27FC236}">
                <a16:creationId xmlns:a16="http://schemas.microsoft.com/office/drawing/2014/main" id="{7CAE4EA9-C334-E5E1-3DF5-9969225F82BA}"/>
              </a:ext>
            </a:extLst>
          </p:cNvPr>
          <p:cNvSpPr/>
          <p:nvPr/>
        </p:nvSpPr>
        <p:spPr>
          <a:xfrm>
            <a:off x="3369109" y="6318680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DBB65732-40FE-C7C2-1539-84D90F3876CE}"/>
              </a:ext>
            </a:extLst>
          </p:cNvPr>
          <p:cNvCxnSpPr/>
          <p:nvPr/>
        </p:nvCxnSpPr>
        <p:spPr>
          <a:xfrm>
            <a:off x="3731255" y="642667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434F509C-E141-406E-1CBC-54D5E016D156}"/>
              </a:ext>
            </a:extLst>
          </p:cNvPr>
          <p:cNvCxnSpPr/>
          <p:nvPr/>
        </p:nvCxnSpPr>
        <p:spPr>
          <a:xfrm>
            <a:off x="3640899" y="6275181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모서리가 둥근 직사각형 355">
            <a:extLst>
              <a:ext uri="{FF2B5EF4-FFF2-40B4-BE49-F238E27FC236}">
                <a16:creationId xmlns:a16="http://schemas.microsoft.com/office/drawing/2014/main" id="{A48C7F70-0225-CE50-1157-715A149FC0E5}"/>
              </a:ext>
            </a:extLst>
          </p:cNvPr>
          <p:cNvSpPr/>
          <p:nvPr/>
        </p:nvSpPr>
        <p:spPr>
          <a:xfrm>
            <a:off x="3650169" y="652038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6DF1362C-0407-565D-6898-FD0E13AE44D7}"/>
              </a:ext>
            </a:extLst>
          </p:cNvPr>
          <p:cNvSpPr/>
          <p:nvPr/>
        </p:nvSpPr>
        <p:spPr>
          <a:xfrm>
            <a:off x="3650169" y="6366754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8BF921E5-1CBD-AF88-EA38-A6D931A43A5A}"/>
              </a:ext>
            </a:extLst>
          </p:cNvPr>
          <p:cNvSpPr/>
          <p:nvPr/>
        </p:nvSpPr>
        <p:spPr>
          <a:xfrm>
            <a:off x="3559813" y="6213124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BDEA283D-8017-A23B-BA77-49E299409398}"/>
              </a:ext>
            </a:extLst>
          </p:cNvPr>
          <p:cNvGrpSpPr/>
          <p:nvPr/>
        </p:nvGrpSpPr>
        <p:grpSpPr>
          <a:xfrm>
            <a:off x="3923315" y="6094513"/>
            <a:ext cx="1178592" cy="664328"/>
            <a:chOff x="2380665" y="3181691"/>
            <a:chExt cx="14101534" cy="8690468"/>
          </a:xfrm>
        </p:grpSpPr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0A6E8A74-8231-16FD-47F0-ED9AFF2671B3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직선 연결선 360">
              <a:extLst>
                <a:ext uri="{FF2B5EF4-FFF2-40B4-BE49-F238E27FC236}">
                  <a16:creationId xmlns:a16="http://schemas.microsoft.com/office/drawing/2014/main" id="{47813D97-FA35-5C14-946B-C38968BBC8E2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직선 연결선 361">
              <a:extLst>
                <a:ext uri="{FF2B5EF4-FFF2-40B4-BE49-F238E27FC236}">
                  <a16:creationId xmlns:a16="http://schemas.microsoft.com/office/drawing/2014/main" id="{B922E697-6CC9-6F42-8BD2-34A93A7CCA9B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연결선 362">
              <a:extLst>
                <a:ext uri="{FF2B5EF4-FFF2-40B4-BE49-F238E27FC236}">
                  <a16:creationId xmlns:a16="http://schemas.microsoft.com/office/drawing/2014/main" id="{7191BD6D-0598-01B2-7F9C-FD95A20B7784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연결선 363">
              <a:extLst>
                <a:ext uri="{FF2B5EF4-FFF2-40B4-BE49-F238E27FC236}">
                  <a16:creationId xmlns:a16="http://schemas.microsoft.com/office/drawing/2014/main" id="{67D06D3A-EAF1-084F-73C7-BC62642F291D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모서리가 둥근 직사각형 364">
              <a:extLst>
                <a:ext uri="{FF2B5EF4-FFF2-40B4-BE49-F238E27FC236}">
                  <a16:creationId xmlns:a16="http://schemas.microsoft.com/office/drawing/2014/main" id="{972A49AF-074B-23DC-2E42-754F7422D0C1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66" name="모서리가 둥근 직사각형 365">
              <a:extLst>
                <a:ext uri="{FF2B5EF4-FFF2-40B4-BE49-F238E27FC236}">
                  <a16:creationId xmlns:a16="http://schemas.microsoft.com/office/drawing/2014/main" id="{804B2D9D-21BB-F5DC-002C-481840C8242D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67" name="모서리가 둥근 직사각형 366">
              <a:extLst>
                <a:ext uri="{FF2B5EF4-FFF2-40B4-BE49-F238E27FC236}">
                  <a16:creationId xmlns:a16="http://schemas.microsoft.com/office/drawing/2014/main" id="{C3DE208D-EFDE-95E0-3426-935546BA218B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68" name="모서리가 둥근 직사각형 367">
              <a:extLst>
                <a:ext uri="{FF2B5EF4-FFF2-40B4-BE49-F238E27FC236}">
                  <a16:creationId xmlns:a16="http://schemas.microsoft.com/office/drawing/2014/main" id="{46B6E99F-359F-E60B-13D6-07EAA70DC0D8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69" name="모서리가 둥근 직사각형 368">
              <a:extLst>
                <a:ext uri="{FF2B5EF4-FFF2-40B4-BE49-F238E27FC236}">
                  <a16:creationId xmlns:a16="http://schemas.microsoft.com/office/drawing/2014/main" id="{606D539C-6B11-3AFC-3379-590CF568BBDF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370" name="직선 연결선 369">
              <a:extLst>
                <a:ext uri="{FF2B5EF4-FFF2-40B4-BE49-F238E27FC236}">
                  <a16:creationId xmlns:a16="http://schemas.microsoft.com/office/drawing/2014/main" id="{43FBD04F-A386-8239-D42A-4E531EDAFA2C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모서리가 둥근 직사각형 370">
              <a:extLst>
                <a:ext uri="{FF2B5EF4-FFF2-40B4-BE49-F238E27FC236}">
                  <a16:creationId xmlns:a16="http://schemas.microsoft.com/office/drawing/2014/main" id="{D6D21D41-0914-00A0-27E0-F4DF90F1A7AE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372" name="직선 연결선 371">
              <a:extLst>
                <a:ext uri="{FF2B5EF4-FFF2-40B4-BE49-F238E27FC236}">
                  <a16:creationId xmlns:a16="http://schemas.microsoft.com/office/drawing/2014/main" id="{86374E1C-5AC0-01AE-1320-BCF084F75352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직선 연결선 372">
              <a:extLst>
                <a:ext uri="{FF2B5EF4-FFF2-40B4-BE49-F238E27FC236}">
                  <a16:creationId xmlns:a16="http://schemas.microsoft.com/office/drawing/2014/main" id="{FE0DBDEA-AC5B-359F-03E3-FAEC10EEDA54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모서리가 둥근 직사각형 373">
              <a:extLst>
                <a:ext uri="{FF2B5EF4-FFF2-40B4-BE49-F238E27FC236}">
                  <a16:creationId xmlns:a16="http://schemas.microsoft.com/office/drawing/2014/main" id="{F9547451-0975-8113-6850-2B75199AFDF3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75" name="모서리가 둥근 직사각형 374">
              <a:extLst>
                <a:ext uri="{FF2B5EF4-FFF2-40B4-BE49-F238E27FC236}">
                  <a16:creationId xmlns:a16="http://schemas.microsoft.com/office/drawing/2014/main" id="{DBF87868-21B9-F871-BB54-E1BD4EC2727A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76" name="모서리가 둥근 직사각형 375">
              <a:extLst>
                <a:ext uri="{FF2B5EF4-FFF2-40B4-BE49-F238E27FC236}">
                  <a16:creationId xmlns:a16="http://schemas.microsoft.com/office/drawing/2014/main" id="{57464FF7-DBF1-93CA-2B51-F6997ABD9747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377" name="직선 연결선 376">
              <a:extLst>
                <a:ext uri="{FF2B5EF4-FFF2-40B4-BE49-F238E27FC236}">
                  <a16:creationId xmlns:a16="http://schemas.microsoft.com/office/drawing/2014/main" id="{C7ED41F5-FEC0-E4F7-6B3B-3D3A4E0C5C1F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직선 연결선 377">
              <a:extLst>
                <a:ext uri="{FF2B5EF4-FFF2-40B4-BE49-F238E27FC236}">
                  <a16:creationId xmlns:a16="http://schemas.microsoft.com/office/drawing/2014/main" id="{E3674269-7664-C8E8-5E4E-7CF79F4A24FD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직선 연결선 378">
              <a:extLst>
                <a:ext uri="{FF2B5EF4-FFF2-40B4-BE49-F238E27FC236}">
                  <a16:creationId xmlns:a16="http://schemas.microsoft.com/office/drawing/2014/main" id="{A0FA351C-5B81-1C54-A8A2-B7654CAA6EDB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직선 연결선 379">
              <a:extLst>
                <a:ext uri="{FF2B5EF4-FFF2-40B4-BE49-F238E27FC236}">
                  <a16:creationId xmlns:a16="http://schemas.microsoft.com/office/drawing/2014/main" id="{583D6B58-6722-9E54-A39F-7FEA5628021C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직선 연결선 380">
              <a:extLst>
                <a:ext uri="{FF2B5EF4-FFF2-40B4-BE49-F238E27FC236}">
                  <a16:creationId xmlns:a16="http://schemas.microsoft.com/office/drawing/2014/main" id="{BD4A366A-1C35-A829-8CAF-95C21432AFFD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2" name="모서리가 둥근 직사각형 381">
              <a:extLst>
                <a:ext uri="{FF2B5EF4-FFF2-40B4-BE49-F238E27FC236}">
                  <a16:creationId xmlns:a16="http://schemas.microsoft.com/office/drawing/2014/main" id="{2E65DA93-F66A-D198-CAAD-3AB8F1B5605F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83" name="모서리가 둥근 직사각형 382">
              <a:extLst>
                <a:ext uri="{FF2B5EF4-FFF2-40B4-BE49-F238E27FC236}">
                  <a16:creationId xmlns:a16="http://schemas.microsoft.com/office/drawing/2014/main" id="{D7EB71CA-1AC7-2047-EE84-4BD4A7A06F67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84" name="모서리가 둥근 직사각형 383">
              <a:extLst>
                <a:ext uri="{FF2B5EF4-FFF2-40B4-BE49-F238E27FC236}">
                  <a16:creationId xmlns:a16="http://schemas.microsoft.com/office/drawing/2014/main" id="{712AE23D-6A00-19C6-B5A1-7691FA823252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85" name="모서리가 둥근 직사각형 384">
              <a:extLst>
                <a:ext uri="{FF2B5EF4-FFF2-40B4-BE49-F238E27FC236}">
                  <a16:creationId xmlns:a16="http://schemas.microsoft.com/office/drawing/2014/main" id="{FB0E3638-C869-990A-ED4B-D36A8950AF40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86" name="모서리가 둥근 직사각형 385">
              <a:extLst>
                <a:ext uri="{FF2B5EF4-FFF2-40B4-BE49-F238E27FC236}">
                  <a16:creationId xmlns:a16="http://schemas.microsoft.com/office/drawing/2014/main" id="{E5207084-37E5-A709-80FE-4C9B83D1E530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B2AC6301-3F9B-3A73-5221-7C8857C301BB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15545C36-8576-F654-A317-DC4A285B5F0C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모서리가 둥근 직사각형 388">
              <a:extLst>
                <a:ext uri="{FF2B5EF4-FFF2-40B4-BE49-F238E27FC236}">
                  <a16:creationId xmlns:a16="http://schemas.microsoft.com/office/drawing/2014/main" id="{580972D9-94D2-FD79-88BD-938FFF98B643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90" name="모서리가 둥근 직사각형 389">
              <a:extLst>
                <a:ext uri="{FF2B5EF4-FFF2-40B4-BE49-F238E27FC236}">
                  <a16:creationId xmlns:a16="http://schemas.microsoft.com/office/drawing/2014/main" id="{51FEEE59-B251-491B-C3EA-7CD8F70E9B78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391" name="모서리가 둥근 직사각형 390">
              <a:extLst>
                <a:ext uri="{FF2B5EF4-FFF2-40B4-BE49-F238E27FC236}">
                  <a16:creationId xmlns:a16="http://schemas.microsoft.com/office/drawing/2014/main" id="{A78408A9-5C66-F993-59D3-4D8FE28CB776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57D28928-8F6A-570D-3C73-19E6C563663F}"/>
              </a:ext>
            </a:extLst>
          </p:cNvPr>
          <p:cNvCxnSpPr/>
          <p:nvPr/>
        </p:nvCxnSpPr>
        <p:spPr>
          <a:xfrm>
            <a:off x="3506738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모서리가 둥근 직사각형 392">
            <a:extLst>
              <a:ext uri="{FF2B5EF4-FFF2-40B4-BE49-F238E27FC236}">
                <a16:creationId xmlns:a16="http://schemas.microsoft.com/office/drawing/2014/main" id="{F5369744-8091-E555-51E8-BC842F88D2C3}"/>
              </a:ext>
            </a:extLst>
          </p:cNvPr>
          <p:cNvSpPr/>
          <p:nvPr/>
        </p:nvSpPr>
        <p:spPr>
          <a:xfrm>
            <a:off x="3436930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F0330CA5-F519-A157-460F-2A1D1F7518D2}"/>
              </a:ext>
            </a:extLst>
          </p:cNvPr>
          <p:cNvCxnSpPr/>
          <p:nvPr/>
        </p:nvCxnSpPr>
        <p:spPr>
          <a:xfrm flipH="1">
            <a:off x="3720407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002EEB63-910F-9DF1-2478-7C7DEA59CA1B}"/>
              </a:ext>
            </a:extLst>
          </p:cNvPr>
          <p:cNvCxnSpPr/>
          <p:nvPr/>
        </p:nvCxnSpPr>
        <p:spPr>
          <a:xfrm>
            <a:off x="3810763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CD61B6D5-D6C9-6293-5FF1-22224A1C0C5F}"/>
              </a:ext>
            </a:extLst>
          </p:cNvPr>
          <p:cNvCxnSpPr/>
          <p:nvPr/>
        </p:nvCxnSpPr>
        <p:spPr>
          <a:xfrm>
            <a:off x="3617530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33DE9DEA-360D-457F-478A-CAE616966F8F}"/>
              </a:ext>
            </a:extLst>
          </p:cNvPr>
          <p:cNvCxnSpPr/>
          <p:nvPr/>
        </p:nvCxnSpPr>
        <p:spPr>
          <a:xfrm>
            <a:off x="3720407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30031D42-4115-4BE9-47A6-BAF275E8F75A}"/>
              </a:ext>
            </a:extLst>
          </p:cNvPr>
          <p:cNvCxnSpPr/>
          <p:nvPr/>
        </p:nvCxnSpPr>
        <p:spPr>
          <a:xfrm flipH="1">
            <a:off x="3612796" y="5812745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모서리가 둥근 직사각형 398">
            <a:extLst>
              <a:ext uri="{FF2B5EF4-FFF2-40B4-BE49-F238E27FC236}">
                <a16:creationId xmlns:a16="http://schemas.microsoft.com/office/drawing/2014/main" id="{20F5A5E4-6C8F-303E-5D6F-41CD1895973E}"/>
              </a:ext>
            </a:extLst>
          </p:cNvPr>
          <p:cNvSpPr/>
          <p:nvPr/>
        </p:nvSpPr>
        <p:spPr>
          <a:xfrm>
            <a:off x="3537267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0" name="모서리가 둥근 직사각형 399">
            <a:extLst>
              <a:ext uri="{FF2B5EF4-FFF2-40B4-BE49-F238E27FC236}">
                <a16:creationId xmlns:a16="http://schemas.microsoft.com/office/drawing/2014/main" id="{4C216C3E-95C4-C4EA-C73D-3C93251C0D1E}"/>
              </a:ext>
            </a:extLst>
          </p:cNvPr>
          <p:cNvSpPr/>
          <p:nvPr/>
        </p:nvSpPr>
        <p:spPr>
          <a:xfrm>
            <a:off x="3537267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1" name="모서리가 둥근 직사각형 400">
            <a:extLst>
              <a:ext uri="{FF2B5EF4-FFF2-40B4-BE49-F238E27FC236}">
                <a16:creationId xmlns:a16="http://schemas.microsoft.com/office/drawing/2014/main" id="{8256E4C7-3347-C772-1AA0-A487F07F4316}"/>
              </a:ext>
            </a:extLst>
          </p:cNvPr>
          <p:cNvSpPr/>
          <p:nvPr/>
        </p:nvSpPr>
        <p:spPr>
          <a:xfrm>
            <a:off x="3729677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2" name="모서리가 둥근 직사각형 401">
            <a:extLst>
              <a:ext uri="{FF2B5EF4-FFF2-40B4-BE49-F238E27FC236}">
                <a16:creationId xmlns:a16="http://schemas.microsoft.com/office/drawing/2014/main" id="{E5C6BBCE-8E37-98AC-4AAF-B013701710CF}"/>
              </a:ext>
            </a:extLst>
          </p:cNvPr>
          <p:cNvSpPr/>
          <p:nvPr/>
        </p:nvSpPr>
        <p:spPr>
          <a:xfrm>
            <a:off x="3729677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9862C84E-5DE2-297F-2A40-61074E72F58D}"/>
              </a:ext>
            </a:extLst>
          </p:cNvPr>
          <p:cNvSpPr/>
          <p:nvPr/>
        </p:nvSpPr>
        <p:spPr>
          <a:xfrm>
            <a:off x="3639321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04" name="직선 연결선 403">
            <a:extLst>
              <a:ext uri="{FF2B5EF4-FFF2-40B4-BE49-F238E27FC236}">
                <a16:creationId xmlns:a16="http://schemas.microsoft.com/office/drawing/2014/main" id="{79683E90-022C-E0C2-1ACC-A746E124B369}"/>
              </a:ext>
            </a:extLst>
          </p:cNvPr>
          <p:cNvCxnSpPr/>
          <p:nvPr/>
        </p:nvCxnSpPr>
        <p:spPr>
          <a:xfrm>
            <a:off x="4001467" y="586571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>
            <a:extLst>
              <a:ext uri="{FF2B5EF4-FFF2-40B4-BE49-F238E27FC236}">
                <a16:creationId xmlns:a16="http://schemas.microsoft.com/office/drawing/2014/main" id="{7FB1A559-62A4-9FB4-AA90-A6938863D872}"/>
              </a:ext>
            </a:extLst>
          </p:cNvPr>
          <p:cNvCxnSpPr/>
          <p:nvPr/>
        </p:nvCxnSpPr>
        <p:spPr>
          <a:xfrm>
            <a:off x="3911111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모서리가 둥근 직사각형 405">
            <a:extLst>
              <a:ext uri="{FF2B5EF4-FFF2-40B4-BE49-F238E27FC236}">
                <a16:creationId xmlns:a16="http://schemas.microsoft.com/office/drawing/2014/main" id="{10371F33-6CD1-F68E-A230-34DA6B7F10C7}"/>
              </a:ext>
            </a:extLst>
          </p:cNvPr>
          <p:cNvSpPr/>
          <p:nvPr/>
        </p:nvSpPr>
        <p:spPr>
          <a:xfrm>
            <a:off x="3920381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7" name="모서리가 둥근 직사각형 406">
            <a:extLst>
              <a:ext uri="{FF2B5EF4-FFF2-40B4-BE49-F238E27FC236}">
                <a16:creationId xmlns:a16="http://schemas.microsoft.com/office/drawing/2014/main" id="{0B646578-1CB3-099B-BE0D-2C9193031C00}"/>
              </a:ext>
            </a:extLst>
          </p:cNvPr>
          <p:cNvSpPr/>
          <p:nvPr/>
        </p:nvSpPr>
        <p:spPr>
          <a:xfrm>
            <a:off x="3920381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8" name="모서리가 둥근 직사각형 407">
            <a:extLst>
              <a:ext uri="{FF2B5EF4-FFF2-40B4-BE49-F238E27FC236}">
                <a16:creationId xmlns:a16="http://schemas.microsoft.com/office/drawing/2014/main" id="{E6761061-F698-6505-738B-04F98C93E97C}"/>
              </a:ext>
            </a:extLst>
          </p:cNvPr>
          <p:cNvSpPr/>
          <p:nvPr/>
        </p:nvSpPr>
        <p:spPr>
          <a:xfrm>
            <a:off x="3830025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09" name="직선 연결선 408">
            <a:extLst>
              <a:ext uri="{FF2B5EF4-FFF2-40B4-BE49-F238E27FC236}">
                <a16:creationId xmlns:a16="http://schemas.microsoft.com/office/drawing/2014/main" id="{07713405-2CBB-65DB-2A18-3A9B418819B7}"/>
              </a:ext>
            </a:extLst>
          </p:cNvPr>
          <p:cNvCxnSpPr/>
          <p:nvPr/>
        </p:nvCxnSpPr>
        <p:spPr>
          <a:xfrm>
            <a:off x="4761902" y="5573993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모서리가 둥근 직사각형 409">
            <a:extLst>
              <a:ext uri="{FF2B5EF4-FFF2-40B4-BE49-F238E27FC236}">
                <a16:creationId xmlns:a16="http://schemas.microsoft.com/office/drawing/2014/main" id="{46F73723-9CEB-6F3C-662B-B91BB38BF327}"/>
              </a:ext>
            </a:extLst>
          </p:cNvPr>
          <p:cNvSpPr/>
          <p:nvPr/>
        </p:nvSpPr>
        <p:spPr>
          <a:xfrm>
            <a:off x="4692094" y="5520495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960517E-AF15-7F6A-BCB0-B8EA2EC8FD6B}"/>
              </a:ext>
            </a:extLst>
          </p:cNvPr>
          <p:cNvCxnSpPr/>
          <p:nvPr/>
        </p:nvCxnSpPr>
        <p:spPr>
          <a:xfrm flipH="1">
            <a:off x="4975571" y="5712960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>
            <a:extLst>
              <a:ext uri="{FF2B5EF4-FFF2-40B4-BE49-F238E27FC236}">
                <a16:creationId xmlns:a16="http://schemas.microsoft.com/office/drawing/2014/main" id="{F2E8DED9-C4E3-9621-E3FB-2B6C25A26CA8}"/>
              </a:ext>
            </a:extLst>
          </p:cNvPr>
          <p:cNvCxnSpPr/>
          <p:nvPr/>
        </p:nvCxnSpPr>
        <p:spPr>
          <a:xfrm>
            <a:off x="5065926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52757F9B-C70E-D6D7-B919-DD954BBAA649}"/>
              </a:ext>
            </a:extLst>
          </p:cNvPr>
          <p:cNvCxnSpPr/>
          <p:nvPr/>
        </p:nvCxnSpPr>
        <p:spPr>
          <a:xfrm>
            <a:off x="4872693" y="5971270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>
            <a:extLst>
              <a:ext uri="{FF2B5EF4-FFF2-40B4-BE49-F238E27FC236}">
                <a16:creationId xmlns:a16="http://schemas.microsoft.com/office/drawing/2014/main" id="{EC3267BE-46A2-7478-AAB0-7CB064A55FC3}"/>
              </a:ext>
            </a:extLst>
          </p:cNvPr>
          <p:cNvCxnSpPr/>
          <p:nvPr/>
        </p:nvCxnSpPr>
        <p:spPr>
          <a:xfrm>
            <a:off x="4975570" y="5819773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>
            <a:extLst>
              <a:ext uri="{FF2B5EF4-FFF2-40B4-BE49-F238E27FC236}">
                <a16:creationId xmlns:a16="http://schemas.microsoft.com/office/drawing/2014/main" id="{D3AAC28F-8C43-7D9B-3A51-FD494E1C9A6B}"/>
              </a:ext>
            </a:extLst>
          </p:cNvPr>
          <p:cNvCxnSpPr/>
          <p:nvPr/>
        </p:nvCxnSpPr>
        <p:spPr>
          <a:xfrm flipH="1">
            <a:off x="4867960" y="5812745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모서리가 둥근 직사각형 415">
            <a:extLst>
              <a:ext uri="{FF2B5EF4-FFF2-40B4-BE49-F238E27FC236}">
                <a16:creationId xmlns:a16="http://schemas.microsoft.com/office/drawing/2014/main" id="{FCD021BD-FA99-CB70-7DEA-3D27074B2B4F}"/>
              </a:ext>
            </a:extLst>
          </p:cNvPr>
          <p:cNvSpPr/>
          <p:nvPr/>
        </p:nvSpPr>
        <p:spPr>
          <a:xfrm>
            <a:off x="4792431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7" name="모서리가 둥근 직사각형 416">
            <a:extLst>
              <a:ext uri="{FF2B5EF4-FFF2-40B4-BE49-F238E27FC236}">
                <a16:creationId xmlns:a16="http://schemas.microsoft.com/office/drawing/2014/main" id="{EAF034D5-2546-80CF-89A4-7A79CDD13708}"/>
              </a:ext>
            </a:extLst>
          </p:cNvPr>
          <p:cNvSpPr/>
          <p:nvPr/>
        </p:nvSpPr>
        <p:spPr>
          <a:xfrm>
            <a:off x="4792431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8" name="모서리가 둥근 직사각형 417">
            <a:extLst>
              <a:ext uri="{FF2B5EF4-FFF2-40B4-BE49-F238E27FC236}">
                <a16:creationId xmlns:a16="http://schemas.microsoft.com/office/drawing/2014/main" id="{FCD7BDB9-1853-B713-CDBE-A30CB76923C1}"/>
              </a:ext>
            </a:extLst>
          </p:cNvPr>
          <p:cNvSpPr/>
          <p:nvPr/>
        </p:nvSpPr>
        <p:spPr>
          <a:xfrm>
            <a:off x="4984840" y="606497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9" name="모서리가 둥근 직사각형 418">
            <a:extLst>
              <a:ext uri="{FF2B5EF4-FFF2-40B4-BE49-F238E27FC236}">
                <a16:creationId xmlns:a16="http://schemas.microsoft.com/office/drawing/2014/main" id="{DC9F0DC6-9166-5587-E930-6460C2940EF8}"/>
              </a:ext>
            </a:extLst>
          </p:cNvPr>
          <p:cNvSpPr/>
          <p:nvPr/>
        </p:nvSpPr>
        <p:spPr>
          <a:xfrm>
            <a:off x="4984840" y="5911345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0" name="모서리가 둥근 직사각형 419">
            <a:extLst>
              <a:ext uri="{FF2B5EF4-FFF2-40B4-BE49-F238E27FC236}">
                <a16:creationId xmlns:a16="http://schemas.microsoft.com/office/drawing/2014/main" id="{8C800912-8AE9-968D-8CC6-4C571AE73EC4}"/>
              </a:ext>
            </a:extLst>
          </p:cNvPr>
          <p:cNvSpPr/>
          <p:nvPr/>
        </p:nvSpPr>
        <p:spPr>
          <a:xfrm>
            <a:off x="4894484" y="5757715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21" name="직선 연결선 420">
            <a:extLst>
              <a:ext uri="{FF2B5EF4-FFF2-40B4-BE49-F238E27FC236}">
                <a16:creationId xmlns:a16="http://schemas.microsoft.com/office/drawing/2014/main" id="{B3559B41-4750-61E9-B51F-CFE3E28BF040}"/>
              </a:ext>
            </a:extLst>
          </p:cNvPr>
          <p:cNvCxnSpPr/>
          <p:nvPr/>
        </p:nvCxnSpPr>
        <p:spPr>
          <a:xfrm>
            <a:off x="5256630" y="5865714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C54A55CF-CE87-185E-C62B-4B426FF1384F}"/>
              </a:ext>
            </a:extLst>
          </p:cNvPr>
          <p:cNvCxnSpPr/>
          <p:nvPr/>
        </p:nvCxnSpPr>
        <p:spPr>
          <a:xfrm>
            <a:off x="5166274" y="5714217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모서리가 둥근 직사각형 422">
            <a:extLst>
              <a:ext uri="{FF2B5EF4-FFF2-40B4-BE49-F238E27FC236}">
                <a16:creationId xmlns:a16="http://schemas.microsoft.com/office/drawing/2014/main" id="{2722FFB0-89C0-4FCD-A5E3-9AD07DD7F5FD}"/>
              </a:ext>
            </a:extLst>
          </p:cNvPr>
          <p:cNvSpPr/>
          <p:nvPr/>
        </p:nvSpPr>
        <p:spPr>
          <a:xfrm>
            <a:off x="5175544" y="595941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4" name="모서리가 둥근 직사각형 423">
            <a:extLst>
              <a:ext uri="{FF2B5EF4-FFF2-40B4-BE49-F238E27FC236}">
                <a16:creationId xmlns:a16="http://schemas.microsoft.com/office/drawing/2014/main" id="{E6A93DF9-2F0C-2E8D-0CC4-4881BB64DAD7}"/>
              </a:ext>
            </a:extLst>
          </p:cNvPr>
          <p:cNvSpPr/>
          <p:nvPr/>
        </p:nvSpPr>
        <p:spPr>
          <a:xfrm>
            <a:off x="5175544" y="580578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5" name="모서리가 둥근 직사각형 424">
            <a:extLst>
              <a:ext uri="{FF2B5EF4-FFF2-40B4-BE49-F238E27FC236}">
                <a16:creationId xmlns:a16="http://schemas.microsoft.com/office/drawing/2014/main" id="{30155E4D-6631-7E1F-C6BA-F2EE9A452A3B}"/>
              </a:ext>
            </a:extLst>
          </p:cNvPr>
          <p:cNvSpPr/>
          <p:nvPr/>
        </p:nvSpPr>
        <p:spPr>
          <a:xfrm>
            <a:off x="5085188" y="565215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426" name="모서리가 둥근 직사각형 425">
            <a:extLst>
              <a:ext uri="{FF2B5EF4-FFF2-40B4-BE49-F238E27FC236}">
                <a16:creationId xmlns:a16="http://schemas.microsoft.com/office/drawing/2014/main" id="{23B3456A-2E52-C5E5-7276-F397D5A021E0}"/>
              </a:ext>
            </a:extLst>
          </p:cNvPr>
          <p:cNvSpPr/>
          <p:nvPr/>
        </p:nvSpPr>
        <p:spPr>
          <a:xfrm>
            <a:off x="3160303" y="3753867"/>
            <a:ext cx="637617" cy="471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sp>
        <p:nvSpPr>
          <p:cNvPr id="1557" name="모서리가 둥근 직사각형 1556">
            <a:extLst>
              <a:ext uri="{FF2B5EF4-FFF2-40B4-BE49-F238E27FC236}">
                <a16:creationId xmlns:a16="http://schemas.microsoft.com/office/drawing/2014/main" id="{7B36DCB3-7DAF-1D2F-A63A-5F2505DF8A83}"/>
              </a:ext>
            </a:extLst>
          </p:cNvPr>
          <p:cNvSpPr/>
          <p:nvPr/>
        </p:nvSpPr>
        <p:spPr>
          <a:xfrm>
            <a:off x="5186341" y="141091"/>
            <a:ext cx="1745394" cy="1010810"/>
          </a:xfrm>
          <a:prstGeom prst="roundRect">
            <a:avLst>
              <a:gd name="adj" fmla="val 50000"/>
            </a:avLst>
          </a:prstGeom>
          <a:solidFill>
            <a:srgbClr val="FF7C8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단장</a:t>
            </a:r>
          </a:p>
        </p:txBody>
      </p:sp>
      <p:cxnSp>
        <p:nvCxnSpPr>
          <p:cNvPr id="1558" name="직선 연결선 1557">
            <a:extLst>
              <a:ext uri="{FF2B5EF4-FFF2-40B4-BE49-F238E27FC236}">
                <a16:creationId xmlns:a16="http://schemas.microsoft.com/office/drawing/2014/main" id="{DA9B4674-4DC9-6ECF-5DC6-74699291DB0B}"/>
              </a:ext>
            </a:extLst>
          </p:cNvPr>
          <p:cNvCxnSpPr/>
          <p:nvPr/>
        </p:nvCxnSpPr>
        <p:spPr>
          <a:xfrm flipH="1">
            <a:off x="5499454" y="1402373"/>
            <a:ext cx="769996" cy="12248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직선 연결선 1558">
            <a:extLst>
              <a:ext uri="{FF2B5EF4-FFF2-40B4-BE49-F238E27FC236}">
                <a16:creationId xmlns:a16="http://schemas.microsoft.com/office/drawing/2014/main" id="{D363352A-4D69-E604-1481-6E6AD1E92DC8}"/>
              </a:ext>
            </a:extLst>
          </p:cNvPr>
          <p:cNvCxnSpPr/>
          <p:nvPr/>
        </p:nvCxnSpPr>
        <p:spPr>
          <a:xfrm flipH="1" flipV="1">
            <a:off x="4908228" y="1260916"/>
            <a:ext cx="1386857" cy="1246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직선 연결선 1582">
            <a:extLst>
              <a:ext uri="{FF2B5EF4-FFF2-40B4-BE49-F238E27FC236}">
                <a16:creationId xmlns:a16="http://schemas.microsoft.com/office/drawing/2014/main" id="{57ABE5EA-BC7E-B662-29F9-C8572D34DB4F}"/>
              </a:ext>
            </a:extLst>
          </p:cNvPr>
          <p:cNvCxnSpPr/>
          <p:nvPr/>
        </p:nvCxnSpPr>
        <p:spPr>
          <a:xfrm flipH="1">
            <a:off x="6451768" y="1468288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4" name="직선 연결선 1583">
            <a:extLst>
              <a:ext uri="{FF2B5EF4-FFF2-40B4-BE49-F238E27FC236}">
                <a16:creationId xmlns:a16="http://schemas.microsoft.com/office/drawing/2014/main" id="{BBED9993-AF64-A704-A573-B8073580BB28}"/>
              </a:ext>
            </a:extLst>
          </p:cNvPr>
          <p:cNvCxnSpPr/>
          <p:nvPr/>
        </p:nvCxnSpPr>
        <p:spPr>
          <a:xfrm>
            <a:off x="6304355" y="1374582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5" name="모서리가 둥근 직사각형 1584">
            <a:extLst>
              <a:ext uri="{FF2B5EF4-FFF2-40B4-BE49-F238E27FC236}">
                <a16:creationId xmlns:a16="http://schemas.microsoft.com/office/drawing/2014/main" id="{50A49C05-AE41-CEC7-91EE-1F14EDF15E07}"/>
              </a:ext>
            </a:extLst>
          </p:cNvPr>
          <p:cNvSpPr/>
          <p:nvPr/>
        </p:nvSpPr>
        <p:spPr>
          <a:xfrm>
            <a:off x="6136589" y="1267660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1586" name="그룹 1585">
            <a:extLst>
              <a:ext uri="{FF2B5EF4-FFF2-40B4-BE49-F238E27FC236}">
                <a16:creationId xmlns:a16="http://schemas.microsoft.com/office/drawing/2014/main" id="{58EC7891-97C7-EB3E-7162-FEB5AE9E8C1D}"/>
              </a:ext>
            </a:extLst>
          </p:cNvPr>
          <p:cNvGrpSpPr/>
          <p:nvPr/>
        </p:nvGrpSpPr>
        <p:grpSpPr>
          <a:xfrm>
            <a:off x="5840155" y="1987097"/>
            <a:ext cx="1178592" cy="664328"/>
            <a:chOff x="2380665" y="3181691"/>
            <a:chExt cx="14101534" cy="8690468"/>
          </a:xfrm>
        </p:grpSpPr>
        <p:cxnSp>
          <p:nvCxnSpPr>
            <p:cNvPr id="1587" name="직선 연결선 1586">
              <a:extLst>
                <a:ext uri="{FF2B5EF4-FFF2-40B4-BE49-F238E27FC236}">
                  <a16:creationId xmlns:a16="http://schemas.microsoft.com/office/drawing/2014/main" id="{67D25318-2AFB-F301-CEFC-216D2A1346AE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직선 연결선 1587">
              <a:extLst>
                <a:ext uri="{FF2B5EF4-FFF2-40B4-BE49-F238E27FC236}">
                  <a16:creationId xmlns:a16="http://schemas.microsoft.com/office/drawing/2014/main" id="{CA942912-5DFA-90FC-B0FB-C1277880EE4F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직선 연결선 1588">
              <a:extLst>
                <a:ext uri="{FF2B5EF4-FFF2-40B4-BE49-F238E27FC236}">
                  <a16:creationId xmlns:a16="http://schemas.microsoft.com/office/drawing/2014/main" id="{F6DD320F-F6D9-B1BD-F9E3-1B3CF9FDB521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직선 연결선 1589">
              <a:extLst>
                <a:ext uri="{FF2B5EF4-FFF2-40B4-BE49-F238E27FC236}">
                  <a16:creationId xmlns:a16="http://schemas.microsoft.com/office/drawing/2014/main" id="{0232CE4C-ED41-1498-67BC-C60EF3700E00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직선 연결선 1590">
              <a:extLst>
                <a:ext uri="{FF2B5EF4-FFF2-40B4-BE49-F238E27FC236}">
                  <a16:creationId xmlns:a16="http://schemas.microsoft.com/office/drawing/2014/main" id="{E30E5975-B082-D39B-ACAC-3EA94E98FF3D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2" name="모서리가 둥근 직사각형 1591">
              <a:extLst>
                <a:ext uri="{FF2B5EF4-FFF2-40B4-BE49-F238E27FC236}">
                  <a16:creationId xmlns:a16="http://schemas.microsoft.com/office/drawing/2014/main" id="{80A6AC30-6B7E-68E9-690A-9B0701460B67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593" name="모서리가 둥근 직사각형 1592">
              <a:extLst>
                <a:ext uri="{FF2B5EF4-FFF2-40B4-BE49-F238E27FC236}">
                  <a16:creationId xmlns:a16="http://schemas.microsoft.com/office/drawing/2014/main" id="{66D6E4E0-1B35-BBBE-3411-F003D1F90A5E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594" name="모서리가 둥근 직사각형 1593">
              <a:extLst>
                <a:ext uri="{FF2B5EF4-FFF2-40B4-BE49-F238E27FC236}">
                  <a16:creationId xmlns:a16="http://schemas.microsoft.com/office/drawing/2014/main" id="{1B38D943-0600-DC88-BF36-73AF67571879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595" name="모서리가 둥근 직사각형 1594">
              <a:extLst>
                <a:ext uri="{FF2B5EF4-FFF2-40B4-BE49-F238E27FC236}">
                  <a16:creationId xmlns:a16="http://schemas.microsoft.com/office/drawing/2014/main" id="{CB630606-BABA-8F11-0D18-02B4DB88AE5E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596" name="모서리가 둥근 직사각형 1595">
              <a:extLst>
                <a:ext uri="{FF2B5EF4-FFF2-40B4-BE49-F238E27FC236}">
                  <a16:creationId xmlns:a16="http://schemas.microsoft.com/office/drawing/2014/main" id="{62DBF332-A0A4-11FA-3F6D-644859EDA7F7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597" name="직선 연결선 1596">
              <a:extLst>
                <a:ext uri="{FF2B5EF4-FFF2-40B4-BE49-F238E27FC236}">
                  <a16:creationId xmlns:a16="http://schemas.microsoft.com/office/drawing/2014/main" id="{938D603E-A1EA-21B0-C37D-38F72F24C23E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8" name="모서리가 둥근 직사각형 1597">
              <a:extLst>
                <a:ext uri="{FF2B5EF4-FFF2-40B4-BE49-F238E27FC236}">
                  <a16:creationId xmlns:a16="http://schemas.microsoft.com/office/drawing/2014/main" id="{49917C0F-973F-C63D-CD45-5C7B244A86C3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599" name="직선 연결선 1598">
              <a:extLst>
                <a:ext uri="{FF2B5EF4-FFF2-40B4-BE49-F238E27FC236}">
                  <a16:creationId xmlns:a16="http://schemas.microsoft.com/office/drawing/2014/main" id="{FE28EA34-16BA-A50A-783B-123707AA2641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직선 연결선 1599">
              <a:extLst>
                <a:ext uri="{FF2B5EF4-FFF2-40B4-BE49-F238E27FC236}">
                  <a16:creationId xmlns:a16="http://schemas.microsoft.com/office/drawing/2014/main" id="{29D1990B-5C51-0D8A-388D-0AC3462EE91A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1" name="모서리가 둥근 직사각형 1600">
              <a:extLst>
                <a:ext uri="{FF2B5EF4-FFF2-40B4-BE49-F238E27FC236}">
                  <a16:creationId xmlns:a16="http://schemas.microsoft.com/office/drawing/2014/main" id="{493FE805-D5C6-F745-7AC7-DCBFF8523853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02" name="모서리가 둥근 직사각형 1601">
              <a:extLst>
                <a:ext uri="{FF2B5EF4-FFF2-40B4-BE49-F238E27FC236}">
                  <a16:creationId xmlns:a16="http://schemas.microsoft.com/office/drawing/2014/main" id="{CC602E35-D0C0-437E-FFE6-4C6CFD8D591A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03" name="모서리가 둥근 직사각형 1602">
              <a:extLst>
                <a:ext uri="{FF2B5EF4-FFF2-40B4-BE49-F238E27FC236}">
                  <a16:creationId xmlns:a16="http://schemas.microsoft.com/office/drawing/2014/main" id="{06AFF5F9-0037-85FE-DA00-5BF77FBFBFFE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604" name="직선 연결선 1603">
              <a:extLst>
                <a:ext uri="{FF2B5EF4-FFF2-40B4-BE49-F238E27FC236}">
                  <a16:creationId xmlns:a16="http://schemas.microsoft.com/office/drawing/2014/main" id="{1007FCAA-DDB0-8982-A76A-43943BFE69DE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직선 연결선 1604">
              <a:extLst>
                <a:ext uri="{FF2B5EF4-FFF2-40B4-BE49-F238E27FC236}">
                  <a16:creationId xmlns:a16="http://schemas.microsoft.com/office/drawing/2014/main" id="{432204D9-F5BD-3FD0-3788-368F216E4991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6" name="직선 연결선 1605">
              <a:extLst>
                <a:ext uri="{FF2B5EF4-FFF2-40B4-BE49-F238E27FC236}">
                  <a16:creationId xmlns:a16="http://schemas.microsoft.com/office/drawing/2014/main" id="{92DF06AC-267C-03AF-2F66-C8267B3F26AE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7" name="직선 연결선 1606">
              <a:extLst>
                <a:ext uri="{FF2B5EF4-FFF2-40B4-BE49-F238E27FC236}">
                  <a16:creationId xmlns:a16="http://schemas.microsoft.com/office/drawing/2014/main" id="{708B4712-6BE1-3D8A-E890-6FB1030CA040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직선 연결선 1607">
              <a:extLst>
                <a:ext uri="{FF2B5EF4-FFF2-40B4-BE49-F238E27FC236}">
                  <a16:creationId xmlns:a16="http://schemas.microsoft.com/office/drawing/2014/main" id="{09E4C36E-8C97-6329-4886-F971A2C9E4A3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9" name="모서리가 둥근 직사각형 1608">
              <a:extLst>
                <a:ext uri="{FF2B5EF4-FFF2-40B4-BE49-F238E27FC236}">
                  <a16:creationId xmlns:a16="http://schemas.microsoft.com/office/drawing/2014/main" id="{CB348899-EA5C-4812-7D5E-54E8F2B743FF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0" name="모서리가 둥근 직사각형 1609">
              <a:extLst>
                <a:ext uri="{FF2B5EF4-FFF2-40B4-BE49-F238E27FC236}">
                  <a16:creationId xmlns:a16="http://schemas.microsoft.com/office/drawing/2014/main" id="{DC25A7F7-629C-FF9C-437D-64F5EC32E2B9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1" name="모서리가 둥근 직사각형 1610">
              <a:extLst>
                <a:ext uri="{FF2B5EF4-FFF2-40B4-BE49-F238E27FC236}">
                  <a16:creationId xmlns:a16="http://schemas.microsoft.com/office/drawing/2014/main" id="{0C9567A4-D0F0-B40C-3EEB-B0180E62DC1A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2" name="모서리가 둥근 직사각형 1611">
              <a:extLst>
                <a:ext uri="{FF2B5EF4-FFF2-40B4-BE49-F238E27FC236}">
                  <a16:creationId xmlns:a16="http://schemas.microsoft.com/office/drawing/2014/main" id="{8C9622C1-D414-F47F-6DF6-E45C971E40C3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3" name="모서리가 둥근 직사각형 1612">
              <a:extLst>
                <a:ext uri="{FF2B5EF4-FFF2-40B4-BE49-F238E27FC236}">
                  <a16:creationId xmlns:a16="http://schemas.microsoft.com/office/drawing/2014/main" id="{8718D1EE-E4C7-0FE5-F7BA-B0E9BBDDF0DE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614" name="직선 연결선 1613">
              <a:extLst>
                <a:ext uri="{FF2B5EF4-FFF2-40B4-BE49-F238E27FC236}">
                  <a16:creationId xmlns:a16="http://schemas.microsoft.com/office/drawing/2014/main" id="{EE8F3935-59FB-D271-6D79-893B9A824C40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직선 연결선 1614">
              <a:extLst>
                <a:ext uri="{FF2B5EF4-FFF2-40B4-BE49-F238E27FC236}">
                  <a16:creationId xmlns:a16="http://schemas.microsoft.com/office/drawing/2014/main" id="{069B53A2-013B-E893-337D-8DBCCB4A19BF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6" name="모서리가 둥근 직사각형 1615">
              <a:extLst>
                <a:ext uri="{FF2B5EF4-FFF2-40B4-BE49-F238E27FC236}">
                  <a16:creationId xmlns:a16="http://schemas.microsoft.com/office/drawing/2014/main" id="{C54791B9-A0DB-E124-AED1-FB51FEEE5A82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7" name="모서리가 둥근 직사각형 1616">
              <a:extLst>
                <a:ext uri="{FF2B5EF4-FFF2-40B4-BE49-F238E27FC236}">
                  <a16:creationId xmlns:a16="http://schemas.microsoft.com/office/drawing/2014/main" id="{2F765387-F868-C94B-1791-1A90C73E1F76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18" name="모서리가 둥근 직사각형 1617">
              <a:extLst>
                <a:ext uri="{FF2B5EF4-FFF2-40B4-BE49-F238E27FC236}">
                  <a16:creationId xmlns:a16="http://schemas.microsoft.com/office/drawing/2014/main" id="{E1789D8A-D8B3-B6C4-CAC6-4F0E57371741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619" name="직선 연결선 1618">
            <a:extLst>
              <a:ext uri="{FF2B5EF4-FFF2-40B4-BE49-F238E27FC236}">
                <a16:creationId xmlns:a16="http://schemas.microsoft.com/office/drawing/2014/main" id="{2C94D8FB-4198-6633-294F-DC4707268950}"/>
              </a:ext>
            </a:extLst>
          </p:cNvPr>
          <p:cNvCxnSpPr/>
          <p:nvPr/>
        </p:nvCxnSpPr>
        <p:spPr>
          <a:xfrm>
            <a:off x="6678742" y="146657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0" name="모서리가 둥근 직사각형 1619">
            <a:extLst>
              <a:ext uri="{FF2B5EF4-FFF2-40B4-BE49-F238E27FC236}">
                <a16:creationId xmlns:a16="http://schemas.microsoft.com/office/drawing/2014/main" id="{717FACAE-F22B-EEBC-7E08-DF8E03916223}"/>
              </a:ext>
            </a:extLst>
          </p:cNvPr>
          <p:cNvSpPr/>
          <p:nvPr/>
        </p:nvSpPr>
        <p:spPr>
          <a:xfrm>
            <a:off x="6608934" y="1413078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621" name="직선 연결선 1620">
            <a:extLst>
              <a:ext uri="{FF2B5EF4-FFF2-40B4-BE49-F238E27FC236}">
                <a16:creationId xmlns:a16="http://schemas.microsoft.com/office/drawing/2014/main" id="{36E70E52-BB69-8B9D-8984-B0132185D733}"/>
              </a:ext>
            </a:extLst>
          </p:cNvPr>
          <p:cNvCxnSpPr/>
          <p:nvPr/>
        </p:nvCxnSpPr>
        <p:spPr>
          <a:xfrm flipH="1">
            <a:off x="6892410" y="1605543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2" name="직선 연결선 1621">
            <a:extLst>
              <a:ext uri="{FF2B5EF4-FFF2-40B4-BE49-F238E27FC236}">
                <a16:creationId xmlns:a16="http://schemas.microsoft.com/office/drawing/2014/main" id="{B92D74CB-E28D-5188-A1E2-E124F2B308A0}"/>
              </a:ext>
            </a:extLst>
          </p:cNvPr>
          <p:cNvCxnSpPr/>
          <p:nvPr/>
        </p:nvCxnSpPr>
        <p:spPr>
          <a:xfrm>
            <a:off x="6982766" y="1863853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" name="직선 연결선 1622">
            <a:extLst>
              <a:ext uri="{FF2B5EF4-FFF2-40B4-BE49-F238E27FC236}">
                <a16:creationId xmlns:a16="http://schemas.microsoft.com/office/drawing/2014/main" id="{3347E391-EA7C-C71E-8314-75B41BCFB27A}"/>
              </a:ext>
            </a:extLst>
          </p:cNvPr>
          <p:cNvCxnSpPr/>
          <p:nvPr/>
        </p:nvCxnSpPr>
        <p:spPr>
          <a:xfrm>
            <a:off x="6789533" y="1863853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직선 연결선 1623">
            <a:extLst>
              <a:ext uri="{FF2B5EF4-FFF2-40B4-BE49-F238E27FC236}">
                <a16:creationId xmlns:a16="http://schemas.microsoft.com/office/drawing/2014/main" id="{78FF5C45-A17D-D068-25A4-35054ECC052E}"/>
              </a:ext>
            </a:extLst>
          </p:cNvPr>
          <p:cNvCxnSpPr/>
          <p:nvPr/>
        </p:nvCxnSpPr>
        <p:spPr>
          <a:xfrm>
            <a:off x="6892410" y="1712356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직선 연결선 1624">
            <a:extLst>
              <a:ext uri="{FF2B5EF4-FFF2-40B4-BE49-F238E27FC236}">
                <a16:creationId xmlns:a16="http://schemas.microsoft.com/office/drawing/2014/main" id="{B2BAF09A-DB8A-7F95-8DC8-1C3F00902B08}"/>
              </a:ext>
            </a:extLst>
          </p:cNvPr>
          <p:cNvCxnSpPr/>
          <p:nvPr/>
        </p:nvCxnSpPr>
        <p:spPr>
          <a:xfrm flipH="1">
            <a:off x="6784799" y="170532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6" name="모서리가 둥근 직사각형 1625">
            <a:extLst>
              <a:ext uri="{FF2B5EF4-FFF2-40B4-BE49-F238E27FC236}">
                <a16:creationId xmlns:a16="http://schemas.microsoft.com/office/drawing/2014/main" id="{B638B113-6D88-BCBF-A9A1-31F43BC2E2BD}"/>
              </a:ext>
            </a:extLst>
          </p:cNvPr>
          <p:cNvSpPr/>
          <p:nvPr/>
        </p:nvSpPr>
        <p:spPr>
          <a:xfrm>
            <a:off x="6709270" y="195755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7" name="모서리가 둥근 직사각형 1626">
            <a:extLst>
              <a:ext uri="{FF2B5EF4-FFF2-40B4-BE49-F238E27FC236}">
                <a16:creationId xmlns:a16="http://schemas.microsoft.com/office/drawing/2014/main" id="{F7DCD2FE-7A52-B004-8D1A-DC3F4CAB7BEF}"/>
              </a:ext>
            </a:extLst>
          </p:cNvPr>
          <p:cNvSpPr/>
          <p:nvPr/>
        </p:nvSpPr>
        <p:spPr>
          <a:xfrm>
            <a:off x="6709270" y="180392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8" name="모서리가 둥근 직사각형 1627">
            <a:extLst>
              <a:ext uri="{FF2B5EF4-FFF2-40B4-BE49-F238E27FC236}">
                <a16:creationId xmlns:a16="http://schemas.microsoft.com/office/drawing/2014/main" id="{19E1F958-82BD-02ED-6BB6-3DDAFD3900AB}"/>
              </a:ext>
            </a:extLst>
          </p:cNvPr>
          <p:cNvSpPr/>
          <p:nvPr/>
        </p:nvSpPr>
        <p:spPr>
          <a:xfrm>
            <a:off x="6901680" y="195755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9" name="모서리가 둥근 직사각형 1628">
            <a:extLst>
              <a:ext uri="{FF2B5EF4-FFF2-40B4-BE49-F238E27FC236}">
                <a16:creationId xmlns:a16="http://schemas.microsoft.com/office/drawing/2014/main" id="{60FF473F-C8F6-FFB5-B1E2-ADB817EDDBD2}"/>
              </a:ext>
            </a:extLst>
          </p:cNvPr>
          <p:cNvSpPr/>
          <p:nvPr/>
        </p:nvSpPr>
        <p:spPr>
          <a:xfrm>
            <a:off x="6901680" y="180392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0" name="모서리가 둥근 직사각형 1629">
            <a:extLst>
              <a:ext uri="{FF2B5EF4-FFF2-40B4-BE49-F238E27FC236}">
                <a16:creationId xmlns:a16="http://schemas.microsoft.com/office/drawing/2014/main" id="{D291DEA3-CD88-8AA2-EA67-D230D38F1C6B}"/>
              </a:ext>
            </a:extLst>
          </p:cNvPr>
          <p:cNvSpPr/>
          <p:nvPr/>
        </p:nvSpPr>
        <p:spPr>
          <a:xfrm>
            <a:off x="6811324" y="165029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31" name="직선 연결선 1630">
            <a:extLst>
              <a:ext uri="{FF2B5EF4-FFF2-40B4-BE49-F238E27FC236}">
                <a16:creationId xmlns:a16="http://schemas.microsoft.com/office/drawing/2014/main" id="{197BB0A7-4166-C6E6-48DD-743B7CAAA8BC}"/>
              </a:ext>
            </a:extLst>
          </p:cNvPr>
          <p:cNvCxnSpPr/>
          <p:nvPr/>
        </p:nvCxnSpPr>
        <p:spPr>
          <a:xfrm>
            <a:off x="7173470" y="1758297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직선 연결선 1631">
            <a:extLst>
              <a:ext uri="{FF2B5EF4-FFF2-40B4-BE49-F238E27FC236}">
                <a16:creationId xmlns:a16="http://schemas.microsoft.com/office/drawing/2014/main" id="{3F113A42-7CD5-7D0B-E6A2-AB0091122C10}"/>
              </a:ext>
            </a:extLst>
          </p:cNvPr>
          <p:cNvCxnSpPr/>
          <p:nvPr/>
        </p:nvCxnSpPr>
        <p:spPr>
          <a:xfrm>
            <a:off x="7083114" y="160680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3" name="모서리가 둥근 직사각형 1632">
            <a:extLst>
              <a:ext uri="{FF2B5EF4-FFF2-40B4-BE49-F238E27FC236}">
                <a16:creationId xmlns:a16="http://schemas.microsoft.com/office/drawing/2014/main" id="{31985FE3-BB26-A5B2-480B-CAB47943B4D6}"/>
              </a:ext>
            </a:extLst>
          </p:cNvPr>
          <p:cNvSpPr/>
          <p:nvPr/>
        </p:nvSpPr>
        <p:spPr>
          <a:xfrm>
            <a:off x="7092384" y="185200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4" name="모서리가 둥근 직사각형 1633">
            <a:extLst>
              <a:ext uri="{FF2B5EF4-FFF2-40B4-BE49-F238E27FC236}">
                <a16:creationId xmlns:a16="http://schemas.microsoft.com/office/drawing/2014/main" id="{945FD306-E1F7-AC9E-229A-8DD2E53EC4D0}"/>
              </a:ext>
            </a:extLst>
          </p:cNvPr>
          <p:cNvSpPr/>
          <p:nvPr/>
        </p:nvSpPr>
        <p:spPr>
          <a:xfrm>
            <a:off x="7092384" y="169837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5" name="모서리가 둥근 직사각형 1634">
            <a:extLst>
              <a:ext uri="{FF2B5EF4-FFF2-40B4-BE49-F238E27FC236}">
                <a16:creationId xmlns:a16="http://schemas.microsoft.com/office/drawing/2014/main" id="{A745CAA7-EDD1-37F6-1E48-05B3353BB3EF}"/>
              </a:ext>
            </a:extLst>
          </p:cNvPr>
          <p:cNvSpPr/>
          <p:nvPr/>
        </p:nvSpPr>
        <p:spPr>
          <a:xfrm>
            <a:off x="7002028" y="154474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36" name="직선 연결선 1635">
            <a:extLst>
              <a:ext uri="{FF2B5EF4-FFF2-40B4-BE49-F238E27FC236}">
                <a16:creationId xmlns:a16="http://schemas.microsoft.com/office/drawing/2014/main" id="{22F9CDAD-E234-E461-8B69-CC4AC50E5F82}"/>
              </a:ext>
            </a:extLst>
          </p:cNvPr>
          <p:cNvCxnSpPr/>
          <p:nvPr/>
        </p:nvCxnSpPr>
        <p:spPr>
          <a:xfrm flipH="1">
            <a:off x="5936417" y="2838223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직선 연결선 1636">
            <a:extLst>
              <a:ext uri="{FF2B5EF4-FFF2-40B4-BE49-F238E27FC236}">
                <a16:creationId xmlns:a16="http://schemas.microsoft.com/office/drawing/2014/main" id="{157E1796-AB9F-CFA4-9F32-7F6ED84970D2}"/>
              </a:ext>
            </a:extLst>
          </p:cNvPr>
          <p:cNvCxnSpPr/>
          <p:nvPr/>
        </p:nvCxnSpPr>
        <p:spPr>
          <a:xfrm>
            <a:off x="5534753" y="2633449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직선 연결선 1637">
            <a:extLst>
              <a:ext uri="{FF2B5EF4-FFF2-40B4-BE49-F238E27FC236}">
                <a16:creationId xmlns:a16="http://schemas.microsoft.com/office/drawing/2014/main" id="{010C8A83-5CC3-8DDD-33FA-6374DE4ACD59}"/>
              </a:ext>
            </a:extLst>
          </p:cNvPr>
          <p:cNvCxnSpPr/>
          <p:nvPr/>
        </p:nvCxnSpPr>
        <p:spPr>
          <a:xfrm flipH="1">
            <a:off x="4917498" y="2616147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직선 연결선 1638">
            <a:extLst>
              <a:ext uri="{FF2B5EF4-FFF2-40B4-BE49-F238E27FC236}">
                <a16:creationId xmlns:a16="http://schemas.microsoft.com/office/drawing/2014/main" id="{5DD05D05-E52A-213D-E295-A032C797EA7E}"/>
              </a:ext>
            </a:extLst>
          </p:cNvPr>
          <p:cNvCxnSpPr/>
          <p:nvPr/>
        </p:nvCxnSpPr>
        <p:spPr>
          <a:xfrm flipH="1">
            <a:off x="4635558" y="2837192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" name="모서리가 둥근 직사각형 1639">
            <a:extLst>
              <a:ext uri="{FF2B5EF4-FFF2-40B4-BE49-F238E27FC236}">
                <a16:creationId xmlns:a16="http://schemas.microsoft.com/office/drawing/2014/main" id="{CC146610-5C30-5771-4BCF-CE8DD1CFDF76}"/>
              </a:ext>
            </a:extLst>
          </p:cNvPr>
          <p:cNvSpPr/>
          <p:nvPr/>
        </p:nvSpPr>
        <p:spPr>
          <a:xfrm>
            <a:off x="5357269" y="2515997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641" name="직선 연결선 1640">
            <a:extLst>
              <a:ext uri="{FF2B5EF4-FFF2-40B4-BE49-F238E27FC236}">
                <a16:creationId xmlns:a16="http://schemas.microsoft.com/office/drawing/2014/main" id="{7C44D8F6-E8B1-8F40-7EE6-DE5966628FD4}"/>
              </a:ext>
            </a:extLst>
          </p:cNvPr>
          <p:cNvCxnSpPr/>
          <p:nvPr/>
        </p:nvCxnSpPr>
        <p:spPr>
          <a:xfrm flipH="1">
            <a:off x="4218380" y="3395846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직선 연결선 1641">
            <a:extLst>
              <a:ext uri="{FF2B5EF4-FFF2-40B4-BE49-F238E27FC236}">
                <a16:creationId xmlns:a16="http://schemas.microsoft.com/office/drawing/2014/main" id="{ED044ABA-DA73-2DCA-21C9-CF7241648309}"/>
              </a:ext>
            </a:extLst>
          </p:cNvPr>
          <p:cNvCxnSpPr/>
          <p:nvPr/>
        </p:nvCxnSpPr>
        <p:spPr>
          <a:xfrm>
            <a:off x="4308734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3" name="직선 연결선 1642">
            <a:extLst>
              <a:ext uri="{FF2B5EF4-FFF2-40B4-BE49-F238E27FC236}">
                <a16:creationId xmlns:a16="http://schemas.microsoft.com/office/drawing/2014/main" id="{283C40E1-3ED3-94E1-AC3C-BF6A6912B09B}"/>
              </a:ext>
            </a:extLst>
          </p:cNvPr>
          <p:cNvCxnSpPr/>
          <p:nvPr/>
        </p:nvCxnSpPr>
        <p:spPr>
          <a:xfrm>
            <a:off x="4115502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4" name="직선 연결선 1643">
            <a:extLst>
              <a:ext uri="{FF2B5EF4-FFF2-40B4-BE49-F238E27FC236}">
                <a16:creationId xmlns:a16="http://schemas.microsoft.com/office/drawing/2014/main" id="{06827F9A-B1BF-17AD-3F40-31185724AB2E}"/>
              </a:ext>
            </a:extLst>
          </p:cNvPr>
          <p:cNvCxnSpPr/>
          <p:nvPr/>
        </p:nvCxnSpPr>
        <p:spPr>
          <a:xfrm>
            <a:off x="4218379" y="364325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5" name="직선 연결선 1644">
            <a:extLst>
              <a:ext uri="{FF2B5EF4-FFF2-40B4-BE49-F238E27FC236}">
                <a16:creationId xmlns:a16="http://schemas.microsoft.com/office/drawing/2014/main" id="{7678DF86-CC3B-32A5-A602-B31EA55DECFE}"/>
              </a:ext>
            </a:extLst>
          </p:cNvPr>
          <p:cNvCxnSpPr/>
          <p:nvPr/>
        </p:nvCxnSpPr>
        <p:spPr>
          <a:xfrm flipH="1">
            <a:off x="4110769" y="3636227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" name="모서리가 둥근 직사각형 1645">
            <a:extLst>
              <a:ext uri="{FF2B5EF4-FFF2-40B4-BE49-F238E27FC236}">
                <a16:creationId xmlns:a16="http://schemas.microsoft.com/office/drawing/2014/main" id="{2E2B247F-AA24-423D-0995-06685A1B21D6}"/>
              </a:ext>
            </a:extLst>
          </p:cNvPr>
          <p:cNvSpPr/>
          <p:nvPr/>
        </p:nvSpPr>
        <p:spPr>
          <a:xfrm>
            <a:off x="4035239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7" name="모서리가 둥근 직사각형 1646">
            <a:extLst>
              <a:ext uri="{FF2B5EF4-FFF2-40B4-BE49-F238E27FC236}">
                <a16:creationId xmlns:a16="http://schemas.microsoft.com/office/drawing/2014/main" id="{547ACA31-3F86-D3D0-4C6E-8BFFA3D59677}"/>
              </a:ext>
            </a:extLst>
          </p:cNvPr>
          <p:cNvSpPr/>
          <p:nvPr/>
        </p:nvSpPr>
        <p:spPr>
          <a:xfrm>
            <a:off x="4035239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8" name="모서리가 둥근 직사각형 1647">
            <a:extLst>
              <a:ext uri="{FF2B5EF4-FFF2-40B4-BE49-F238E27FC236}">
                <a16:creationId xmlns:a16="http://schemas.microsoft.com/office/drawing/2014/main" id="{A8365C58-1742-772E-25DF-A0AFFA1937BF}"/>
              </a:ext>
            </a:extLst>
          </p:cNvPr>
          <p:cNvSpPr/>
          <p:nvPr/>
        </p:nvSpPr>
        <p:spPr>
          <a:xfrm>
            <a:off x="4227649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9" name="모서리가 둥근 직사각형 1648">
            <a:extLst>
              <a:ext uri="{FF2B5EF4-FFF2-40B4-BE49-F238E27FC236}">
                <a16:creationId xmlns:a16="http://schemas.microsoft.com/office/drawing/2014/main" id="{1874FE55-BF5F-4C05-606E-589AB1DFD224}"/>
              </a:ext>
            </a:extLst>
          </p:cNvPr>
          <p:cNvSpPr/>
          <p:nvPr/>
        </p:nvSpPr>
        <p:spPr>
          <a:xfrm>
            <a:off x="4227649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0" name="모서리가 둥근 직사각형 1649">
            <a:extLst>
              <a:ext uri="{FF2B5EF4-FFF2-40B4-BE49-F238E27FC236}">
                <a16:creationId xmlns:a16="http://schemas.microsoft.com/office/drawing/2014/main" id="{50574ADB-CADE-D495-790C-07FFC8813D0B}"/>
              </a:ext>
            </a:extLst>
          </p:cNvPr>
          <p:cNvSpPr/>
          <p:nvPr/>
        </p:nvSpPr>
        <p:spPr>
          <a:xfrm>
            <a:off x="4137293" y="3581198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51" name="직선 연결선 1650">
            <a:extLst>
              <a:ext uri="{FF2B5EF4-FFF2-40B4-BE49-F238E27FC236}">
                <a16:creationId xmlns:a16="http://schemas.microsoft.com/office/drawing/2014/main" id="{09A2DF34-47F6-D4C2-B737-D957A7A382E2}"/>
              </a:ext>
            </a:extLst>
          </p:cNvPr>
          <p:cNvCxnSpPr/>
          <p:nvPr/>
        </p:nvCxnSpPr>
        <p:spPr>
          <a:xfrm>
            <a:off x="4638016" y="3397475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2" name="모서리가 둥근 직사각형 1651">
            <a:extLst>
              <a:ext uri="{FF2B5EF4-FFF2-40B4-BE49-F238E27FC236}">
                <a16:creationId xmlns:a16="http://schemas.microsoft.com/office/drawing/2014/main" id="{5F8A6B84-723D-2654-7175-D8F2EF9B967E}"/>
              </a:ext>
            </a:extLst>
          </p:cNvPr>
          <p:cNvSpPr/>
          <p:nvPr/>
        </p:nvSpPr>
        <p:spPr>
          <a:xfrm>
            <a:off x="4568209" y="3343977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653" name="직선 연결선 1652">
            <a:extLst>
              <a:ext uri="{FF2B5EF4-FFF2-40B4-BE49-F238E27FC236}">
                <a16:creationId xmlns:a16="http://schemas.microsoft.com/office/drawing/2014/main" id="{47FE1E9E-9677-8119-AD5B-E7DA2DD0E73E}"/>
              </a:ext>
            </a:extLst>
          </p:cNvPr>
          <p:cNvCxnSpPr/>
          <p:nvPr/>
        </p:nvCxnSpPr>
        <p:spPr>
          <a:xfrm>
            <a:off x="4499439" y="368919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직선 연결선 1653">
            <a:extLst>
              <a:ext uri="{FF2B5EF4-FFF2-40B4-BE49-F238E27FC236}">
                <a16:creationId xmlns:a16="http://schemas.microsoft.com/office/drawing/2014/main" id="{7B943034-3BDE-84FC-6B2F-C18267132019}"/>
              </a:ext>
            </a:extLst>
          </p:cNvPr>
          <p:cNvCxnSpPr/>
          <p:nvPr/>
        </p:nvCxnSpPr>
        <p:spPr>
          <a:xfrm>
            <a:off x="4409083" y="3537699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5" name="모서리가 둥근 직사각형 1654">
            <a:extLst>
              <a:ext uri="{FF2B5EF4-FFF2-40B4-BE49-F238E27FC236}">
                <a16:creationId xmlns:a16="http://schemas.microsoft.com/office/drawing/2014/main" id="{CA70C16F-5CB0-1222-EADA-602A2D96BB28}"/>
              </a:ext>
            </a:extLst>
          </p:cNvPr>
          <p:cNvSpPr/>
          <p:nvPr/>
        </p:nvSpPr>
        <p:spPr>
          <a:xfrm>
            <a:off x="4418353" y="378290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6" name="모서리가 둥근 직사각형 1655">
            <a:extLst>
              <a:ext uri="{FF2B5EF4-FFF2-40B4-BE49-F238E27FC236}">
                <a16:creationId xmlns:a16="http://schemas.microsoft.com/office/drawing/2014/main" id="{AE31E449-3C6E-6DBE-539D-500383DF2AF0}"/>
              </a:ext>
            </a:extLst>
          </p:cNvPr>
          <p:cNvSpPr/>
          <p:nvPr/>
        </p:nvSpPr>
        <p:spPr>
          <a:xfrm>
            <a:off x="4418353" y="362927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7" name="모서리가 둥근 직사각형 1656">
            <a:extLst>
              <a:ext uri="{FF2B5EF4-FFF2-40B4-BE49-F238E27FC236}">
                <a16:creationId xmlns:a16="http://schemas.microsoft.com/office/drawing/2014/main" id="{795398C4-A566-7253-C3B7-C75B8012599A}"/>
              </a:ext>
            </a:extLst>
          </p:cNvPr>
          <p:cNvSpPr/>
          <p:nvPr/>
        </p:nvSpPr>
        <p:spPr>
          <a:xfrm>
            <a:off x="4327997" y="347564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58" name="직선 연결선 1657">
            <a:extLst>
              <a:ext uri="{FF2B5EF4-FFF2-40B4-BE49-F238E27FC236}">
                <a16:creationId xmlns:a16="http://schemas.microsoft.com/office/drawing/2014/main" id="{249AFAA0-9F2F-5976-DD56-E40C9E95EFA3}"/>
              </a:ext>
            </a:extLst>
          </p:cNvPr>
          <p:cNvCxnSpPr/>
          <p:nvPr/>
        </p:nvCxnSpPr>
        <p:spPr>
          <a:xfrm flipH="1">
            <a:off x="4851686" y="3536442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9" name="직선 연결선 1658">
            <a:extLst>
              <a:ext uri="{FF2B5EF4-FFF2-40B4-BE49-F238E27FC236}">
                <a16:creationId xmlns:a16="http://schemas.microsoft.com/office/drawing/2014/main" id="{FD78174C-03FB-7731-725A-9C25AFE2357C}"/>
              </a:ext>
            </a:extLst>
          </p:cNvPr>
          <p:cNvCxnSpPr/>
          <p:nvPr/>
        </p:nvCxnSpPr>
        <p:spPr>
          <a:xfrm>
            <a:off x="4942041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직선 연결선 1659">
            <a:extLst>
              <a:ext uri="{FF2B5EF4-FFF2-40B4-BE49-F238E27FC236}">
                <a16:creationId xmlns:a16="http://schemas.microsoft.com/office/drawing/2014/main" id="{F6AAB9C3-8DA0-1956-3061-B3403CA65660}"/>
              </a:ext>
            </a:extLst>
          </p:cNvPr>
          <p:cNvCxnSpPr/>
          <p:nvPr/>
        </p:nvCxnSpPr>
        <p:spPr>
          <a:xfrm>
            <a:off x="4748807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직선 연결선 1660">
            <a:extLst>
              <a:ext uri="{FF2B5EF4-FFF2-40B4-BE49-F238E27FC236}">
                <a16:creationId xmlns:a16="http://schemas.microsoft.com/office/drawing/2014/main" id="{B45B3B6A-48FF-F14E-D982-F07349B364CA}"/>
              </a:ext>
            </a:extLst>
          </p:cNvPr>
          <p:cNvCxnSpPr/>
          <p:nvPr/>
        </p:nvCxnSpPr>
        <p:spPr>
          <a:xfrm>
            <a:off x="4851685" y="364325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직선 연결선 1661">
            <a:extLst>
              <a:ext uri="{FF2B5EF4-FFF2-40B4-BE49-F238E27FC236}">
                <a16:creationId xmlns:a16="http://schemas.microsoft.com/office/drawing/2014/main" id="{711E6F4C-7BDE-8882-609D-B03EAB72F940}"/>
              </a:ext>
            </a:extLst>
          </p:cNvPr>
          <p:cNvCxnSpPr/>
          <p:nvPr/>
        </p:nvCxnSpPr>
        <p:spPr>
          <a:xfrm flipH="1">
            <a:off x="4744075" y="3636227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모서리가 둥근 직사각형 1662">
            <a:extLst>
              <a:ext uri="{FF2B5EF4-FFF2-40B4-BE49-F238E27FC236}">
                <a16:creationId xmlns:a16="http://schemas.microsoft.com/office/drawing/2014/main" id="{2C15EF68-7643-F599-F9D0-4341DA220E22}"/>
              </a:ext>
            </a:extLst>
          </p:cNvPr>
          <p:cNvSpPr/>
          <p:nvPr/>
        </p:nvSpPr>
        <p:spPr>
          <a:xfrm>
            <a:off x="4668544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4" name="모서리가 둥근 직사각형 1663">
            <a:extLst>
              <a:ext uri="{FF2B5EF4-FFF2-40B4-BE49-F238E27FC236}">
                <a16:creationId xmlns:a16="http://schemas.microsoft.com/office/drawing/2014/main" id="{8AB1811D-BD33-986D-46F0-544EC2276F42}"/>
              </a:ext>
            </a:extLst>
          </p:cNvPr>
          <p:cNvSpPr/>
          <p:nvPr/>
        </p:nvSpPr>
        <p:spPr>
          <a:xfrm>
            <a:off x="4668544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5" name="모서리가 둥근 직사각형 1664">
            <a:extLst>
              <a:ext uri="{FF2B5EF4-FFF2-40B4-BE49-F238E27FC236}">
                <a16:creationId xmlns:a16="http://schemas.microsoft.com/office/drawing/2014/main" id="{3689540C-C0F4-0219-12C0-07D644327E9C}"/>
              </a:ext>
            </a:extLst>
          </p:cNvPr>
          <p:cNvSpPr/>
          <p:nvPr/>
        </p:nvSpPr>
        <p:spPr>
          <a:xfrm>
            <a:off x="4860955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6" name="모서리가 둥근 직사각형 1665">
            <a:extLst>
              <a:ext uri="{FF2B5EF4-FFF2-40B4-BE49-F238E27FC236}">
                <a16:creationId xmlns:a16="http://schemas.microsoft.com/office/drawing/2014/main" id="{7939BC14-65E6-CC82-5927-8A1D35BE85D6}"/>
              </a:ext>
            </a:extLst>
          </p:cNvPr>
          <p:cNvSpPr/>
          <p:nvPr/>
        </p:nvSpPr>
        <p:spPr>
          <a:xfrm>
            <a:off x="4860955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7" name="모서리가 둥근 직사각형 1666">
            <a:extLst>
              <a:ext uri="{FF2B5EF4-FFF2-40B4-BE49-F238E27FC236}">
                <a16:creationId xmlns:a16="http://schemas.microsoft.com/office/drawing/2014/main" id="{7F0BFC56-46FB-C7E7-1FE3-8A1CCEC11164}"/>
              </a:ext>
            </a:extLst>
          </p:cNvPr>
          <p:cNvSpPr/>
          <p:nvPr/>
        </p:nvSpPr>
        <p:spPr>
          <a:xfrm>
            <a:off x="4770599" y="3581198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68" name="직선 연결선 1667">
            <a:extLst>
              <a:ext uri="{FF2B5EF4-FFF2-40B4-BE49-F238E27FC236}">
                <a16:creationId xmlns:a16="http://schemas.microsoft.com/office/drawing/2014/main" id="{BD727A50-A6C5-D076-273C-0D01CEBAC8EC}"/>
              </a:ext>
            </a:extLst>
          </p:cNvPr>
          <p:cNvCxnSpPr/>
          <p:nvPr/>
        </p:nvCxnSpPr>
        <p:spPr>
          <a:xfrm>
            <a:off x="5132745" y="368919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9" name="직선 연결선 1668">
            <a:extLst>
              <a:ext uri="{FF2B5EF4-FFF2-40B4-BE49-F238E27FC236}">
                <a16:creationId xmlns:a16="http://schemas.microsoft.com/office/drawing/2014/main" id="{4E8A9D78-77AA-3937-EA76-3D1D5FE413FD}"/>
              </a:ext>
            </a:extLst>
          </p:cNvPr>
          <p:cNvCxnSpPr/>
          <p:nvPr/>
        </p:nvCxnSpPr>
        <p:spPr>
          <a:xfrm>
            <a:off x="5042389" y="3537699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0" name="모서리가 둥근 직사각형 1669">
            <a:extLst>
              <a:ext uri="{FF2B5EF4-FFF2-40B4-BE49-F238E27FC236}">
                <a16:creationId xmlns:a16="http://schemas.microsoft.com/office/drawing/2014/main" id="{34485C00-3ACB-CEA8-8730-66BC149624C0}"/>
              </a:ext>
            </a:extLst>
          </p:cNvPr>
          <p:cNvSpPr/>
          <p:nvPr/>
        </p:nvSpPr>
        <p:spPr>
          <a:xfrm>
            <a:off x="5051659" y="378290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71" name="모서리가 둥근 직사각형 1670">
            <a:extLst>
              <a:ext uri="{FF2B5EF4-FFF2-40B4-BE49-F238E27FC236}">
                <a16:creationId xmlns:a16="http://schemas.microsoft.com/office/drawing/2014/main" id="{FF892C0B-251F-2585-0FB7-B4BE6FED87DE}"/>
              </a:ext>
            </a:extLst>
          </p:cNvPr>
          <p:cNvSpPr/>
          <p:nvPr/>
        </p:nvSpPr>
        <p:spPr>
          <a:xfrm>
            <a:off x="5051659" y="362927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72" name="모서리가 둥근 직사각형 1671">
            <a:extLst>
              <a:ext uri="{FF2B5EF4-FFF2-40B4-BE49-F238E27FC236}">
                <a16:creationId xmlns:a16="http://schemas.microsoft.com/office/drawing/2014/main" id="{1F066530-03F2-F33A-71A8-68979724788F}"/>
              </a:ext>
            </a:extLst>
          </p:cNvPr>
          <p:cNvSpPr/>
          <p:nvPr/>
        </p:nvSpPr>
        <p:spPr>
          <a:xfrm>
            <a:off x="4961303" y="347564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1673" name="그룹 1672">
            <a:extLst>
              <a:ext uri="{FF2B5EF4-FFF2-40B4-BE49-F238E27FC236}">
                <a16:creationId xmlns:a16="http://schemas.microsoft.com/office/drawing/2014/main" id="{DFDE1FD8-58AC-D4BE-1755-66285B8B3A0B}"/>
              </a:ext>
            </a:extLst>
          </p:cNvPr>
          <p:cNvGrpSpPr/>
          <p:nvPr/>
        </p:nvGrpSpPr>
        <p:grpSpPr>
          <a:xfrm>
            <a:off x="5324805" y="3357031"/>
            <a:ext cx="1178592" cy="664328"/>
            <a:chOff x="2380665" y="3181691"/>
            <a:chExt cx="14101534" cy="8690468"/>
          </a:xfrm>
        </p:grpSpPr>
        <p:cxnSp>
          <p:nvCxnSpPr>
            <p:cNvPr id="1674" name="직선 연결선 1673">
              <a:extLst>
                <a:ext uri="{FF2B5EF4-FFF2-40B4-BE49-F238E27FC236}">
                  <a16:creationId xmlns:a16="http://schemas.microsoft.com/office/drawing/2014/main" id="{96A19682-BF84-6071-EE61-8C18640AC363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5" name="직선 연결선 1674">
              <a:extLst>
                <a:ext uri="{FF2B5EF4-FFF2-40B4-BE49-F238E27FC236}">
                  <a16:creationId xmlns:a16="http://schemas.microsoft.com/office/drawing/2014/main" id="{E32F89A6-8159-E58C-A64A-DEAE7D26D6F6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6" name="직선 연결선 1675">
              <a:extLst>
                <a:ext uri="{FF2B5EF4-FFF2-40B4-BE49-F238E27FC236}">
                  <a16:creationId xmlns:a16="http://schemas.microsoft.com/office/drawing/2014/main" id="{28BE69B4-F116-D976-A83A-B24D2286EC76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7" name="직선 연결선 1676">
              <a:extLst>
                <a:ext uri="{FF2B5EF4-FFF2-40B4-BE49-F238E27FC236}">
                  <a16:creationId xmlns:a16="http://schemas.microsoft.com/office/drawing/2014/main" id="{62AA36FF-7921-D2D4-D25B-B6A1D5ADF265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8" name="직선 연결선 1677">
              <a:extLst>
                <a:ext uri="{FF2B5EF4-FFF2-40B4-BE49-F238E27FC236}">
                  <a16:creationId xmlns:a16="http://schemas.microsoft.com/office/drawing/2014/main" id="{2726B028-E588-699F-F275-A4B8776A90D2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9" name="모서리가 둥근 직사각형 1678">
              <a:extLst>
                <a:ext uri="{FF2B5EF4-FFF2-40B4-BE49-F238E27FC236}">
                  <a16:creationId xmlns:a16="http://schemas.microsoft.com/office/drawing/2014/main" id="{F2D4129A-1EE2-344D-8207-482F0419B045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80" name="모서리가 둥근 직사각형 1679">
              <a:extLst>
                <a:ext uri="{FF2B5EF4-FFF2-40B4-BE49-F238E27FC236}">
                  <a16:creationId xmlns:a16="http://schemas.microsoft.com/office/drawing/2014/main" id="{6C4D9389-5F25-8AB5-042E-BADA455C02EF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81" name="모서리가 둥근 직사각형 1680">
              <a:extLst>
                <a:ext uri="{FF2B5EF4-FFF2-40B4-BE49-F238E27FC236}">
                  <a16:creationId xmlns:a16="http://schemas.microsoft.com/office/drawing/2014/main" id="{F7C4B5A3-9B10-8390-C94C-DE8656A193FE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82" name="모서리가 둥근 직사각형 1681">
              <a:extLst>
                <a:ext uri="{FF2B5EF4-FFF2-40B4-BE49-F238E27FC236}">
                  <a16:creationId xmlns:a16="http://schemas.microsoft.com/office/drawing/2014/main" id="{06637B7F-AAFF-D80D-5281-9C8169B86D23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83" name="모서리가 둥근 직사각형 1682">
              <a:extLst>
                <a:ext uri="{FF2B5EF4-FFF2-40B4-BE49-F238E27FC236}">
                  <a16:creationId xmlns:a16="http://schemas.microsoft.com/office/drawing/2014/main" id="{21632CAF-7890-23A8-4B55-D1816E952417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684" name="직선 연결선 1683">
              <a:extLst>
                <a:ext uri="{FF2B5EF4-FFF2-40B4-BE49-F238E27FC236}">
                  <a16:creationId xmlns:a16="http://schemas.microsoft.com/office/drawing/2014/main" id="{F7AD5F5E-EA6B-DDCB-136D-7F1E5EF131C4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5" name="모서리가 둥근 직사각형 1684">
              <a:extLst>
                <a:ext uri="{FF2B5EF4-FFF2-40B4-BE49-F238E27FC236}">
                  <a16:creationId xmlns:a16="http://schemas.microsoft.com/office/drawing/2014/main" id="{DF50F135-99AE-3E0F-3ACA-C85827FEBE27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686" name="직선 연결선 1685">
              <a:extLst>
                <a:ext uri="{FF2B5EF4-FFF2-40B4-BE49-F238E27FC236}">
                  <a16:creationId xmlns:a16="http://schemas.microsoft.com/office/drawing/2014/main" id="{4EFFFF3E-E789-F495-1D60-F0E10970E23A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직선 연결선 1686">
              <a:extLst>
                <a:ext uri="{FF2B5EF4-FFF2-40B4-BE49-F238E27FC236}">
                  <a16:creationId xmlns:a16="http://schemas.microsoft.com/office/drawing/2014/main" id="{5FF19076-5709-22A4-C463-EFB0ED9CD655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8" name="모서리가 둥근 직사각형 1687">
              <a:extLst>
                <a:ext uri="{FF2B5EF4-FFF2-40B4-BE49-F238E27FC236}">
                  <a16:creationId xmlns:a16="http://schemas.microsoft.com/office/drawing/2014/main" id="{C8FDB8C3-3760-D13B-6CED-3EC379D2DD8D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89" name="모서리가 둥근 직사각형 1688">
              <a:extLst>
                <a:ext uri="{FF2B5EF4-FFF2-40B4-BE49-F238E27FC236}">
                  <a16:creationId xmlns:a16="http://schemas.microsoft.com/office/drawing/2014/main" id="{9F7AFD59-C56F-DAA9-0AA9-007A2ADA3050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90" name="모서리가 둥근 직사각형 1689">
              <a:extLst>
                <a:ext uri="{FF2B5EF4-FFF2-40B4-BE49-F238E27FC236}">
                  <a16:creationId xmlns:a16="http://schemas.microsoft.com/office/drawing/2014/main" id="{505F53DC-F8A4-2E13-E994-AEF4123FCB4A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691" name="직선 연결선 1690">
              <a:extLst>
                <a:ext uri="{FF2B5EF4-FFF2-40B4-BE49-F238E27FC236}">
                  <a16:creationId xmlns:a16="http://schemas.microsoft.com/office/drawing/2014/main" id="{BC912B2C-CBDE-84EE-0103-86FAD8550B71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2" name="직선 연결선 1691">
              <a:extLst>
                <a:ext uri="{FF2B5EF4-FFF2-40B4-BE49-F238E27FC236}">
                  <a16:creationId xmlns:a16="http://schemas.microsoft.com/office/drawing/2014/main" id="{3CF3020C-7190-DF38-8FC5-9D34DC6B58D5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3" name="직선 연결선 1692">
              <a:extLst>
                <a:ext uri="{FF2B5EF4-FFF2-40B4-BE49-F238E27FC236}">
                  <a16:creationId xmlns:a16="http://schemas.microsoft.com/office/drawing/2014/main" id="{F94392D6-172D-8766-5EF3-6E9E3966351D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직선 연결선 1693">
              <a:extLst>
                <a:ext uri="{FF2B5EF4-FFF2-40B4-BE49-F238E27FC236}">
                  <a16:creationId xmlns:a16="http://schemas.microsoft.com/office/drawing/2014/main" id="{E18E699F-4293-4C59-3FA6-C1F01A2CA99A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5" name="직선 연결선 1694">
              <a:extLst>
                <a:ext uri="{FF2B5EF4-FFF2-40B4-BE49-F238E27FC236}">
                  <a16:creationId xmlns:a16="http://schemas.microsoft.com/office/drawing/2014/main" id="{210C9DC6-06FB-6AF3-F7BA-96EAC9A1A758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6" name="모서리가 둥근 직사각형 1695">
              <a:extLst>
                <a:ext uri="{FF2B5EF4-FFF2-40B4-BE49-F238E27FC236}">
                  <a16:creationId xmlns:a16="http://schemas.microsoft.com/office/drawing/2014/main" id="{47FB8E90-97D0-0890-1E2D-445233786ABA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97" name="모서리가 둥근 직사각형 1696">
              <a:extLst>
                <a:ext uri="{FF2B5EF4-FFF2-40B4-BE49-F238E27FC236}">
                  <a16:creationId xmlns:a16="http://schemas.microsoft.com/office/drawing/2014/main" id="{223B331F-3732-5936-65C7-971509F45F0B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98" name="모서리가 둥근 직사각형 1697">
              <a:extLst>
                <a:ext uri="{FF2B5EF4-FFF2-40B4-BE49-F238E27FC236}">
                  <a16:creationId xmlns:a16="http://schemas.microsoft.com/office/drawing/2014/main" id="{B195F396-B266-9E88-F1F8-C5DE2172D029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699" name="모서리가 둥근 직사각형 1698">
              <a:extLst>
                <a:ext uri="{FF2B5EF4-FFF2-40B4-BE49-F238E27FC236}">
                  <a16:creationId xmlns:a16="http://schemas.microsoft.com/office/drawing/2014/main" id="{2CA9E722-80FB-C6F8-EBF7-031043A23EDF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00" name="모서리가 둥근 직사각형 1699">
              <a:extLst>
                <a:ext uri="{FF2B5EF4-FFF2-40B4-BE49-F238E27FC236}">
                  <a16:creationId xmlns:a16="http://schemas.microsoft.com/office/drawing/2014/main" id="{2AB05ADD-C5CA-D37F-C2AF-B9A0349664E4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701" name="직선 연결선 1700">
              <a:extLst>
                <a:ext uri="{FF2B5EF4-FFF2-40B4-BE49-F238E27FC236}">
                  <a16:creationId xmlns:a16="http://schemas.microsoft.com/office/drawing/2014/main" id="{EA25F097-773A-4CF5-A4AD-DEFE0AC64426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2" name="직선 연결선 1701">
              <a:extLst>
                <a:ext uri="{FF2B5EF4-FFF2-40B4-BE49-F238E27FC236}">
                  <a16:creationId xmlns:a16="http://schemas.microsoft.com/office/drawing/2014/main" id="{F195C100-D8E8-45DD-3F6F-F5B4EED318DB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3" name="모서리가 둥근 직사각형 1702">
              <a:extLst>
                <a:ext uri="{FF2B5EF4-FFF2-40B4-BE49-F238E27FC236}">
                  <a16:creationId xmlns:a16="http://schemas.microsoft.com/office/drawing/2014/main" id="{8117E51C-8A11-3531-CD47-1415F9641B04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04" name="모서리가 둥근 직사각형 1703">
              <a:extLst>
                <a:ext uri="{FF2B5EF4-FFF2-40B4-BE49-F238E27FC236}">
                  <a16:creationId xmlns:a16="http://schemas.microsoft.com/office/drawing/2014/main" id="{BD331547-D1D7-B454-322B-2E7A7049A4E4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05" name="모서리가 둥근 직사각형 1704">
              <a:extLst>
                <a:ext uri="{FF2B5EF4-FFF2-40B4-BE49-F238E27FC236}">
                  <a16:creationId xmlns:a16="http://schemas.microsoft.com/office/drawing/2014/main" id="{0F4F79B9-47EF-300C-DFE5-627F518DB0A8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706" name="직선 연결선 1705">
            <a:extLst>
              <a:ext uri="{FF2B5EF4-FFF2-40B4-BE49-F238E27FC236}">
                <a16:creationId xmlns:a16="http://schemas.microsoft.com/office/drawing/2014/main" id="{6E535C48-E6C2-64A8-353C-7DF48DB5BF58}"/>
              </a:ext>
            </a:extLst>
          </p:cNvPr>
          <p:cNvCxnSpPr/>
          <p:nvPr/>
        </p:nvCxnSpPr>
        <p:spPr>
          <a:xfrm>
            <a:off x="4908228" y="2836511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7" name="모서리가 둥근 직사각형 1706">
            <a:extLst>
              <a:ext uri="{FF2B5EF4-FFF2-40B4-BE49-F238E27FC236}">
                <a16:creationId xmlns:a16="http://schemas.microsoft.com/office/drawing/2014/main" id="{01FA985F-1990-79DE-3CA7-A19ADD76CD9B}"/>
              </a:ext>
            </a:extLst>
          </p:cNvPr>
          <p:cNvSpPr/>
          <p:nvPr/>
        </p:nvSpPr>
        <p:spPr>
          <a:xfrm>
            <a:off x="4838421" y="2783013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08" name="직선 연결선 1707">
            <a:extLst>
              <a:ext uri="{FF2B5EF4-FFF2-40B4-BE49-F238E27FC236}">
                <a16:creationId xmlns:a16="http://schemas.microsoft.com/office/drawing/2014/main" id="{3F3F1B8F-7ACB-12C7-8DE6-ADC5A16C956A}"/>
              </a:ext>
            </a:extLst>
          </p:cNvPr>
          <p:cNvCxnSpPr/>
          <p:nvPr/>
        </p:nvCxnSpPr>
        <p:spPr>
          <a:xfrm flipH="1">
            <a:off x="5121898" y="2975478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9" name="직선 연결선 1708">
            <a:extLst>
              <a:ext uri="{FF2B5EF4-FFF2-40B4-BE49-F238E27FC236}">
                <a16:creationId xmlns:a16="http://schemas.microsoft.com/office/drawing/2014/main" id="{DB586931-2C6B-87FD-D084-67A73E49F002}"/>
              </a:ext>
            </a:extLst>
          </p:cNvPr>
          <p:cNvCxnSpPr/>
          <p:nvPr/>
        </p:nvCxnSpPr>
        <p:spPr>
          <a:xfrm>
            <a:off x="5212253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0" name="직선 연결선 1709">
            <a:extLst>
              <a:ext uri="{FF2B5EF4-FFF2-40B4-BE49-F238E27FC236}">
                <a16:creationId xmlns:a16="http://schemas.microsoft.com/office/drawing/2014/main" id="{3FAAAB9C-828B-6828-2942-8ED7BFAF658E}"/>
              </a:ext>
            </a:extLst>
          </p:cNvPr>
          <p:cNvCxnSpPr/>
          <p:nvPr/>
        </p:nvCxnSpPr>
        <p:spPr>
          <a:xfrm>
            <a:off x="5019020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1" name="직선 연결선 1710">
            <a:extLst>
              <a:ext uri="{FF2B5EF4-FFF2-40B4-BE49-F238E27FC236}">
                <a16:creationId xmlns:a16="http://schemas.microsoft.com/office/drawing/2014/main" id="{874DFEB3-2127-1109-AF02-0F32EB329B22}"/>
              </a:ext>
            </a:extLst>
          </p:cNvPr>
          <p:cNvCxnSpPr/>
          <p:nvPr/>
        </p:nvCxnSpPr>
        <p:spPr>
          <a:xfrm>
            <a:off x="5121897" y="308229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" name="직선 연결선 1711">
            <a:extLst>
              <a:ext uri="{FF2B5EF4-FFF2-40B4-BE49-F238E27FC236}">
                <a16:creationId xmlns:a16="http://schemas.microsoft.com/office/drawing/2014/main" id="{135E8651-14BD-7E9C-CBBE-4ABF3C112AE7}"/>
              </a:ext>
            </a:extLst>
          </p:cNvPr>
          <p:cNvCxnSpPr/>
          <p:nvPr/>
        </p:nvCxnSpPr>
        <p:spPr>
          <a:xfrm flipH="1">
            <a:off x="5014286" y="3075263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3" name="모서리가 둥근 직사각형 1712">
            <a:extLst>
              <a:ext uri="{FF2B5EF4-FFF2-40B4-BE49-F238E27FC236}">
                <a16:creationId xmlns:a16="http://schemas.microsoft.com/office/drawing/2014/main" id="{8C5D33C4-537D-9F1C-4324-CACEC778143D}"/>
              </a:ext>
            </a:extLst>
          </p:cNvPr>
          <p:cNvSpPr/>
          <p:nvPr/>
        </p:nvSpPr>
        <p:spPr>
          <a:xfrm>
            <a:off x="4938758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4" name="모서리가 둥근 직사각형 1713">
            <a:extLst>
              <a:ext uri="{FF2B5EF4-FFF2-40B4-BE49-F238E27FC236}">
                <a16:creationId xmlns:a16="http://schemas.microsoft.com/office/drawing/2014/main" id="{FED0C3B9-3014-4A2E-824E-48FC94973324}"/>
              </a:ext>
            </a:extLst>
          </p:cNvPr>
          <p:cNvSpPr/>
          <p:nvPr/>
        </p:nvSpPr>
        <p:spPr>
          <a:xfrm>
            <a:off x="4938758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5" name="모서리가 둥근 직사각형 1714">
            <a:extLst>
              <a:ext uri="{FF2B5EF4-FFF2-40B4-BE49-F238E27FC236}">
                <a16:creationId xmlns:a16="http://schemas.microsoft.com/office/drawing/2014/main" id="{892B82B0-7589-5FD7-FF2D-DF8669804149}"/>
              </a:ext>
            </a:extLst>
          </p:cNvPr>
          <p:cNvSpPr/>
          <p:nvPr/>
        </p:nvSpPr>
        <p:spPr>
          <a:xfrm>
            <a:off x="5131167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6" name="모서리가 둥근 직사각형 1715">
            <a:extLst>
              <a:ext uri="{FF2B5EF4-FFF2-40B4-BE49-F238E27FC236}">
                <a16:creationId xmlns:a16="http://schemas.microsoft.com/office/drawing/2014/main" id="{80C88E8F-8990-AD05-F5A4-F64F8987C39C}"/>
              </a:ext>
            </a:extLst>
          </p:cNvPr>
          <p:cNvSpPr/>
          <p:nvPr/>
        </p:nvSpPr>
        <p:spPr>
          <a:xfrm>
            <a:off x="5131167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7" name="모서리가 둥근 직사각형 1716">
            <a:extLst>
              <a:ext uri="{FF2B5EF4-FFF2-40B4-BE49-F238E27FC236}">
                <a16:creationId xmlns:a16="http://schemas.microsoft.com/office/drawing/2014/main" id="{DD78EEA7-436D-7DBD-D8FC-601D08C8E890}"/>
              </a:ext>
            </a:extLst>
          </p:cNvPr>
          <p:cNvSpPr/>
          <p:nvPr/>
        </p:nvSpPr>
        <p:spPr>
          <a:xfrm>
            <a:off x="5040811" y="302023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18" name="직선 연결선 1717">
            <a:extLst>
              <a:ext uri="{FF2B5EF4-FFF2-40B4-BE49-F238E27FC236}">
                <a16:creationId xmlns:a16="http://schemas.microsoft.com/office/drawing/2014/main" id="{CC51E9F0-FA7E-D8EC-FD1F-C2A8FC7EE4E7}"/>
              </a:ext>
            </a:extLst>
          </p:cNvPr>
          <p:cNvCxnSpPr/>
          <p:nvPr/>
        </p:nvCxnSpPr>
        <p:spPr>
          <a:xfrm>
            <a:off x="5402957" y="3128232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9" name="직선 연결선 1718">
            <a:extLst>
              <a:ext uri="{FF2B5EF4-FFF2-40B4-BE49-F238E27FC236}">
                <a16:creationId xmlns:a16="http://schemas.microsoft.com/office/drawing/2014/main" id="{5B38CD16-4580-DDB6-7203-D7403E745A4C}"/>
              </a:ext>
            </a:extLst>
          </p:cNvPr>
          <p:cNvCxnSpPr/>
          <p:nvPr/>
        </p:nvCxnSpPr>
        <p:spPr>
          <a:xfrm>
            <a:off x="5312602" y="2976734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0" name="모서리가 둥근 직사각형 1719">
            <a:extLst>
              <a:ext uri="{FF2B5EF4-FFF2-40B4-BE49-F238E27FC236}">
                <a16:creationId xmlns:a16="http://schemas.microsoft.com/office/drawing/2014/main" id="{599720F8-CFB6-2BB3-C566-CA169A376E33}"/>
              </a:ext>
            </a:extLst>
          </p:cNvPr>
          <p:cNvSpPr/>
          <p:nvPr/>
        </p:nvSpPr>
        <p:spPr>
          <a:xfrm>
            <a:off x="5321871" y="322193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21" name="모서리가 둥근 직사각형 1720">
            <a:extLst>
              <a:ext uri="{FF2B5EF4-FFF2-40B4-BE49-F238E27FC236}">
                <a16:creationId xmlns:a16="http://schemas.microsoft.com/office/drawing/2014/main" id="{2A4E5E74-9F59-35AF-D5A3-D6FACB848300}"/>
              </a:ext>
            </a:extLst>
          </p:cNvPr>
          <p:cNvSpPr/>
          <p:nvPr/>
        </p:nvSpPr>
        <p:spPr>
          <a:xfrm>
            <a:off x="5321871" y="306830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22" name="모서리가 둥근 직사각형 1721">
            <a:extLst>
              <a:ext uri="{FF2B5EF4-FFF2-40B4-BE49-F238E27FC236}">
                <a16:creationId xmlns:a16="http://schemas.microsoft.com/office/drawing/2014/main" id="{F36F94B5-110F-DAB4-8BAD-C8EE1F0BC4A9}"/>
              </a:ext>
            </a:extLst>
          </p:cNvPr>
          <p:cNvSpPr/>
          <p:nvPr/>
        </p:nvSpPr>
        <p:spPr>
          <a:xfrm>
            <a:off x="5231515" y="291467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23" name="직선 연결선 1722">
            <a:extLst>
              <a:ext uri="{FF2B5EF4-FFF2-40B4-BE49-F238E27FC236}">
                <a16:creationId xmlns:a16="http://schemas.microsoft.com/office/drawing/2014/main" id="{9FA4462B-2D28-F6B0-94C5-E02A980ED155}"/>
              </a:ext>
            </a:extLst>
          </p:cNvPr>
          <p:cNvCxnSpPr/>
          <p:nvPr/>
        </p:nvCxnSpPr>
        <p:spPr>
          <a:xfrm>
            <a:off x="6163392" y="2836511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" name="모서리가 둥근 직사각형 1723">
            <a:extLst>
              <a:ext uri="{FF2B5EF4-FFF2-40B4-BE49-F238E27FC236}">
                <a16:creationId xmlns:a16="http://schemas.microsoft.com/office/drawing/2014/main" id="{EA5AE3B1-84C6-C598-77B0-3E7E195181EB}"/>
              </a:ext>
            </a:extLst>
          </p:cNvPr>
          <p:cNvSpPr/>
          <p:nvPr/>
        </p:nvSpPr>
        <p:spPr>
          <a:xfrm>
            <a:off x="6093584" y="2783013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25" name="직선 연결선 1724">
            <a:extLst>
              <a:ext uri="{FF2B5EF4-FFF2-40B4-BE49-F238E27FC236}">
                <a16:creationId xmlns:a16="http://schemas.microsoft.com/office/drawing/2014/main" id="{4ED7AA35-B540-94A7-875A-5E0507FF9308}"/>
              </a:ext>
            </a:extLst>
          </p:cNvPr>
          <p:cNvCxnSpPr/>
          <p:nvPr/>
        </p:nvCxnSpPr>
        <p:spPr>
          <a:xfrm flipH="1">
            <a:off x="6377061" y="2975478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6" name="직선 연결선 1725">
            <a:extLst>
              <a:ext uri="{FF2B5EF4-FFF2-40B4-BE49-F238E27FC236}">
                <a16:creationId xmlns:a16="http://schemas.microsoft.com/office/drawing/2014/main" id="{649103F5-AE8B-DFD0-6276-2D61A59BAA45}"/>
              </a:ext>
            </a:extLst>
          </p:cNvPr>
          <p:cNvCxnSpPr/>
          <p:nvPr/>
        </p:nvCxnSpPr>
        <p:spPr>
          <a:xfrm>
            <a:off x="6467416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7" name="직선 연결선 1726">
            <a:extLst>
              <a:ext uri="{FF2B5EF4-FFF2-40B4-BE49-F238E27FC236}">
                <a16:creationId xmlns:a16="http://schemas.microsoft.com/office/drawing/2014/main" id="{EC2E91A0-AB06-535A-2EED-A99FBBBB90C2}"/>
              </a:ext>
            </a:extLst>
          </p:cNvPr>
          <p:cNvCxnSpPr/>
          <p:nvPr/>
        </p:nvCxnSpPr>
        <p:spPr>
          <a:xfrm>
            <a:off x="6274183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8" name="직선 연결선 1727">
            <a:extLst>
              <a:ext uri="{FF2B5EF4-FFF2-40B4-BE49-F238E27FC236}">
                <a16:creationId xmlns:a16="http://schemas.microsoft.com/office/drawing/2014/main" id="{88757925-5C94-42A6-C1E8-C3B75A2188B1}"/>
              </a:ext>
            </a:extLst>
          </p:cNvPr>
          <p:cNvCxnSpPr/>
          <p:nvPr/>
        </p:nvCxnSpPr>
        <p:spPr>
          <a:xfrm>
            <a:off x="6377060" y="308229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9" name="직선 연결선 1728">
            <a:extLst>
              <a:ext uri="{FF2B5EF4-FFF2-40B4-BE49-F238E27FC236}">
                <a16:creationId xmlns:a16="http://schemas.microsoft.com/office/drawing/2014/main" id="{76DC3049-EB5A-34AD-78ED-FCF772B7349B}"/>
              </a:ext>
            </a:extLst>
          </p:cNvPr>
          <p:cNvCxnSpPr/>
          <p:nvPr/>
        </p:nvCxnSpPr>
        <p:spPr>
          <a:xfrm flipH="1">
            <a:off x="6269450" y="3075263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0" name="모서리가 둥근 직사각형 1729">
            <a:extLst>
              <a:ext uri="{FF2B5EF4-FFF2-40B4-BE49-F238E27FC236}">
                <a16:creationId xmlns:a16="http://schemas.microsoft.com/office/drawing/2014/main" id="{DE7AC1C0-B4DE-C88E-8A82-BD136FD6F5C4}"/>
              </a:ext>
            </a:extLst>
          </p:cNvPr>
          <p:cNvSpPr/>
          <p:nvPr/>
        </p:nvSpPr>
        <p:spPr>
          <a:xfrm>
            <a:off x="6193921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1" name="모서리가 둥근 직사각형 1730">
            <a:extLst>
              <a:ext uri="{FF2B5EF4-FFF2-40B4-BE49-F238E27FC236}">
                <a16:creationId xmlns:a16="http://schemas.microsoft.com/office/drawing/2014/main" id="{12AA9D1C-18A4-0303-8B88-4752B719AD10}"/>
              </a:ext>
            </a:extLst>
          </p:cNvPr>
          <p:cNvSpPr/>
          <p:nvPr/>
        </p:nvSpPr>
        <p:spPr>
          <a:xfrm>
            <a:off x="6193921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2" name="모서리가 둥근 직사각형 1731">
            <a:extLst>
              <a:ext uri="{FF2B5EF4-FFF2-40B4-BE49-F238E27FC236}">
                <a16:creationId xmlns:a16="http://schemas.microsoft.com/office/drawing/2014/main" id="{83ED92E7-3296-08B1-6338-0DD9B19348FD}"/>
              </a:ext>
            </a:extLst>
          </p:cNvPr>
          <p:cNvSpPr/>
          <p:nvPr/>
        </p:nvSpPr>
        <p:spPr>
          <a:xfrm>
            <a:off x="6386330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3" name="모서리가 둥근 직사각형 1732">
            <a:extLst>
              <a:ext uri="{FF2B5EF4-FFF2-40B4-BE49-F238E27FC236}">
                <a16:creationId xmlns:a16="http://schemas.microsoft.com/office/drawing/2014/main" id="{B9FB9B78-EC19-9A44-ADDD-D116049356D0}"/>
              </a:ext>
            </a:extLst>
          </p:cNvPr>
          <p:cNvSpPr/>
          <p:nvPr/>
        </p:nvSpPr>
        <p:spPr>
          <a:xfrm>
            <a:off x="6386330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4" name="모서리가 둥근 직사각형 1733">
            <a:extLst>
              <a:ext uri="{FF2B5EF4-FFF2-40B4-BE49-F238E27FC236}">
                <a16:creationId xmlns:a16="http://schemas.microsoft.com/office/drawing/2014/main" id="{AC0FBCA0-9718-977D-C133-E7891349AD17}"/>
              </a:ext>
            </a:extLst>
          </p:cNvPr>
          <p:cNvSpPr/>
          <p:nvPr/>
        </p:nvSpPr>
        <p:spPr>
          <a:xfrm>
            <a:off x="6295974" y="302023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35" name="직선 연결선 1734">
            <a:extLst>
              <a:ext uri="{FF2B5EF4-FFF2-40B4-BE49-F238E27FC236}">
                <a16:creationId xmlns:a16="http://schemas.microsoft.com/office/drawing/2014/main" id="{62961F9C-D04D-2F5E-4C8B-2EA2575AAF93}"/>
              </a:ext>
            </a:extLst>
          </p:cNvPr>
          <p:cNvCxnSpPr/>
          <p:nvPr/>
        </p:nvCxnSpPr>
        <p:spPr>
          <a:xfrm>
            <a:off x="6658120" y="3128232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6" name="직선 연결선 1735">
            <a:extLst>
              <a:ext uri="{FF2B5EF4-FFF2-40B4-BE49-F238E27FC236}">
                <a16:creationId xmlns:a16="http://schemas.microsoft.com/office/drawing/2014/main" id="{72385E80-F460-A809-AE85-1624751AC15D}"/>
              </a:ext>
            </a:extLst>
          </p:cNvPr>
          <p:cNvCxnSpPr/>
          <p:nvPr/>
        </p:nvCxnSpPr>
        <p:spPr>
          <a:xfrm>
            <a:off x="6567765" y="2976734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7" name="모서리가 둥근 직사각형 1736">
            <a:extLst>
              <a:ext uri="{FF2B5EF4-FFF2-40B4-BE49-F238E27FC236}">
                <a16:creationId xmlns:a16="http://schemas.microsoft.com/office/drawing/2014/main" id="{43A04B1C-7D7E-903C-ABC7-49F4DCD0596E}"/>
              </a:ext>
            </a:extLst>
          </p:cNvPr>
          <p:cNvSpPr/>
          <p:nvPr/>
        </p:nvSpPr>
        <p:spPr>
          <a:xfrm>
            <a:off x="6577034" y="322193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8" name="모서리가 둥근 직사각형 1737">
            <a:extLst>
              <a:ext uri="{FF2B5EF4-FFF2-40B4-BE49-F238E27FC236}">
                <a16:creationId xmlns:a16="http://schemas.microsoft.com/office/drawing/2014/main" id="{256FA956-BA8B-6C64-4796-CFEFA09FEC08}"/>
              </a:ext>
            </a:extLst>
          </p:cNvPr>
          <p:cNvSpPr/>
          <p:nvPr/>
        </p:nvSpPr>
        <p:spPr>
          <a:xfrm>
            <a:off x="6577034" y="306830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9" name="모서리가 둥근 직사각형 1738">
            <a:extLst>
              <a:ext uri="{FF2B5EF4-FFF2-40B4-BE49-F238E27FC236}">
                <a16:creationId xmlns:a16="http://schemas.microsoft.com/office/drawing/2014/main" id="{DABD3989-E80F-DAF4-D0F6-AC1A081F4A2D}"/>
              </a:ext>
            </a:extLst>
          </p:cNvPr>
          <p:cNvSpPr/>
          <p:nvPr/>
        </p:nvSpPr>
        <p:spPr>
          <a:xfrm>
            <a:off x="6486678" y="291467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740" name="모서리가 둥근 직사각형 1739">
            <a:extLst>
              <a:ext uri="{FF2B5EF4-FFF2-40B4-BE49-F238E27FC236}">
                <a16:creationId xmlns:a16="http://schemas.microsoft.com/office/drawing/2014/main" id="{FC918B85-CD5A-A809-581E-4282573C3577}"/>
              </a:ext>
            </a:extLst>
          </p:cNvPr>
          <p:cNvSpPr/>
          <p:nvPr/>
        </p:nvSpPr>
        <p:spPr>
          <a:xfrm>
            <a:off x="4561793" y="1016385"/>
            <a:ext cx="637617" cy="471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741" name="직선 연결선 1740">
            <a:extLst>
              <a:ext uri="{FF2B5EF4-FFF2-40B4-BE49-F238E27FC236}">
                <a16:creationId xmlns:a16="http://schemas.microsoft.com/office/drawing/2014/main" id="{76046E5E-EE56-7444-E63E-9CCB01862140}"/>
              </a:ext>
            </a:extLst>
          </p:cNvPr>
          <p:cNvCxnSpPr/>
          <p:nvPr/>
        </p:nvCxnSpPr>
        <p:spPr>
          <a:xfrm flipH="1">
            <a:off x="10423801" y="1402373"/>
            <a:ext cx="769996" cy="12248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2" name="직선 연결선 1741">
            <a:extLst>
              <a:ext uri="{FF2B5EF4-FFF2-40B4-BE49-F238E27FC236}">
                <a16:creationId xmlns:a16="http://schemas.microsoft.com/office/drawing/2014/main" id="{3536CA49-FBAF-6C39-4519-8E8D1F398D99}"/>
              </a:ext>
            </a:extLst>
          </p:cNvPr>
          <p:cNvCxnSpPr/>
          <p:nvPr/>
        </p:nvCxnSpPr>
        <p:spPr>
          <a:xfrm flipH="1" flipV="1">
            <a:off x="9832575" y="1260916"/>
            <a:ext cx="1386857" cy="1246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" name="직선 연결선 1742">
            <a:extLst>
              <a:ext uri="{FF2B5EF4-FFF2-40B4-BE49-F238E27FC236}">
                <a16:creationId xmlns:a16="http://schemas.microsoft.com/office/drawing/2014/main" id="{D0C5657E-ACCB-6566-40EC-4FF9C4DDEA63}"/>
              </a:ext>
            </a:extLst>
          </p:cNvPr>
          <p:cNvCxnSpPr/>
          <p:nvPr/>
        </p:nvCxnSpPr>
        <p:spPr>
          <a:xfrm flipH="1">
            <a:off x="11376114" y="1468288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4" name="직선 연결선 1743">
            <a:extLst>
              <a:ext uri="{FF2B5EF4-FFF2-40B4-BE49-F238E27FC236}">
                <a16:creationId xmlns:a16="http://schemas.microsoft.com/office/drawing/2014/main" id="{943D91ED-0A4F-DE84-26B2-E0C12C27C654}"/>
              </a:ext>
            </a:extLst>
          </p:cNvPr>
          <p:cNvCxnSpPr/>
          <p:nvPr/>
        </p:nvCxnSpPr>
        <p:spPr>
          <a:xfrm>
            <a:off x="11228701" y="1374582"/>
            <a:ext cx="383221" cy="895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5" name="모서리가 둥근 직사각형 1744">
            <a:extLst>
              <a:ext uri="{FF2B5EF4-FFF2-40B4-BE49-F238E27FC236}">
                <a16:creationId xmlns:a16="http://schemas.microsoft.com/office/drawing/2014/main" id="{48B4B3B0-6EF8-82E8-1F4F-5497D1B3C344}"/>
              </a:ext>
            </a:extLst>
          </p:cNvPr>
          <p:cNvSpPr/>
          <p:nvPr/>
        </p:nvSpPr>
        <p:spPr>
          <a:xfrm>
            <a:off x="11060936" y="1267660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grpSp>
        <p:nvGrpSpPr>
          <p:cNvPr id="1746" name="그룹 1745">
            <a:extLst>
              <a:ext uri="{FF2B5EF4-FFF2-40B4-BE49-F238E27FC236}">
                <a16:creationId xmlns:a16="http://schemas.microsoft.com/office/drawing/2014/main" id="{DD1AEC67-6393-CF58-9F13-89A8D70B9196}"/>
              </a:ext>
            </a:extLst>
          </p:cNvPr>
          <p:cNvGrpSpPr/>
          <p:nvPr/>
        </p:nvGrpSpPr>
        <p:grpSpPr>
          <a:xfrm>
            <a:off x="10764502" y="1987097"/>
            <a:ext cx="1178592" cy="664328"/>
            <a:chOff x="2380665" y="3181691"/>
            <a:chExt cx="14101534" cy="8690468"/>
          </a:xfrm>
        </p:grpSpPr>
        <p:cxnSp>
          <p:nvCxnSpPr>
            <p:cNvPr id="1747" name="직선 연결선 1746">
              <a:extLst>
                <a:ext uri="{FF2B5EF4-FFF2-40B4-BE49-F238E27FC236}">
                  <a16:creationId xmlns:a16="http://schemas.microsoft.com/office/drawing/2014/main" id="{35A46D0A-551B-4389-634D-ECEE698CE6BB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직선 연결선 1747">
              <a:extLst>
                <a:ext uri="{FF2B5EF4-FFF2-40B4-BE49-F238E27FC236}">
                  <a16:creationId xmlns:a16="http://schemas.microsoft.com/office/drawing/2014/main" id="{58F2C924-AB04-B9BC-0EE4-C4DF0CEC1A16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직선 연결선 1748">
              <a:extLst>
                <a:ext uri="{FF2B5EF4-FFF2-40B4-BE49-F238E27FC236}">
                  <a16:creationId xmlns:a16="http://schemas.microsoft.com/office/drawing/2014/main" id="{3CE16C4C-9516-BA94-0EE9-0C58F2C4CF66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직선 연결선 1749">
              <a:extLst>
                <a:ext uri="{FF2B5EF4-FFF2-40B4-BE49-F238E27FC236}">
                  <a16:creationId xmlns:a16="http://schemas.microsoft.com/office/drawing/2014/main" id="{16018E43-2D8C-3D4A-F8A6-334BA7C6BACC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직선 연결선 1750">
              <a:extLst>
                <a:ext uri="{FF2B5EF4-FFF2-40B4-BE49-F238E27FC236}">
                  <a16:creationId xmlns:a16="http://schemas.microsoft.com/office/drawing/2014/main" id="{1B478E9C-4BD6-AA57-2EB4-7481DCFD1863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2" name="모서리가 둥근 직사각형 1751">
              <a:extLst>
                <a:ext uri="{FF2B5EF4-FFF2-40B4-BE49-F238E27FC236}">
                  <a16:creationId xmlns:a16="http://schemas.microsoft.com/office/drawing/2014/main" id="{8D12491B-7DE0-C702-60B5-57AF971BD346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53" name="모서리가 둥근 직사각형 1752">
              <a:extLst>
                <a:ext uri="{FF2B5EF4-FFF2-40B4-BE49-F238E27FC236}">
                  <a16:creationId xmlns:a16="http://schemas.microsoft.com/office/drawing/2014/main" id="{F2EFF4D5-3D01-0B98-53B2-1A028F969A6F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54" name="모서리가 둥근 직사각형 1753">
              <a:extLst>
                <a:ext uri="{FF2B5EF4-FFF2-40B4-BE49-F238E27FC236}">
                  <a16:creationId xmlns:a16="http://schemas.microsoft.com/office/drawing/2014/main" id="{DAF0ACB4-5F36-9A26-7E5A-94D70950614F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55" name="모서리가 둥근 직사각형 1754">
              <a:extLst>
                <a:ext uri="{FF2B5EF4-FFF2-40B4-BE49-F238E27FC236}">
                  <a16:creationId xmlns:a16="http://schemas.microsoft.com/office/drawing/2014/main" id="{ABD87E01-CD6F-9BF1-C52A-896D34050900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56" name="모서리가 둥근 직사각형 1755">
              <a:extLst>
                <a:ext uri="{FF2B5EF4-FFF2-40B4-BE49-F238E27FC236}">
                  <a16:creationId xmlns:a16="http://schemas.microsoft.com/office/drawing/2014/main" id="{F031CE8D-B705-AD59-CF8B-B3327C186EE2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757" name="직선 연결선 1756">
              <a:extLst>
                <a:ext uri="{FF2B5EF4-FFF2-40B4-BE49-F238E27FC236}">
                  <a16:creationId xmlns:a16="http://schemas.microsoft.com/office/drawing/2014/main" id="{86E21D46-E251-3435-8944-F17EA977B9C8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8" name="모서리가 둥근 직사각형 1757">
              <a:extLst>
                <a:ext uri="{FF2B5EF4-FFF2-40B4-BE49-F238E27FC236}">
                  <a16:creationId xmlns:a16="http://schemas.microsoft.com/office/drawing/2014/main" id="{17988764-CA78-35E1-131E-6C61C99CFB30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759" name="직선 연결선 1758">
              <a:extLst>
                <a:ext uri="{FF2B5EF4-FFF2-40B4-BE49-F238E27FC236}">
                  <a16:creationId xmlns:a16="http://schemas.microsoft.com/office/drawing/2014/main" id="{9415643A-EC4C-AA4B-B146-8FB343E3FD96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직선 연결선 1759">
              <a:extLst>
                <a:ext uri="{FF2B5EF4-FFF2-40B4-BE49-F238E27FC236}">
                  <a16:creationId xmlns:a16="http://schemas.microsoft.com/office/drawing/2014/main" id="{1316256B-BA8E-A158-5AEC-1B48627330E6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1" name="모서리가 둥근 직사각형 1760">
              <a:extLst>
                <a:ext uri="{FF2B5EF4-FFF2-40B4-BE49-F238E27FC236}">
                  <a16:creationId xmlns:a16="http://schemas.microsoft.com/office/drawing/2014/main" id="{9AEC633E-54DF-C765-D89E-AE66020F9DCD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62" name="모서리가 둥근 직사각형 1761">
              <a:extLst>
                <a:ext uri="{FF2B5EF4-FFF2-40B4-BE49-F238E27FC236}">
                  <a16:creationId xmlns:a16="http://schemas.microsoft.com/office/drawing/2014/main" id="{5BE7073E-8BF2-8756-5342-F6B92231E36E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63" name="모서리가 둥근 직사각형 1762">
              <a:extLst>
                <a:ext uri="{FF2B5EF4-FFF2-40B4-BE49-F238E27FC236}">
                  <a16:creationId xmlns:a16="http://schemas.microsoft.com/office/drawing/2014/main" id="{0F21B896-1F6D-4557-FC1F-368FE4EE7370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764" name="직선 연결선 1763">
              <a:extLst>
                <a:ext uri="{FF2B5EF4-FFF2-40B4-BE49-F238E27FC236}">
                  <a16:creationId xmlns:a16="http://schemas.microsoft.com/office/drawing/2014/main" id="{2A2251A5-62FD-8214-482E-940C1E22EF70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직선 연결선 1764">
              <a:extLst>
                <a:ext uri="{FF2B5EF4-FFF2-40B4-BE49-F238E27FC236}">
                  <a16:creationId xmlns:a16="http://schemas.microsoft.com/office/drawing/2014/main" id="{0A02FB36-9BDB-4968-ABBE-283279E64740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직선 연결선 1765">
              <a:extLst>
                <a:ext uri="{FF2B5EF4-FFF2-40B4-BE49-F238E27FC236}">
                  <a16:creationId xmlns:a16="http://schemas.microsoft.com/office/drawing/2014/main" id="{6C53D5E4-CBB9-F996-DAA0-ED88CC23D927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직선 연결선 1766">
              <a:extLst>
                <a:ext uri="{FF2B5EF4-FFF2-40B4-BE49-F238E27FC236}">
                  <a16:creationId xmlns:a16="http://schemas.microsoft.com/office/drawing/2014/main" id="{589F7B7B-1D77-1BB3-1559-CFEE86B3DB3A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직선 연결선 1767">
              <a:extLst>
                <a:ext uri="{FF2B5EF4-FFF2-40B4-BE49-F238E27FC236}">
                  <a16:creationId xmlns:a16="http://schemas.microsoft.com/office/drawing/2014/main" id="{ECFD31FD-EF01-5465-63B8-B63836ECFB77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9" name="모서리가 둥근 직사각형 1768">
              <a:extLst>
                <a:ext uri="{FF2B5EF4-FFF2-40B4-BE49-F238E27FC236}">
                  <a16:creationId xmlns:a16="http://schemas.microsoft.com/office/drawing/2014/main" id="{1977965D-CAB4-269D-EB15-19325ABD5BD8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0" name="모서리가 둥근 직사각형 1769">
              <a:extLst>
                <a:ext uri="{FF2B5EF4-FFF2-40B4-BE49-F238E27FC236}">
                  <a16:creationId xmlns:a16="http://schemas.microsoft.com/office/drawing/2014/main" id="{5902973B-68C8-71DC-DE7E-DD0CA06C2AF1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1" name="모서리가 둥근 직사각형 1770">
              <a:extLst>
                <a:ext uri="{FF2B5EF4-FFF2-40B4-BE49-F238E27FC236}">
                  <a16:creationId xmlns:a16="http://schemas.microsoft.com/office/drawing/2014/main" id="{34D08FDF-9DEE-BBC1-B4BF-4A8EBD580E32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2" name="모서리가 둥근 직사각형 1771">
              <a:extLst>
                <a:ext uri="{FF2B5EF4-FFF2-40B4-BE49-F238E27FC236}">
                  <a16:creationId xmlns:a16="http://schemas.microsoft.com/office/drawing/2014/main" id="{02866992-C122-1772-BA21-6C507F90AA23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3" name="모서리가 둥근 직사각형 1772">
              <a:extLst>
                <a:ext uri="{FF2B5EF4-FFF2-40B4-BE49-F238E27FC236}">
                  <a16:creationId xmlns:a16="http://schemas.microsoft.com/office/drawing/2014/main" id="{26EF5257-0867-0CAA-0B50-FF6E7EA16CC6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774" name="직선 연결선 1773">
              <a:extLst>
                <a:ext uri="{FF2B5EF4-FFF2-40B4-BE49-F238E27FC236}">
                  <a16:creationId xmlns:a16="http://schemas.microsoft.com/office/drawing/2014/main" id="{CD37B4D1-9FD3-421F-9361-23AF5718D6DC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직선 연결선 1774">
              <a:extLst>
                <a:ext uri="{FF2B5EF4-FFF2-40B4-BE49-F238E27FC236}">
                  <a16:creationId xmlns:a16="http://schemas.microsoft.com/office/drawing/2014/main" id="{1DD49E1C-0178-F931-39CC-E0A7158255F3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6" name="모서리가 둥근 직사각형 1775">
              <a:extLst>
                <a:ext uri="{FF2B5EF4-FFF2-40B4-BE49-F238E27FC236}">
                  <a16:creationId xmlns:a16="http://schemas.microsoft.com/office/drawing/2014/main" id="{8306BC76-1547-1059-FD85-74D4396B4D73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7" name="모서리가 둥근 직사각형 1776">
              <a:extLst>
                <a:ext uri="{FF2B5EF4-FFF2-40B4-BE49-F238E27FC236}">
                  <a16:creationId xmlns:a16="http://schemas.microsoft.com/office/drawing/2014/main" id="{D7534264-B308-7587-5CBE-21554A184C49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778" name="모서리가 둥근 직사각형 1777">
              <a:extLst>
                <a:ext uri="{FF2B5EF4-FFF2-40B4-BE49-F238E27FC236}">
                  <a16:creationId xmlns:a16="http://schemas.microsoft.com/office/drawing/2014/main" id="{3B7740F3-BFC1-057E-ED66-CEAA0FA32F65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779" name="직선 연결선 1778">
            <a:extLst>
              <a:ext uri="{FF2B5EF4-FFF2-40B4-BE49-F238E27FC236}">
                <a16:creationId xmlns:a16="http://schemas.microsoft.com/office/drawing/2014/main" id="{731618BD-A880-D82A-E157-AB745925437B}"/>
              </a:ext>
            </a:extLst>
          </p:cNvPr>
          <p:cNvCxnSpPr/>
          <p:nvPr/>
        </p:nvCxnSpPr>
        <p:spPr>
          <a:xfrm>
            <a:off x="11603088" y="1466577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0" name="모서리가 둥근 직사각형 1779">
            <a:extLst>
              <a:ext uri="{FF2B5EF4-FFF2-40B4-BE49-F238E27FC236}">
                <a16:creationId xmlns:a16="http://schemas.microsoft.com/office/drawing/2014/main" id="{2867CB28-BF64-7D11-6114-B546DBBF1C6E}"/>
              </a:ext>
            </a:extLst>
          </p:cNvPr>
          <p:cNvSpPr/>
          <p:nvPr/>
        </p:nvSpPr>
        <p:spPr>
          <a:xfrm>
            <a:off x="11533280" y="1413078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81" name="직선 연결선 1780">
            <a:extLst>
              <a:ext uri="{FF2B5EF4-FFF2-40B4-BE49-F238E27FC236}">
                <a16:creationId xmlns:a16="http://schemas.microsoft.com/office/drawing/2014/main" id="{816DECFA-0C97-8FAE-8818-2D996308CA4F}"/>
              </a:ext>
            </a:extLst>
          </p:cNvPr>
          <p:cNvCxnSpPr/>
          <p:nvPr/>
        </p:nvCxnSpPr>
        <p:spPr>
          <a:xfrm flipH="1">
            <a:off x="11816757" y="1605543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2" name="직선 연결선 1781">
            <a:extLst>
              <a:ext uri="{FF2B5EF4-FFF2-40B4-BE49-F238E27FC236}">
                <a16:creationId xmlns:a16="http://schemas.microsoft.com/office/drawing/2014/main" id="{D1920050-6CD9-AA48-748A-C9C410E0E238}"/>
              </a:ext>
            </a:extLst>
          </p:cNvPr>
          <p:cNvCxnSpPr/>
          <p:nvPr/>
        </p:nvCxnSpPr>
        <p:spPr>
          <a:xfrm>
            <a:off x="11907113" y="1863853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3" name="직선 연결선 1782">
            <a:extLst>
              <a:ext uri="{FF2B5EF4-FFF2-40B4-BE49-F238E27FC236}">
                <a16:creationId xmlns:a16="http://schemas.microsoft.com/office/drawing/2014/main" id="{D53B276D-F0B6-8738-104A-CE4968C2A255}"/>
              </a:ext>
            </a:extLst>
          </p:cNvPr>
          <p:cNvCxnSpPr/>
          <p:nvPr/>
        </p:nvCxnSpPr>
        <p:spPr>
          <a:xfrm>
            <a:off x="11713880" y="1863853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4" name="직선 연결선 1783">
            <a:extLst>
              <a:ext uri="{FF2B5EF4-FFF2-40B4-BE49-F238E27FC236}">
                <a16:creationId xmlns:a16="http://schemas.microsoft.com/office/drawing/2014/main" id="{08101944-374A-864A-85B0-2424F5848FA3}"/>
              </a:ext>
            </a:extLst>
          </p:cNvPr>
          <p:cNvCxnSpPr/>
          <p:nvPr/>
        </p:nvCxnSpPr>
        <p:spPr>
          <a:xfrm>
            <a:off x="11816756" y="1712356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5" name="직선 연결선 1784">
            <a:extLst>
              <a:ext uri="{FF2B5EF4-FFF2-40B4-BE49-F238E27FC236}">
                <a16:creationId xmlns:a16="http://schemas.microsoft.com/office/drawing/2014/main" id="{829CC0A4-5865-7D16-6CA9-80C124F121F6}"/>
              </a:ext>
            </a:extLst>
          </p:cNvPr>
          <p:cNvCxnSpPr/>
          <p:nvPr/>
        </p:nvCxnSpPr>
        <p:spPr>
          <a:xfrm flipH="1">
            <a:off x="11709146" y="1705329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6" name="모서리가 둥근 직사각형 1785">
            <a:extLst>
              <a:ext uri="{FF2B5EF4-FFF2-40B4-BE49-F238E27FC236}">
                <a16:creationId xmlns:a16="http://schemas.microsoft.com/office/drawing/2014/main" id="{240C075A-0AA8-908A-0856-A4F24F5B3E99}"/>
              </a:ext>
            </a:extLst>
          </p:cNvPr>
          <p:cNvSpPr/>
          <p:nvPr/>
        </p:nvSpPr>
        <p:spPr>
          <a:xfrm>
            <a:off x="11633617" y="195755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7" name="모서리가 둥근 직사각형 1786">
            <a:extLst>
              <a:ext uri="{FF2B5EF4-FFF2-40B4-BE49-F238E27FC236}">
                <a16:creationId xmlns:a16="http://schemas.microsoft.com/office/drawing/2014/main" id="{A036F726-156F-3166-8D10-1D378DB07E9A}"/>
              </a:ext>
            </a:extLst>
          </p:cNvPr>
          <p:cNvSpPr/>
          <p:nvPr/>
        </p:nvSpPr>
        <p:spPr>
          <a:xfrm>
            <a:off x="11633617" y="180392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8" name="모서리가 둥근 직사각형 1787">
            <a:extLst>
              <a:ext uri="{FF2B5EF4-FFF2-40B4-BE49-F238E27FC236}">
                <a16:creationId xmlns:a16="http://schemas.microsoft.com/office/drawing/2014/main" id="{04D87C6C-5CFB-2A31-B814-84535F19ABB3}"/>
              </a:ext>
            </a:extLst>
          </p:cNvPr>
          <p:cNvSpPr/>
          <p:nvPr/>
        </p:nvSpPr>
        <p:spPr>
          <a:xfrm>
            <a:off x="11826026" y="195755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9" name="모서리가 둥근 직사각형 1788">
            <a:extLst>
              <a:ext uri="{FF2B5EF4-FFF2-40B4-BE49-F238E27FC236}">
                <a16:creationId xmlns:a16="http://schemas.microsoft.com/office/drawing/2014/main" id="{AAE2A21B-786E-BA9E-E27D-76E6F934B52F}"/>
              </a:ext>
            </a:extLst>
          </p:cNvPr>
          <p:cNvSpPr/>
          <p:nvPr/>
        </p:nvSpPr>
        <p:spPr>
          <a:xfrm>
            <a:off x="11826026" y="1803929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0" name="모서리가 둥근 직사각형 1789">
            <a:extLst>
              <a:ext uri="{FF2B5EF4-FFF2-40B4-BE49-F238E27FC236}">
                <a16:creationId xmlns:a16="http://schemas.microsoft.com/office/drawing/2014/main" id="{BF6ADDA9-F53F-CCA6-104A-7705AAEACC36}"/>
              </a:ext>
            </a:extLst>
          </p:cNvPr>
          <p:cNvSpPr/>
          <p:nvPr/>
        </p:nvSpPr>
        <p:spPr>
          <a:xfrm>
            <a:off x="11735671" y="1650299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91" name="직선 연결선 1790">
            <a:extLst>
              <a:ext uri="{FF2B5EF4-FFF2-40B4-BE49-F238E27FC236}">
                <a16:creationId xmlns:a16="http://schemas.microsoft.com/office/drawing/2014/main" id="{EDE8416B-9928-E7B2-FB80-2EE003D90E0E}"/>
              </a:ext>
            </a:extLst>
          </p:cNvPr>
          <p:cNvCxnSpPr/>
          <p:nvPr/>
        </p:nvCxnSpPr>
        <p:spPr>
          <a:xfrm>
            <a:off x="12097817" y="1758297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직선 연결선 1791">
            <a:extLst>
              <a:ext uri="{FF2B5EF4-FFF2-40B4-BE49-F238E27FC236}">
                <a16:creationId xmlns:a16="http://schemas.microsoft.com/office/drawing/2014/main" id="{C24D07CD-9C03-01A0-702F-6795DA965419}"/>
              </a:ext>
            </a:extLst>
          </p:cNvPr>
          <p:cNvCxnSpPr/>
          <p:nvPr/>
        </p:nvCxnSpPr>
        <p:spPr>
          <a:xfrm>
            <a:off x="12007461" y="160680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3" name="모서리가 둥근 직사각형 1792">
            <a:extLst>
              <a:ext uri="{FF2B5EF4-FFF2-40B4-BE49-F238E27FC236}">
                <a16:creationId xmlns:a16="http://schemas.microsoft.com/office/drawing/2014/main" id="{3A97C3A9-2889-787B-EBAF-C42828257781}"/>
              </a:ext>
            </a:extLst>
          </p:cNvPr>
          <p:cNvSpPr/>
          <p:nvPr/>
        </p:nvSpPr>
        <p:spPr>
          <a:xfrm>
            <a:off x="12016731" y="185200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4" name="모서리가 둥근 직사각형 1793">
            <a:extLst>
              <a:ext uri="{FF2B5EF4-FFF2-40B4-BE49-F238E27FC236}">
                <a16:creationId xmlns:a16="http://schemas.microsoft.com/office/drawing/2014/main" id="{EB4EF96E-778F-37E0-F921-98DB0014112B}"/>
              </a:ext>
            </a:extLst>
          </p:cNvPr>
          <p:cNvSpPr/>
          <p:nvPr/>
        </p:nvSpPr>
        <p:spPr>
          <a:xfrm>
            <a:off x="12016731" y="169837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5" name="모서리가 둥근 직사각형 1794">
            <a:extLst>
              <a:ext uri="{FF2B5EF4-FFF2-40B4-BE49-F238E27FC236}">
                <a16:creationId xmlns:a16="http://schemas.microsoft.com/office/drawing/2014/main" id="{E9EC53CD-AB13-0800-7C4F-FD2C28C0963C}"/>
              </a:ext>
            </a:extLst>
          </p:cNvPr>
          <p:cNvSpPr/>
          <p:nvPr/>
        </p:nvSpPr>
        <p:spPr>
          <a:xfrm>
            <a:off x="11926375" y="154474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96" name="직선 연결선 1795">
            <a:extLst>
              <a:ext uri="{FF2B5EF4-FFF2-40B4-BE49-F238E27FC236}">
                <a16:creationId xmlns:a16="http://schemas.microsoft.com/office/drawing/2014/main" id="{BDD712A6-C341-99B5-7DBB-EC88960942C4}"/>
              </a:ext>
            </a:extLst>
          </p:cNvPr>
          <p:cNvCxnSpPr/>
          <p:nvPr/>
        </p:nvCxnSpPr>
        <p:spPr>
          <a:xfrm flipH="1">
            <a:off x="10860764" y="2838223"/>
            <a:ext cx="238253" cy="5634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7" name="직선 연결선 1796">
            <a:extLst>
              <a:ext uri="{FF2B5EF4-FFF2-40B4-BE49-F238E27FC236}">
                <a16:creationId xmlns:a16="http://schemas.microsoft.com/office/drawing/2014/main" id="{31DB0137-59C6-08B3-A818-AD822C78B036}"/>
              </a:ext>
            </a:extLst>
          </p:cNvPr>
          <p:cNvCxnSpPr/>
          <p:nvPr/>
        </p:nvCxnSpPr>
        <p:spPr>
          <a:xfrm>
            <a:off x="10459100" y="2633449"/>
            <a:ext cx="637473" cy="20058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8" name="직선 연결선 1797">
            <a:extLst>
              <a:ext uri="{FF2B5EF4-FFF2-40B4-BE49-F238E27FC236}">
                <a16:creationId xmlns:a16="http://schemas.microsoft.com/office/drawing/2014/main" id="{602CCBE2-2DB9-A2A9-7DE5-1E21B46FAD87}"/>
              </a:ext>
            </a:extLst>
          </p:cNvPr>
          <p:cNvCxnSpPr/>
          <p:nvPr/>
        </p:nvCxnSpPr>
        <p:spPr>
          <a:xfrm flipH="1">
            <a:off x="9841844" y="2616147"/>
            <a:ext cx="607985" cy="2285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9" name="직선 연결선 1798">
            <a:extLst>
              <a:ext uri="{FF2B5EF4-FFF2-40B4-BE49-F238E27FC236}">
                <a16:creationId xmlns:a16="http://schemas.microsoft.com/office/drawing/2014/main" id="{88DF5938-4408-7144-B1DF-A344000731C9}"/>
              </a:ext>
            </a:extLst>
          </p:cNvPr>
          <p:cNvCxnSpPr/>
          <p:nvPr/>
        </p:nvCxnSpPr>
        <p:spPr>
          <a:xfrm flipH="1">
            <a:off x="9559905" y="2837192"/>
            <a:ext cx="275691" cy="56992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0" name="모서리가 둥근 직사각형 1799">
            <a:extLst>
              <a:ext uri="{FF2B5EF4-FFF2-40B4-BE49-F238E27FC236}">
                <a16:creationId xmlns:a16="http://schemas.microsoft.com/office/drawing/2014/main" id="{DAA1AEA4-5C9E-66F0-87FA-B5741D41A064}"/>
              </a:ext>
            </a:extLst>
          </p:cNvPr>
          <p:cNvSpPr/>
          <p:nvPr/>
        </p:nvSpPr>
        <p:spPr>
          <a:xfrm>
            <a:off x="10281615" y="2515997"/>
            <a:ext cx="309806" cy="2416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801" name="직선 연결선 1800">
            <a:extLst>
              <a:ext uri="{FF2B5EF4-FFF2-40B4-BE49-F238E27FC236}">
                <a16:creationId xmlns:a16="http://schemas.microsoft.com/office/drawing/2014/main" id="{9CB9B8EE-DF5E-B410-8549-521443DC2438}"/>
              </a:ext>
            </a:extLst>
          </p:cNvPr>
          <p:cNvCxnSpPr/>
          <p:nvPr/>
        </p:nvCxnSpPr>
        <p:spPr>
          <a:xfrm flipH="1">
            <a:off x="9142726" y="3395846"/>
            <a:ext cx="417179" cy="24740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직선 연결선 1801">
            <a:extLst>
              <a:ext uri="{FF2B5EF4-FFF2-40B4-BE49-F238E27FC236}">
                <a16:creationId xmlns:a16="http://schemas.microsoft.com/office/drawing/2014/main" id="{6CDA65C7-7B6B-898F-A6BE-D006E5BE65A5}"/>
              </a:ext>
            </a:extLst>
          </p:cNvPr>
          <p:cNvCxnSpPr/>
          <p:nvPr/>
        </p:nvCxnSpPr>
        <p:spPr>
          <a:xfrm>
            <a:off x="9233081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직선 연결선 1802">
            <a:extLst>
              <a:ext uri="{FF2B5EF4-FFF2-40B4-BE49-F238E27FC236}">
                <a16:creationId xmlns:a16="http://schemas.microsoft.com/office/drawing/2014/main" id="{B62D2C8A-31D8-78C1-062D-CC45E7C6BB55}"/>
              </a:ext>
            </a:extLst>
          </p:cNvPr>
          <p:cNvCxnSpPr/>
          <p:nvPr/>
        </p:nvCxnSpPr>
        <p:spPr>
          <a:xfrm>
            <a:off x="9039848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" name="직선 연결선 1803">
            <a:extLst>
              <a:ext uri="{FF2B5EF4-FFF2-40B4-BE49-F238E27FC236}">
                <a16:creationId xmlns:a16="http://schemas.microsoft.com/office/drawing/2014/main" id="{5C4E8F04-05C6-73FE-FD0F-DD2BDB303A65}"/>
              </a:ext>
            </a:extLst>
          </p:cNvPr>
          <p:cNvCxnSpPr/>
          <p:nvPr/>
        </p:nvCxnSpPr>
        <p:spPr>
          <a:xfrm>
            <a:off x="9142726" y="364325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5" name="직선 연결선 1804">
            <a:extLst>
              <a:ext uri="{FF2B5EF4-FFF2-40B4-BE49-F238E27FC236}">
                <a16:creationId xmlns:a16="http://schemas.microsoft.com/office/drawing/2014/main" id="{68300243-A857-6C50-2B2E-71C9CCEF1063}"/>
              </a:ext>
            </a:extLst>
          </p:cNvPr>
          <p:cNvCxnSpPr/>
          <p:nvPr/>
        </p:nvCxnSpPr>
        <p:spPr>
          <a:xfrm flipH="1">
            <a:off x="9035116" y="3636227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6" name="모서리가 둥근 직사각형 1805">
            <a:extLst>
              <a:ext uri="{FF2B5EF4-FFF2-40B4-BE49-F238E27FC236}">
                <a16:creationId xmlns:a16="http://schemas.microsoft.com/office/drawing/2014/main" id="{D074C8F3-671A-5C9F-BB33-B34BCFA3DF72}"/>
              </a:ext>
            </a:extLst>
          </p:cNvPr>
          <p:cNvSpPr/>
          <p:nvPr/>
        </p:nvSpPr>
        <p:spPr>
          <a:xfrm>
            <a:off x="8959585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7" name="모서리가 둥근 직사각형 1806">
            <a:extLst>
              <a:ext uri="{FF2B5EF4-FFF2-40B4-BE49-F238E27FC236}">
                <a16:creationId xmlns:a16="http://schemas.microsoft.com/office/drawing/2014/main" id="{62DBD523-6B8E-0889-78C2-3413917D1052}"/>
              </a:ext>
            </a:extLst>
          </p:cNvPr>
          <p:cNvSpPr/>
          <p:nvPr/>
        </p:nvSpPr>
        <p:spPr>
          <a:xfrm>
            <a:off x="8959585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8" name="모서리가 둥근 직사각형 1807">
            <a:extLst>
              <a:ext uri="{FF2B5EF4-FFF2-40B4-BE49-F238E27FC236}">
                <a16:creationId xmlns:a16="http://schemas.microsoft.com/office/drawing/2014/main" id="{DC82B694-EFF1-333F-2366-980785B980B4}"/>
              </a:ext>
            </a:extLst>
          </p:cNvPr>
          <p:cNvSpPr/>
          <p:nvPr/>
        </p:nvSpPr>
        <p:spPr>
          <a:xfrm>
            <a:off x="9151996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9" name="모서리가 둥근 직사각형 1808">
            <a:extLst>
              <a:ext uri="{FF2B5EF4-FFF2-40B4-BE49-F238E27FC236}">
                <a16:creationId xmlns:a16="http://schemas.microsoft.com/office/drawing/2014/main" id="{EDE08804-7DF0-E2B1-7C19-5D52ADBC4F8A}"/>
              </a:ext>
            </a:extLst>
          </p:cNvPr>
          <p:cNvSpPr/>
          <p:nvPr/>
        </p:nvSpPr>
        <p:spPr>
          <a:xfrm>
            <a:off x="9151996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0" name="모서리가 둥근 직사각형 1809">
            <a:extLst>
              <a:ext uri="{FF2B5EF4-FFF2-40B4-BE49-F238E27FC236}">
                <a16:creationId xmlns:a16="http://schemas.microsoft.com/office/drawing/2014/main" id="{F1F1612B-83C0-3A84-4E44-709D38316803}"/>
              </a:ext>
            </a:extLst>
          </p:cNvPr>
          <p:cNvSpPr/>
          <p:nvPr/>
        </p:nvSpPr>
        <p:spPr>
          <a:xfrm>
            <a:off x="9061640" y="3581198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11" name="직선 연결선 1810">
            <a:extLst>
              <a:ext uri="{FF2B5EF4-FFF2-40B4-BE49-F238E27FC236}">
                <a16:creationId xmlns:a16="http://schemas.microsoft.com/office/drawing/2014/main" id="{930E7326-3C58-F324-D8CE-B999417AAE0C}"/>
              </a:ext>
            </a:extLst>
          </p:cNvPr>
          <p:cNvCxnSpPr/>
          <p:nvPr/>
        </p:nvCxnSpPr>
        <p:spPr>
          <a:xfrm>
            <a:off x="9562363" y="3397475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2" name="모서리가 둥근 직사각형 1811">
            <a:extLst>
              <a:ext uri="{FF2B5EF4-FFF2-40B4-BE49-F238E27FC236}">
                <a16:creationId xmlns:a16="http://schemas.microsoft.com/office/drawing/2014/main" id="{FF6C39A3-9967-5DBB-87E8-292A9BFF38C0}"/>
              </a:ext>
            </a:extLst>
          </p:cNvPr>
          <p:cNvSpPr/>
          <p:nvPr/>
        </p:nvSpPr>
        <p:spPr>
          <a:xfrm>
            <a:off x="9492555" y="3343977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13" name="직선 연결선 1812">
            <a:extLst>
              <a:ext uri="{FF2B5EF4-FFF2-40B4-BE49-F238E27FC236}">
                <a16:creationId xmlns:a16="http://schemas.microsoft.com/office/drawing/2014/main" id="{72C82A67-F4B3-2294-CE6C-0EE83D628DFE}"/>
              </a:ext>
            </a:extLst>
          </p:cNvPr>
          <p:cNvCxnSpPr/>
          <p:nvPr/>
        </p:nvCxnSpPr>
        <p:spPr>
          <a:xfrm>
            <a:off x="9423785" y="368919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4" name="직선 연결선 1813">
            <a:extLst>
              <a:ext uri="{FF2B5EF4-FFF2-40B4-BE49-F238E27FC236}">
                <a16:creationId xmlns:a16="http://schemas.microsoft.com/office/drawing/2014/main" id="{280AB5DA-8770-945C-15EE-E55E3FDFB9A9}"/>
              </a:ext>
            </a:extLst>
          </p:cNvPr>
          <p:cNvCxnSpPr/>
          <p:nvPr/>
        </p:nvCxnSpPr>
        <p:spPr>
          <a:xfrm>
            <a:off x="9333430" y="3537699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5" name="모서리가 둥근 직사각형 1814">
            <a:extLst>
              <a:ext uri="{FF2B5EF4-FFF2-40B4-BE49-F238E27FC236}">
                <a16:creationId xmlns:a16="http://schemas.microsoft.com/office/drawing/2014/main" id="{41447A76-5226-8481-86B3-3A7591A10B7D}"/>
              </a:ext>
            </a:extLst>
          </p:cNvPr>
          <p:cNvSpPr/>
          <p:nvPr/>
        </p:nvSpPr>
        <p:spPr>
          <a:xfrm>
            <a:off x="9342699" y="378290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6" name="모서리가 둥근 직사각형 1815">
            <a:extLst>
              <a:ext uri="{FF2B5EF4-FFF2-40B4-BE49-F238E27FC236}">
                <a16:creationId xmlns:a16="http://schemas.microsoft.com/office/drawing/2014/main" id="{DC64EFCC-BACF-80D0-A290-EBE9054C1801}"/>
              </a:ext>
            </a:extLst>
          </p:cNvPr>
          <p:cNvSpPr/>
          <p:nvPr/>
        </p:nvSpPr>
        <p:spPr>
          <a:xfrm>
            <a:off x="9342699" y="362927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7" name="모서리가 둥근 직사각형 1816">
            <a:extLst>
              <a:ext uri="{FF2B5EF4-FFF2-40B4-BE49-F238E27FC236}">
                <a16:creationId xmlns:a16="http://schemas.microsoft.com/office/drawing/2014/main" id="{E20A6A2E-592E-8AB6-E46C-020C982C4538}"/>
              </a:ext>
            </a:extLst>
          </p:cNvPr>
          <p:cNvSpPr/>
          <p:nvPr/>
        </p:nvSpPr>
        <p:spPr>
          <a:xfrm>
            <a:off x="9252344" y="347564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18" name="직선 연결선 1817">
            <a:extLst>
              <a:ext uri="{FF2B5EF4-FFF2-40B4-BE49-F238E27FC236}">
                <a16:creationId xmlns:a16="http://schemas.microsoft.com/office/drawing/2014/main" id="{684C226B-92B0-C7A6-E2CF-E9FBAE92D645}"/>
              </a:ext>
            </a:extLst>
          </p:cNvPr>
          <p:cNvCxnSpPr/>
          <p:nvPr/>
        </p:nvCxnSpPr>
        <p:spPr>
          <a:xfrm flipH="1">
            <a:off x="9776032" y="3536442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9" name="직선 연결선 1818">
            <a:extLst>
              <a:ext uri="{FF2B5EF4-FFF2-40B4-BE49-F238E27FC236}">
                <a16:creationId xmlns:a16="http://schemas.microsoft.com/office/drawing/2014/main" id="{A14D7B34-3BF9-E309-E9AD-E32BAC2D5960}"/>
              </a:ext>
            </a:extLst>
          </p:cNvPr>
          <p:cNvCxnSpPr/>
          <p:nvPr/>
        </p:nvCxnSpPr>
        <p:spPr>
          <a:xfrm>
            <a:off x="9866387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0" name="직선 연결선 1819">
            <a:extLst>
              <a:ext uri="{FF2B5EF4-FFF2-40B4-BE49-F238E27FC236}">
                <a16:creationId xmlns:a16="http://schemas.microsoft.com/office/drawing/2014/main" id="{4FE202F2-6B67-B8FF-5C1C-251360FA4EB4}"/>
              </a:ext>
            </a:extLst>
          </p:cNvPr>
          <p:cNvCxnSpPr/>
          <p:nvPr/>
        </p:nvCxnSpPr>
        <p:spPr>
          <a:xfrm>
            <a:off x="9673154" y="3794751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1" name="직선 연결선 1820">
            <a:extLst>
              <a:ext uri="{FF2B5EF4-FFF2-40B4-BE49-F238E27FC236}">
                <a16:creationId xmlns:a16="http://schemas.microsoft.com/office/drawing/2014/main" id="{4A3EDA62-237A-E46D-55BC-AD8A07F04D78}"/>
              </a:ext>
            </a:extLst>
          </p:cNvPr>
          <p:cNvCxnSpPr/>
          <p:nvPr/>
        </p:nvCxnSpPr>
        <p:spPr>
          <a:xfrm>
            <a:off x="9776032" y="3643255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2" name="직선 연결선 1821">
            <a:extLst>
              <a:ext uri="{FF2B5EF4-FFF2-40B4-BE49-F238E27FC236}">
                <a16:creationId xmlns:a16="http://schemas.microsoft.com/office/drawing/2014/main" id="{73A8C3BB-25F6-7EC6-78EC-8F0D66777A35}"/>
              </a:ext>
            </a:extLst>
          </p:cNvPr>
          <p:cNvCxnSpPr/>
          <p:nvPr/>
        </p:nvCxnSpPr>
        <p:spPr>
          <a:xfrm flipH="1">
            <a:off x="9668421" y="3636227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3" name="모서리가 둥근 직사각형 1822">
            <a:extLst>
              <a:ext uri="{FF2B5EF4-FFF2-40B4-BE49-F238E27FC236}">
                <a16:creationId xmlns:a16="http://schemas.microsoft.com/office/drawing/2014/main" id="{37786DFF-8643-DD79-B5C5-9B25C169E801}"/>
              </a:ext>
            </a:extLst>
          </p:cNvPr>
          <p:cNvSpPr/>
          <p:nvPr/>
        </p:nvSpPr>
        <p:spPr>
          <a:xfrm>
            <a:off x="9592891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4" name="모서리가 둥근 직사각형 1823">
            <a:extLst>
              <a:ext uri="{FF2B5EF4-FFF2-40B4-BE49-F238E27FC236}">
                <a16:creationId xmlns:a16="http://schemas.microsoft.com/office/drawing/2014/main" id="{33DEB6B8-19B5-7209-59C2-8EB80361CB66}"/>
              </a:ext>
            </a:extLst>
          </p:cNvPr>
          <p:cNvSpPr/>
          <p:nvPr/>
        </p:nvSpPr>
        <p:spPr>
          <a:xfrm>
            <a:off x="9592891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5" name="모서리가 둥근 직사각형 1824">
            <a:extLst>
              <a:ext uri="{FF2B5EF4-FFF2-40B4-BE49-F238E27FC236}">
                <a16:creationId xmlns:a16="http://schemas.microsoft.com/office/drawing/2014/main" id="{0956F7EB-7930-893E-C9BA-5BEF472C0FFA}"/>
              </a:ext>
            </a:extLst>
          </p:cNvPr>
          <p:cNvSpPr/>
          <p:nvPr/>
        </p:nvSpPr>
        <p:spPr>
          <a:xfrm>
            <a:off x="9785301" y="388845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6" name="모서리가 둥근 직사각형 1825">
            <a:extLst>
              <a:ext uri="{FF2B5EF4-FFF2-40B4-BE49-F238E27FC236}">
                <a16:creationId xmlns:a16="http://schemas.microsoft.com/office/drawing/2014/main" id="{237AEFF9-887F-C256-719C-DC0B8B1BD18B}"/>
              </a:ext>
            </a:extLst>
          </p:cNvPr>
          <p:cNvSpPr/>
          <p:nvPr/>
        </p:nvSpPr>
        <p:spPr>
          <a:xfrm>
            <a:off x="9785301" y="3734828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7" name="모서리가 둥근 직사각형 1826">
            <a:extLst>
              <a:ext uri="{FF2B5EF4-FFF2-40B4-BE49-F238E27FC236}">
                <a16:creationId xmlns:a16="http://schemas.microsoft.com/office/drawing/2014/main" id="{E166F123-FD49-56F8-827D-3AEC39493F35}"/>
              </a:ext>
            </a:extLst>
          </p:cNvPr>
          <p:cNvSpPr/>
          <p:nvPr/>
        </p:nvSpPr>
        <p:spPr>
          <a:xfrm>
            <a:off x="9694945" y="3581198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28" name="직선 연결선 1827">
            <a:extLst>
              <a:ext uri="{FF2B5EF4-FFF2-40B4-BE49-F238E27FC236}">
                <a16:creationId xmlns:a16="http://schemas.microsoft.com/office/drawing/2014/main" id="{4E5DB9F7-5951-5A84-2C3E-1FD32D931BE0}"/>
              </a:ext>
            </a:extLst>
          </p:cNvPr>
          <p:cNvCxnSpPr/>
          <p:nvPr/>
        </p:nvCxnSpPr>
        <p:spPr>
          <a:xfrm>
            <a:off x="10057091" y="3689195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9" name="직선 연결선 1828">
            <a:extLst>
              <a:ext uri="{FF2B5EF4-FFF2-40B4-BE49-F238E27FC236}">
                <a16:creationId xmlns:a16="http://schemas.microsoft.com/office/drawing/2014/main" id="{6C07B852-8EB1-B0CC-E122-24E0F18019FC}"/>
              </a:ext>
            </a:extLst>
          </p:cNvPr>
          <p:cNvCxnSpPr/>
          <p:nvPr/>
        </p:nvCxnSpPr>
        <p:spPr>
          <a:xfrm>
            <a:off x="9966736" y="3537699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0" name="모서리가 둥근 직사각형 1829">
            <a:extLst>
              <a:ext uri="{FF2B5EF4-FFF2-40B4-BE49-F238E27FC236}">
                <a16:creationId xmlns:a16="http://schemas.microsoft.com/office/drawing/2014/main" id="{37083934-4DBF-A1D8-4DD5-0762610B2C06}"/>
              </a:ext>
            </a:extLst>
          </p:cNvPr>
          <p:cNvSpPr/>
          <p:nvPr/>
        </p:nvSpPr>
        <p:spPr>
          <a:xfrm>
            <a:off x="9976005" y="378290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31" name="모서리가 둥근 직사각형 1830">
            <a:extLst>
              <a:ext uri="{FF2B5EF4-FFF2-40B4-BE49-F238E27FC236}">
                <a16:creationId xmlns:a16="http://schemas.microsoft.com/office/drawing/2014/main" id="{9C9CAF6B-4CF9-BEB1-2FCA-0D115CB47E15}"/>
              </a:ext>
            </a:extLst>
          </p:cNvPr>
          <p:cNvSpPr/>
          <p:nvPr/>
        </p:nvSpPr>
        <p:spPr>
          <a:xfrm>
            <a:off x="9976005" y="3629272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32" name="모서리가 둥근 직사각형 1831">
            <a:extLst>
              <a:ext uri="{FF2B5EF4-FFF2-40B4-BE49-F238E27FC236}">
                <a16:creationId xmlns:a16="http://schemas.microsoft.com/office/drawing/2014/main" id="{1BDCB2A7-9C1D-B4A5-3E03-0111F83E8A89}"/>
              </a:ext>
            </a:extLst>
          </p:cNvPr>
          <p:cNvSpPr/>
          <p:nvPr/>
        </p:nvSpPr>
        <p:spPr>
          <a:xfrm>
            <a:off x="9885650" y="3475642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grpSp>
        <p:nvGrpSpPr>
          <p:cNvPr id="1833" name="그룹 1832">
            <a:extLst>
              <a:ext uri="{FF2B5EF4-FFF2-40B4-BE49-F238E27FC236}">
                <a16:creationId xmlns:a16="http://schemas.microsoft.com/office/drawing/2014/main" id="{81E56E16-541F-F3AB-DD7C-67C6D7384872}"/>
              </a:ext>
            </a:extLst>
          </p:cNvPr>
          <p:cNvGrpSpPr/>
          <p:nvPr/>
        </p:nvGrpSpPr>
        <p:grpSpPr>
          <a:xfrm>
            <a:off x="10249152" y="3357031"/>
            <a:ext cx="1178592" cy="664328"/>
            <a:chOff x="2380665" y="3181691"/>
            <a:chExt cx="14101534" cy="8690468"/>
          </a:xfrm>
        </p:grpSpPr>
        <p:cxnSp>
          <p:nvCxnSpPr>
            <p:cNvPr id="1834" name="직선 연결선 1833">
              <a:extLst>
                <a:ext uri="{FF2B5EF4-FFF2-40B4-BE49-F238E27FC236}">
                  <a16:creationId xmlns:a16="http://schemas.microsoft.com/office/drawing/2014/main" id="{9F3401DA-4761-1199-345F-F0F56F025C9A}"/>
                </a:ext>
              </a:extLst>
            </p:cNvPr>
            <p:cNvCxnSpPr/>
            <p:nvPr/>
          </p:nvCxnSpPr>
          <p:spPr>
            <a:xfrm flipH="1">
              <a:off x="4571887" y="3860220"/>
              <a:ext cx="4991438" cy="323649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직선 연결선 1834">
              <a:extLst>
                <a:ext uri="{FF2B5EF4-FFF2-40B4-BE49-F238E27FC236}">
                  <a16:creationId xmlns:a16="http://schemas.microsoft.com/office/drawing/2014/main" id="{C159CF0E-0CCA-9434-65D0-428817674B9F}"/>
                </a:ext>
              </a:extLst>
            </p:cNvPr>
            <p:cNvCxnSpPr/>
            <p:nvPr/>
          </p:nvCxnSpPr>
          <p:spPr>
            <a:xfrm>
              <a:off x="565296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직선 연결선 1835">
              <a:extLst>
                <a:ext uri="{FF2B5EF4-FFF2-40B4-BE49-F238E27FC236}">
                  <a16:creationId xmlns:a16="http://schemas.microsoft.com/office/drawing/2014/main" id="{A2E4E524-B003-C52A-3A39-E7F41611C32F}"/>
                </a:ext>
              </a:extLst>
            </p:cNvPr>
            <p:cNvCxnSpPr/>
            <p:nvPr/>
          </p:nvCxnSpPr>
          <p:spPr>
            <a:xfrm>
              <a:off x="3340987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직선 연결선 1836">
              <a:extLst>
                <a:ext uri="{FF2B5EF4-FFF2-40B4-BE49-F238E27FC236}">
                  <a16:creationId xmlns:a16="http://schemas.microsoft.com/office/drawing/2014/main" id="{5E9EF92A-2AF6-EE58-BB18-1D0F76F14842}"/>
                </a:ext>
              </a:extLst>
            </p:cNvPr>
            <p:cNvCxnSpPr/>
            <p:nvPr/>
          </p:nvCxnSpPr>
          <p:spPr>
            <a:xfrm>
              <a:off x="4571885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직선 연결선 1837">
              <a:extLst>
                <a:ext uri="{FF2B5EF4-FFF2-40B4-BE49-F238E27FC236}">
                  <a16:creationId xmlns:a16="http://schemas.microsoft.com/office/drawing/2014/main" id="{A0C71D4F-2F6D-365F-6880-88B5AFDF07A5}"/>
                </a:ext>
              </a:extLst>
            </p:cNvPr>
            <p:cNvCxnSpPr/>
            <p:nvPr/>
          </p:nvCxnSpPr>
          <p:spPr>
            <a:xfrm flipH="1">
              <a:off x="3284354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9" name="모서리가 둥근 직사각형 1838">
              <a:extLst>
                <a:ext uri="{FF2B5EF4-FFF2-40B4-BE49-F238E27FC236}">
                  <a16:creationId xmlns:a16="http://schemas.microsoft.com/office/drawing/2014/main" id="{4ADFC5C1-C96D-3EAE-54B2-CC0968E52687}"/>
                </a:ext>
              </a:extLst>
            </p:cNvPr>
            <p:cNvSpPr/>
            <p:nvPr/>
          </p:nvSpPr>
          <p:spPr>
            <a:xfrm>
              <a:off x="238066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40" name="모서리가 둥근 직사각형 1839">
              <a:extLst>
                <a:ext uri="{FF2B5EF4-FFF2-40B4-BE49-F238E27FC236}">
                  <a16:creationId xmlns:a16="http://schemas.microsoft.com/office/drawing/2014/main" id="{3E8EA309-AC57-99EA-CC5F-896210C7BD05}"/>
                </a:ext>
              </a:extLst>
            </p:cNvPr>
            <p:cNvSpPr/>
            <p:nvPr/>
          </p:nvSpPr>
          <p:spPr>
            <a:xfrm>
              <a:off x="238066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41" name="모서리가 둥근 직사각형 1840">
              <a:extLst>
                <a:ext uri="{FF2B5EF4-FFF2-40B4-BE49-F238E27FC236}">
                  <a16:creationId xmlns:a16="http://schemas.microsoft.com/office/drawing/2014/main" id="{62FAEB5F-D450-D5BC-0A40-0BE056026BFE}"/>
                </a:ext>
              </a:extLst>
            </p:cNvPr>
            <p:cNvSpPr/>
            <p:nvPr/>
          </p:nvSpPr>
          <p:spPr>
            <a:xfrm>
              <a:off x="4682795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42" name="모서리가 둥근 직사각형 1841">
              <a:extLst>
                <a:ext uri="{FF2B5EF4-FFF2-40B4-BE49-F238E27FC236}">
                  <a16:creationId xmlns:a16="http://schemas.microsoft.com/office/drawing/2014/main" id="{65E94B5C-6076-BA33-6F45-266B3858D0D8}"/>
                </a:ext>
              </a:extLst>
            </p:cNvPr>
            <p:cNvSpPr/>
            <p:nvPr/>
          </p:nvSpPr>
          <p:spPr>
            <a:xfrm>
              <a:off x="4682795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43" name="모서리가 둥근 직사각형 1842">
              <a:extLst>
                <a:ext uri="{FF2B5EF4-FFF2-40B4-BE49-F238E27FC236}">
                  <a16:creationId xmlns:a16="http://schemas.microsoft.com/office/drawing/2014/main" id="{9DBD5494-B36F-DF18-A64D-1909DD1D3B58}"/>
                </a:ext>
              </a:extLst>
            </p:cNvPr>
            <p:cNvSpPr/>
            <p:nvPr/>
          </p:nvSpPr>
          <p:spPr>
            <a:xfrm>
              <a:off x="3601713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844" name="직선 연결선 1843">
              <a:extLst>
                <a:ext uri="{FF2B5EF4-FFF2-40B4-BE49-F238E27FC236}">
                  <a16:creationId xmlns:a16="http://schemas.microsoft.com/office/drawing/2014/main" id="{E77A589A-C6B9-9415-3BBF-3FEAABB11526}"/>
                </a:ext>
              </a:extLst>
            </p:cNvPr>
            <p:cNvCxnSpPr/>
            <p:nvPr/>
          </p:nvCxnSpPr>
          <p:spPr>
            <a:xfrm>
              <a:off x="9592730" y="3881533"/>
              <a:ext cx="4838214" cy="170233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5" name="모서리가 둥근 직사각형 1844">
              <a:extLst>
                <a:ext uri="{FF2B5EF4-FFF2-40B4-BE49-F238E27FC236}">
                  <a16:creationId xmlns:a16="http://schemas.microsoft.com/office/drawing/2014/main" id="{59A85EA0-8108-9DF4-C0B4-84565372450B}"/>
                </a:ext>
              </a:extLst>
            </p:cNvPr>
            <p:cNvSpPr/>
            <p:nvPr/>
          </p:nvSpPr>
          <p:spPr>
            <a:xfrm>
              <a:off x="8757497" y="3181691"/>
              <a:ext cx="1881880" cy="1520559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SRM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국장</a:t>
              </a:r>
            </a:p>
          </p:txBody>
        </p:sp>
        <p:cxnSp>
          <p:nvCxnSpPr>
            <p:cNvPr id="1846" name="직선 연결선 1845">
              <a:extLst>
                <a:ext uri="{FF2B5EF4-FFF2-40B4-BE49-F238E27FC236}">
                  <a16:creationId xmlns:a16="http://schemas.microsoft.com/office/drawing/2014/main" id="{80655561-22CB-24B7-B1C9-ADF987228AA6}"/>
                </a:ext>
              </a:extLst>
            </p:cNvPr>
            <p:cNvCxnSpPr/>
            <p:nvPr/>
          </p:nvCxnSpPr>
          <p:spPr>
            <a:xfrm>
              <a:off x="7934691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직선 연결선 1846">
              <a:extLst>
                <a:ext uri="{FF2B5EF4-FFF2-40B4-BE49-F238E27FC236}">
                  <a16:creationId xmlns:a16="http://schemas.microsoft.com/office/drawing/2014/main" id="{9CFD269D-9E70-C8D2-D6EE-4D1BD149693F}"/>
                </a:ext>
              </a:extLst>
            </p:cNvPr>
            <p:cNvCxnSpPr/>
            <p:nvPr/>
          </p:nvCxnSpPr>
          <p:spPr>
            <a:xfrm>
              <a:off x="6853609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" name="모서리가 둥근 직사각형 1847">
              <a:extLst>
                <a:ext uri="{FF2B5EF4-FFF2-40B4-BE49-F238E27FC236}">
                  <a16:creationId xmlns:a16="http://schemas.microsoft.com/office/drawing/2014/main" id="{6868FA30-5061-103A-82A1-3DCB440B7265}"/>
                </a:ext>
              </a:extLst>
            </p:cNvPr>
            <p:cNvSpPr/>
            <p:nvPr/>
          </p:nvSpPr>
          <p:spPr>
            <a:xfrm>
              <a:off x="6964519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49" name="모서리가 둥근 직사각형 1848">
              <a:extLst>
                <a:ext uri="{FF2B5EF4-FFF2-40B4-BE49-F238E27FC236}">
                  <a16:creationId xmlns:a16="http://schemas.microsoft.com/office/drawing/2014/main" id="{2CAFDC76-929A-CCC8-3A70-DA275DB09CB6}"/>
                </a:ext>
              </a:extLst>
            </p:cNvPr>
            <p:cNvSpPr/>
            <p:nvPr/>
          </p:nvSpPr>
          <p:spPr>
            <a:xfrm>
              <a:off x="6964519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50" name="모서리가 둥근 직사각형 1849">
              <a:extLst>
                <a:ext uri="{FF2B5EF4-FFF2-40B4-BE49-F238E27FC236}">
                  <a16:creationId xmlns:a16="http://schemas.microsoft.com/office/drawing/2014/main" id="{7D11EAB4-E6A6-3487-53ED-B2DF99876915}"/>
                </a:ext>
              </a:extLst>
            </p:cNvPr>
            <p:cNvSpPr/>
            <p:nvPr/>
          </p:nvSpPr>
          <p:spPr>
            <a:xfrm>
              <a:off x="5883437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851" name="직선 연결선 1850">
              <a:extLst>
                <a:ext uri="{FF2B5EF4-FFF2-40B4-BE49-F238E27FC236}">
                  <a16:creationId xmlns:a16="http://schemas.microsoft.com/office/drawing/2014/main" id="{B1B666CB-DB43-EE4D-4938-D25562F28047}"/>
                </a:ext>
              </a:extLst>
            </p:cNvPr>
            <p:cNvCxnSpPr/>
            <p:nvPr/>
          </p:nvCxnSpPr>
          <p:spPr>
            <a:xfrm flipH="1">
              <a:off x="12149222" y="5699432"/>
              <a:ext cx="2281722" cy="1397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" name="직선 연결선 1851">
              <a:extLst>
                <a:ext uri="{FF2B5EF4-FFF2-40B4-BE49-F238E27FC236}">
                  <a16:creationId xmlns:a16="http://schemas.microsoft.com/office/drawing/2014/main" id="{421D3413-D4B4-84C8-8743-2254203182E2}"/>
                </a:ext>
              </a:extLst>
            </p:cNvPr>
            <p:cNvCxnSpPr/>
            <p:nvPr/>
          </p:nvCxnSpPr>
          <p:spPr>
            <a:xfrm>
              <a:off x="1323030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직선 연결선 1852">
              <a:extLst>
                <a:ext uri="{FF2B5EF4-FFF2-40B4-BE49-F238E27FC236}">
                  <a16:creationId xmlns:a16="http://schemas.microsoft.com/office/drawing/2014/main" id="{76399AD0-B7C4-BE82-C896-A42E33EF105D}"/>
                </a:ext>
              </a:extLst>
            </p:cNvPr>
            <p:cNvCxnSpPr/>
            <p:nvPr/>
          </p:nvCxnSpPr>
          <p:spPr>
            <a:xfrm>
              <a:off x="10918322" y="9078536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" name="직선 연결선 1853">
              <a:extLst>
                <a:ext uri="{FF2B5EF4-FFF2-40B4-BE49-F238E27FC236}">
                  <a16:creationId xmlns:a16="http://schemas.microsoft.com/office/drawing/2014/main" id="{274ECA5A-5C0F-15BE-CA62-2F0925A7B427}"/>
                </a:ext>
              </a:extLst>
            </p:cNvPr>
            <p:cNvCxnSpPr/>
            <p:nvPr/>
          </p:nvCxnSpPr>
          <p:spPr>
            <a:xfrm>
              <a:off x="12149220" y="7096719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직선 연결선 1854">
              <a:extLst>
                <a:ext uri="{FF2B5EF4-FFF2-40B4-BE49-F238E27FC236}">
                  <a16:creationId xmlns:a16="http://schemas.microsoft.com/office/drawing/2014/main" id="{80142D70-14DD-D6F7-3AF5-B20B0715279A}"/>
                </a:ext>
              </a:extLst>
            </p:cNvPr>
            <p:cNvCxnSpPr/>
            <p:nvPr/>
          </p:nvCxnSpPr>
          <p:spPr>
            <a:xfrm flipH="1">
              <a:off x="10861689" y="7004791"/>
              <a:ext cx="1238285" cy="20737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6" name="모서리가 둥근 직사각형 1855">
              <a:extLst>
                <a:ext uri="{FF2B5EF4-FFF2-40B4-BE49-F238E27FC236}">
                  <a16:creationId xmlns:a16="http://schemas.microsoft.com/office/drawing/2014/main" id="{A66AC81F-6D4F-2AE9-1EC9-49321C903953}"/>
                </a:ext>
              </a:extLst>
            </p:cNvPr>
            <p:cNvSpPr/>
            <p:nvPr/>
          </p:nvSpPr>
          <p:spPr>
            <a:xfrm>
              <a:off x="995800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57" name="모서리가 둥근 직사각형 1856">
              <a:extLst>
                <a:ext uri="{FF2B5EF4-FFF2-40B4-BE49-F238E27FC236}">
                  <a16:creationId xmlns:a16="http://schemas.microsoft.com/office/drawing/2014/main" id="{E0BE7177-1354-C30D-F628-675F9CC7F47D}"/>
                </a:ext>
              </a:extLst>
            </p:cNvPr>
            <p:cNvSpPr/>
            <p:nvPr/>
          </p:nvSpPr>
          <p:spPr>
            <a:xfrm>
              <a:off x="995800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58" name="모서리가 둥근 직사각형 1857">
              <a:extLst>
                <a:ext uri="{FF2B5EF4-FFF2-40B4-BE49-F238E27FC236}">
                  <a16:creationId xmlns:a16="http://schemas.microsoft.com/office/drawing/2014/main" id="{7B47F04B-B3E7-B9FA-7FAE-985100ABC244}"/>
                </a:ext>
              </a:extLst>
            </p:cNvPr>
            <p:cNvSpPr/>
            <p:nvPr/>
          </p:nvSpPr>
          <p:spPr>
            <a:xfrm>
              <a:off x="12260130" y="10304360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59" name="모서리가 둥근 직사각형 1858">
              <a:extLst>
                <a:ext uri="{FF2B5EF4-FFF2-40B4-BE49-F238E27FC236}">
                  <a16:creationId xmlns:a16="http://schemas.microsoft.com/office/drawing/2014/main" id="{84B8BC38-42F2-AE6D-CEA7-3B2FE1FE5369}"/>
                </a:ext>
              </a:extLst>
            </p:cNvPr>
            <p:cNvSpPr/>
            <p:nvPr/>
          </p:nvSpPr>
          <p:spPr>
            <a:xfrm>
              <a:off x="12260130" y="8294636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60" name="모서리가 둥근 직사각형 1859">
              <a:extLst>
                <a:ext uri="{FF2B5EF4-FFF2-40B4-BE49-F238E27FC236}">
                  <a16:creationId xmlns:a16="http://schemas.microsoft.com/office/drawing/2014/main" id="{6FFCD550-4944-16CE-76F5-70B57E3F6A6C}"/>
                </a:ext>
              </a:extLst>
            </p:cNvPr>
            <p:cNvSpPr/>
            <p:nvPr/>
          </p:nvSpPr>
          <p:spPr>
            <a:xfrm>
              <a:off x="11179048" y="6284913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  <p:cxnSp>
          <p:nvCxnSpPr>
            <p:cNvPr id="1861" name="직선 연결선 1860">
              <a:extLst>
                <a:ext uri="{FF2B5EF4-FFF2-40B4-BE49-F238E27FC236}">
                  <a16:creationId xmlns:a16="http://schemas.microsoft.com/office/drawing/2014/main" id="{9C2EEE19-072D-AC90-4F8B-524F1C4F68D9}"/>
                </a:ext>
              </a:extLst>
            </p:cNvPr>
            <p:cNvCxnSpPr/>
            <p:nvPr/>
          </p:nvCxnSpPr>
          <p:spPr>
            <a:xfrm>
              <a:off x="15512026" y="7697695"/>
              <a:ext cx="0" cy="209257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직선 연결선 1861">
              <a:extLst>
                <a:ext uri="{FF2B5EF4-FFF2-40B4-BE49-F238E27FC236}">
                  <a16:creationId xmlns:a16="http://schemas.microsoft.com/office/drawing/2014/main" id="{010A139B-14A3-C42A-0CAF-B6A8B111C8D4}"/>
                </a:ext>
              </a:extLst>
            </p:cNvPr>
            <p:cNvCxnSpPr/>
            <p:nvPr/>
          </p:nvCxnSpPr>
          <p:spPr>
            <a:xfrm>
              <a:off x="14430944" y="5715878"/>
              <a:ext cx="1123831" cy="199552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3" name="모서리가 둥근 직사각형 1862">
              <a:extLst>
                <a:ext uri="{FF2B5EF4-FFF2-40B4-BE49-F238E27FC236}">
                  <a16:creationId xmlns:a16="http://schemas.microsoft.com/office/drawing/2014/main" id="{28C16569-8DA9-9828-E93B-760388A574C9}"/>
                </a:ext>
              </a:extLst>
            </p:cNvPr>
            <p:cNvSpPr/>
            <p:nvPr/>
          </p:nvSpPr>
          <p:spPr>
            <a:xfrm>
              <a:off x="14541854" y="8923519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64" name="모서리가 둥근 직사각형 1863">
              <a:extLst>
                <a:ext uri="{FF2B5EF4-FFF2-40B4-BE49-F238E27FC236}">
                  <a16:creationId xmlns:a16="http://schemas.microsoft.com/office/drawing/2014/main" id="{303EB7FB-2D00-FFD1-C367-9660CDF81EA4}"/>
                </a:ext>
              </a:extLst>
            </p:cNvPr>
            <p:cNvSpPr/>
            <p:nvPr/>
          </p:nvSpPr>
          <p:spPr>
            <a:xfrm>
              <a:off x="14541854" y="6913795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SM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판매사</a:t>
              </a:r>
              <a:endPara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endParaRPr>
            </a:p>
          </p:txBody>
        </p:sp>
        <p:sp>
          <p:nvSpPr>
            <p:cNvPr id="1865" name="모서리가 둥근 직사각형 1864">
              <a:extLst>
                <a:ext uri="{FF2B5EF4-FFF2-40B4-BE49-F238E27FC236}">
                  <a16:creationId xmlns:a16="http://schemas.microsoft.com/office/drawing/2014/main" id="{AFB40920-E821-4AD2-1FA7-2B448E220143}"/>
                </a:ext>
              </a:extLst>
            </p:cNvPr>
            <p:cNvSpPr/>
            <p:nvPr/>
          </p:nvSpPr>
          <p:spPr>
            <a:xfrm>
              <a:off x="13460772" y="4904072"/>
              <a:ext cx="1940345" cy="156779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DM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8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애터미 Bold" panose="020B0803000000000000" pitchFamily="50" charset="-127"/>
                  <a:ea typeface="애터미 Bold" panose="020B0803000000000000" pitchFamily="50" charset="-127"/>
                  <a:cs typeface="+mn-cs"/>
                </a:rPr>
                <a:t>팀장</a:t>
              </a:r>
            </a:p>
          </p:txBody>
        </p:sp>
      </p:grpSp>
      <p:cxnSp>
        <p:nvCxnSpPr>
          <p:cNvPr id="1866" name="직선 연결선 1865">
            <a:extLst>
              <a:ext uri="{FF2B5EF4-FFF2-40B4-BE49-F238E27FC236}">
                <a16:creationId xmlns:a16="http://schemas.microsoft.com/office/drawing/2014/main" id="{F57A4238-CCA5-8557-4913-F70EA84F407B}"/>
              </a:ext>
            </a:extLst>
          </p:cNvPr>
          <p:cNvCxnSpPr/>
          <p:nvPr/>
        </p:nvCxnSpPr>
        <p:spPr>
          <a:xfrm>
            <a:off x="9832575" y="2836511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7" name="모서리가 둥근 직사각형 1866">
            <a:extLst>
              <a:ext uri="{FF2B5EF4-FFF2-40B4-BE49-F238E27FC236}">
                <a16:creationId xmlns:a16="http://schemas.microsoft.com/office/drawing/2014/main" id="{B8CB2AF4-8B75-817A-B31A-9ED74C8AEF42}"/>
              </a:ext>
            </a:extLst>
          </p:cNvPr>
          <p:cNvSpPr/>
          <p:nvPr/>
        </p:nvSpPr>
        <p:spPr>
          <a:xfrm>
            <a:off x="9762767" y="2783013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68" name="직선 연결선 1867">
            <a:extLst>
              <a:ext uri="{FF2B5EF4-FFF2-40B4-BE49-F238E27FC236}">
                <a16:creationId xmlns:a16="http://schemas.microsoft.com/office/drawing/2014/main" id="{5F82CE7A-E6AD-074C-3545-77AB5C73AF13}"/>
              </a:ext>
            </a:extLst>
          </p:cNvPr>
          <p:cNvCxnSpPr/>
          <p:nvPr/>
        </p:nvCxnSpPr>
        <p:spPr>
          <a:xfrm flipH="1">
            <a:off x="10046244" y="2975478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9" name="직선 연결선 1868">
            <a:extLst>
              <a:ext uri="{FF2B5EF4-FFF2-40B4-BE49-F238E27FC236}">
                <a16:creationId xmlns:a16="http://schemas.microsoft.com/office/drawing/2014/main" id="{CBD08A6C-512D-AE85-4E95-6B5E8D3D5FF5}"/>
              </a:ext>
            </a:extLst>
          </p:cNvPr>
          <p:cNvCxnSpPr/>
          <p:nvPr/>
        </p:nvCxnSpPr>
        <p:spPr>
          <a:xfrm>
            <a:off x="10136600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0" name="직선 연결선 1869">
            <a:extLst>
              <a:ext uri="{FF2B5EF4-FFF2-40B4-BE49-F238E27FC236}">
                <a16:creationId xmlns:a16="http://schemas.microsoft.com/office/drawing/2014/main" id="{C3F73B54-8831-447E-178E-43F91D5A58E5}"/>
              </a:ext>
            </a:extLst>
          </p:cNvPr>
          <p:cNvCxnSpPr/>
          <p:nvPr/>
        </p:nvCxnSpPr>
        <p:spPr>
          <a:xfrm>
            <a:off x="9943367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" name="직선 연결선 1870">
            <a:extLst>
              <a:ext uri="{FF2B5EF4-FFF2-40B4-BE49-F238E27FC236}">
                <a16:creationId xmlns:a16="http://schemas.microsoft.com/office/drawing/2014/main" id="{E65FA0F0-55FA-6396-9931-C7208BB48E09}"/>
              </a:ext>
            </a:extLst>
          </p:cNvPr>
          <p:cNvCxnSpPr/>
          <p:nvPr/>
        </p:nvCxnSpPr>
        <p:spPr>
          <a:xfrm>
            <a:off x="10046244" y="308229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2" name="직선 연결선 1871">
            <a:extLst>
              <a:ext uri="{FF2B5EF4-FFF2-40B4-BE49-F238E27FC236}">
                <a16:creationId xmlns:a16="http://schemas.microsoft.com/office/drawing/2014/main" id="{614FC2E4-FD3F-F638-18D6-9F496BBC4B61}"/>
              </a:ext>
            </a:extLst>
          </p:cNvPr>
          <p:cNvCxnSpPr/>
          <p:nvPr/>
        </p:nvCxnSpPr>
        <p:spPr>
          <a:xfrm flipH="1">
            <a:off x="9938633" y="3075263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3" name="모서리가 둥근 직사각형 1872">
            <a:extLst>
              <a:ext uri="{FF2B5EF4-FFF2-40B4-BE49-F238E27FC236}">
                <a16:creationId xmlns:a16="http://schemas.microsoft.com/office/drawing/2014/main" id="{A707FAC5-8328-AEEE-F277-08E820BC07A3}"/>
              </a:ext>
            </a:extLst>
          </p:cNvPr>
          <p:cNvSpPr/>
          <p:nvPr/>
        </p:nvSpPr>
        <p:spPr>
          <a:xfrm>
            <a:off x="9863104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4" name="모서리가 둥근 직사각형 1873">
            <a:extLst>
              <a:ext uri="{FF2B5EF4-FFF2-40B4-BE49-F238E27FC236}">
                <a16:creationId xmlns:a16="http://schemas.microsoft.com/office/drawing/2014/main" id="{874A38A7-C056-B5A9-0759-94E977B820F8}"/>
              </a:ext>
            </a:extLst>
          </p:cNvPr>
          <p:cNvSpPr/>
          <p:nvPr/>
        </p:nvSpPr>
        <p:spPr>
          <a:xfrm>
            <a:off x="9863104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5" name="모서리가 둥근 직사각형 1874">
            <a:extLst>
              <a:ext uri="{FF2B5EF4-FFF2-40B4-BE49-F238E27FC236}">
                <a16:creationId xmlns:a16="http://schemas.microsoft.com/office/drawing/2014/main" id="{F16806AD-7590-BD89-281F-2EC46F0C3143}"/>
              </a:ext>
            </a:extLst>
          </p:cNvPr>
          <p:cNvSpPr/>
          <p:nvPr/>
        </p:nvSpPr>
        <p:spPr>
          <a:xfrm>
            <a:off x="10055514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6" name="모서리가 둥근 직사각형 1875">
            <a:extLst>
              <a:ext uri="{FF2B5EF4-FFF2-40B4-BE49-F238E27FC236}">
                <a16:creationId xmlns:a16="http://schemas.microsoft.com/office/drawing/2014/main" id="{FFA24B93-6CD7-3419-C700-289C7EA6E3D9}"/>
              </a:ext>
            </a:extLst>
          </p:cNvPr>
          <p:cNvSpPr/>
          <p:nvPr/>
        </p:nvSpPr>
        <p:spPr>
          <a:xfrm>
            <a:off x="10055514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7" name="모서리가 둥근 직사각형 1876">
            <a:extLst>
              <a:ext uri="{FF2B5EF4-FFF2-40B4-BE49-F238E27FC236}">
                <a16:creationId xmlns:a16="http://schemas.microsoft.com/office/drawing/2014/main" id="{40E4B256-CD54-BBCF-2E65-BF5FF8977591}"/>
              </a:ext>
            </a:extLst>
          </p:cNvPr>
          <p:cNvSpPr/>
          <p:nvPr/>
        </p:nvSpPr>
        <p:spPr>
          <a:xfrm>
            <a:off x="9965158" y="302023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78" name="직선 연결선 1877">
            <a:extLst>
              <a:ext uri="{FF2B5EF4-FFF2-40B4-BE49-F238E27FC236}">
                <a16:creationId xmlns:a16="http://schemas.microsoft.com/office/drawing/2014/main" id="{E5CD1B6B-1671-244B-677B-34D6201E953B}"/>
              </a:ext>
            </a:extLst>
          </p:cNvPr>
          <p:cNvCxnSpPr/>
          <p:nvPr/>
        </p:nvCxnSpPr>
        <p:spPr>
          <a:xfrm>
            <a:off x="10327303" y="3128232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9" name="직선 연결선 1878">
            <a:extLst>
              <a:ext uri="{FF2B5EF4-FFF2-40B4-BE49-F238E27FC236}">
                <a16:creationId xmlns:a16="http://schemas.microsoft.com/office/drawing/2014/main" id="{9C907347-685A-B44B-A2BE-CD1B34E11346}"/>
              </a:ext>
            </a:extLst>
          </p:cNvPr>
          <p:cNvCxnSpPr/>
          <p:nvPr/>
        </p:nvCxnSpPr>
        <p:spPr>
          <a:xfrm>
            <a:off x="10236948" y="2976734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0" name="모서리가 둥근 직사각형 1879">
            <a:extLst>
              <a:ext uri="{FF2B5EF4-FFF2-40B4-BE49-F238E27FC236}">
                <a16:creationId xmlns:a16="http://schemas.microsoft.com/office/drawing/2014/main" id="{1CB9F8B3-0A14-B310-8EFD-84CDCA5399F5}"/>
              </a:ext>
            </a:extLst>
          </p:cNvPr>
          <p:cNvSpPr/>
          <p:nvPr/>
        </p:nvSpPr>
        <p:spPr>
          <a:xfrm>
            <a:off x="10246218" y="322193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81" name="모서리가 둥근 직사각형 1880">
            <a:extLst>
              <a:ext uri="{FF2B5EF4-FFF2-40B4-BE49-F238E27FC236}">
                <a16:creationId xmlns:a16="http://schemas.microsoft.com/office/drawing/2014/main" id="{E7BC314B-9475-C18A-F3DC-3AB59B3EDBB6}"/>
              </a:ext>
            </a:extLst>
          </p:cNvPr>
          <p:cNvSpPr/>
          <p:nvPr/>
        </p:nvSpPr>
        <p:spPr>
          <a:xfrm>
            <a:off x="10246218" y="306830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82" name="모서리가 둥근 직사각형 1881">
            <a:extLst>
              <a:ext uri="{FF2B5EF4-FFF2-40B4-BE49-F238E27FC236}">
                <a16:creationId xmlns:a16="http://schemas.microsoft.com/office/drawing/2014/main" id="{DE941E64-FBB4-9716-463F-6D07C89BD68B}"/>
              </a:ext>
            </a:extLst>
          </p:cNvPr>
          <p:cNvSpPr/>
          <p:nvPr/>
        </p:nvSpPr>
        <p:spPr>
          <a:xfrm>
            <a:off x="10155862" y="291467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83" name="직선 연결선 1882">
            <a:extLst>
              <a:ext uri="{FF2B5EF4-FFF2-40B4-BE49-F238E27FC236}">
                <a16:creationId xmlns:a16="http://schemas.microsoft.com/office/drawing/2014/main" id="{5ED29171-1928-227B-9F0B-438034F64901}"/>
              </a:ext>
            </a:extLst>
          </p:cNvPr>
          <p:cNvCxnSpPr/>
          <p:nvPr/>
        </p:nvCxnSpPr>
        <p:spPr>
          <a:xfrm>
            <a:off x="11087738" y="2836511"/>
            <a:ext cx="404373" cy="1301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4" name="모서리가 둥근 직사각형 1883">
            <a:extLst>
              <a:ext uri="{FF2B5EF4-FFF2-40B4-BE49-F238E27FC236}">
                <a16:creationId xmlns:a16="http://schemas.microsoft.com/office/drawing/2014/main" id="{44DCF390-EE60-F49B-5056-EEC49D38969A}"/>
              </a:ext>
            </a:extLst>
          </p:cNvPr>
          <p:cNvSpPr/>
          <p:nvPr/>
        </p:nvSpPr>
        <p:spPr>
          <a:xfrm>
            <a:off x="11017930" y="2783013"/>
            <a:ext cx="157286" cy="11623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85" name="직선 연결선 1884">
            <a:extLst>
              <a:ext uri="{FF2B5EF4-FFF2-40B4-BE49-F238E27FC236}">
                <a16:creationId xmlns:a16="http://schemas.microsoft.com/office/drawing/2014/main" id="{DD2CAF57-04A9-5C77-ED88-9B4EA9700C73}"/>
              </a:ext>
            </a:extLst>
          </p:cNvPr>
          <p:cNvCxnSpPr/>
          <p:nvPr/>
        </p:nvCxnSpPr>
        <p:spPr>
          <a:xfrm flipH="1">
            <a:off x="11301407" y="2975478"/>
            <a:ext cx="190704" cy="1068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6" name="직선 연결선 1885">
            <a:extLst>
              <a:ext uri="{FF2B5EF4-FFF2-40B4-BE49-F238E27FC236}">
                <a16:creationId xmlns:a16="http://schemas.microsoft.com/office/drawing/2014/main" id="{D6C06E3E-33DE-BCA8-C386-5AEFC9821BDE}"/>
              </a:ext>
            </a:extLst>
          </p:cNvPr>
          <p:cNvCxnSpPr/>
          <p:nvPr/>
        </p:nvCxnSpPr>
        <p:spPr>
          <a:xfrm>
            <a:off x="11391763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7" name="직선 연결선 1886">
            <a:extLst>
              <a:ext uri="{FF2B5EF4-FFF2-40B4-BE49-F238E27FC236}">
                <a16:creationId xmlns:a16="http://schemas.microsoft.com/office/drawing/2014/main" id="{F33537B7-372C-80FD-A110-72B625F35A29}"/>
              </a:ext>
            </a:extLst>
          </p:cNvPr>
          <p:cNvCxnSpPr/>
          <p:nvPr/>
        </p:nvCxnSpPr>
        <p:spPr>
          <a:xfrm>
            <a:off x="11198530" y="3233788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8" name="직선 연결선 1887">
            <a:extLst>
              <a:ext uri="{FF2B5EF4-FFF2-40B4-BE49-F238E27FC236}">
                <a16:creationId xmlns:a16="http://schemas.microsoft.com/office/drawing/2014/main" id="{ABDBF184-DFDA-826B-18BF-3D9F06A2A87E}"/>
              </a:ext>
            </a:extLst>
          </p:cNvPr>
          <p:cNvCxnSpPr/>
          <p:nvPr/>
        </p:nvCxnSpPr>
        <p:spPr>
          <a:xfrm>
            <a:off x="11301407" y="3082290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9" name="직선 연결선 1888">
            <a:extLst>
              <a:ext uri="{FF2B5EF4-FFF2-40B4-BE49-F238E27FC236}">
                <a16:creationId xmlns:a16="http://schemas.microsoft.com/office/drawing/2014/main" id="{9BA1A1E5-7D4F-40DC-F376-52B827C95681}"/>
              </a:ext>
            </a:extLst>
          </p:cNvPr>
          <p:cNvCxnSpPr/>
          <p:nvPr/>
        </p:nvCxnSpPr>
        <p:spPr>
          <a:xfrm flipH="1">
            <a:off x="11193797" y="3075263"/>
            <a:ext cx="103494" cy="15852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0" name="모서리가 둥근 직사각형 1889">
            <a:extLst>
              <a:ext uri="{FF2B5EF4-FFF2-40B4-BE49-F238E27FC236}">
                <a16:creationId xmlns:a16="http://schemas.microsoft.com/office/drawing/2014/main" id="{878B41A4-B39B-6AA6-4107-EC67F2B79A26}"/>
              </a:ext>
            </a:extLst>
          </p:cNvPr>
          <p:cNvSpPr/>
          <p:nvPr/>
        </p:nvSpPr>
        <p:spPr>
          <a:xfrm>
            <a:off x="11118267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1" name="모서리가 둥근 직사각형 1890">
            <a:extLst>
              <a:ext uri="{FF2B5EF4-FFF2-40B4-BE49-F238E27FC236}">
                <a16:creationId xmlns:a16="http://schemas.microsoft.com/office/drawing/2014/main" id="{6592F30D-B737-F4A7-633F-A607A4B12703}"/>
              </a:ext>
            </a:extLst>
          </p:cNvPr>
          <p:cNvSpPr/>
          <p:nvPr/>
        </p:nvSpPr>
        <p:spPr>
          <a:xfrm>
            <a:off x="11118267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2" name="모서리가 둥근 직사각형 1891">
            <a:extLst>
              <a:ext uri="{FF2B5EF4-FFF2-40B4-BE49-F238E27FC236}">
                <a16:creationId xmlns:a16="http://schemas.microsoft.com/office/drawing/2014/main" id="{C73D7173-D253-A53E-080B-8DF4664D7246}"/>
              </a:ext>
            </a:extLst>
          </p:cNvPr>
          <p:cNvSpPr/>
          <p:nvPr/>
        </p:nvSpPr>
        <p:spPr>
          <a:xfrm>
            <a:off x="11310677" y="332749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3" name="모서리가 둥근 직사각형 1892">
            <a:extLst>
              <a:ext uri="{FF2B5EF4-FFF2-40B4-BE49-F238E27FC236}">
                <a16:creationId xmlns:a16="http://schemas.microsoft.com/office/drawing/2014/main" id="{B7BBE570-CDB3-2148-4CA1-27636FA3D41C}"/>
              </a:ext>
            </a:extLst>
          </p:cNvPr>
          <p:cNvSpPr/>
          <p:nvPr/>
        </p:nvSpPr>
        <p:spPr>
          <a:xfrm>
            <a:off x="11310677" y="3173863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4" name="모서리가 둥근 직사각형 1893">
            <a:extLst>
              <a:ext uri="{FF2B5EF4-FFF2-40B4-BE49-F238E27FC236}">
                <a16:creationId xmlns:a16="http://schemas.microsoft.com/office/drawing/2014/main" id="{D2D3C0C2-634D-95FC-7A4E-F3448D61BD70}"/>
              </a:ext>
            </a:extLst>
          </p:cNvPr>
          <p:cNvSpPr/>
          <p:nvPr/>
        </p:nvSpPr>
        <p:spPr>
          <a:xfrm>
            <a:off x="11220321" y="3020233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95" name="직선 연결선 1894">
            <a:extLst>
              <a:ext uri="{FF2B5EF4-FFF2-40B4-BE49-F238E27FC236}">
                <a16:creationId xmlns:a16="http://schemas.microsoft.com/office/drawing/2014/main" id="{5BE640F3-828D-630F-F30C-D8573C179A55}"/>
              </a:ext>
            </a:extLst>
          </p:cNvPr>
          <p:cNvCxnSpPr/>
          <p:nvPr/>
        </p:nvCxnSpPr>
        <p:spPr>
          <a:xfrm>
            <a:off x="11582466" y="3128232"/>
            <a:ext cx="0" cy="159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6" name="직선 연결선 1895">
            <a:extLst>
              <a:ext uri="{FF2B5EF4-FFF2-40B4-BE49-F238E27FC236}">
                <a16:creationId xmlns:a16="http://schemas.microsoft.com/office/drawing/2014/main" id="{98DC5EA2-CBF2-D939-A19F-056D87C1EB39}"/>
              </a:ext>
            </a:extLst>
          </p:cNvPr>
          <p:cNvCxnSpPr/>
          <p:nvPr/>
        </p:nvCxnSpPr>
        <p:spPr>
          <a:xfrm>
            <a:off x="11492111" y="2976734"/>
            <a:ext cx="93929" cy="1525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7" name="모서리가 둥근 직사각형 1896">
            <a:extLst>
              <a:ext uri="{FF2B5EF4-FFF2-40B4-BE49-F238E27FC236}">
                <a16:creationId xmlns:a16="http://schemas.microsoft.com/office/drawing/2014/main" id="{FC0E901A-A5B3-5BDE-A8DA-B1BBE9692E0E}"/>
              </a:ext>
            </a:extLst>
          </p:cNvPr>
          <p:cNvSpPr/>
          <p:nvPr/>
        </p:nvSpPr>
        <p:spPr>
          <a:xfrm>
            <a:off x="11501381" y="322193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8" name="모서리가 둥근 직사각형 1897">
            <a:extLst>
              <a:ext uri="{FF2B5EF4-FFF2-40B4-BE49-F238E27FC236}">
                <a16:creationId xmlns:a16="http://schemas.microsoft.com/office/drawing/2014/main" id="{B1D43542-F41A-F3DD-718E-2F4876AD331D}"/>
              </a:ext>
            </a:extLst>
          </p:cNvPr>
          <p:cNvSpPr/>
          <p:nvPr/>
        </p:nvSpPr>
        <p:spPr>
          <a:xfrm>
            <a:off x="11501381" y="3068307"/>
            <a:ext cx="162172" cy="119848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28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9" name="모서리가 둥근 직사각형 1898">
            <a:extLst>
              <a:ext uri="{FF2B5EF4-FFF2-40B4-BE49-F238E27FC236}">
                <a16:creationId xmlns:a16="http://schemas.microsoft.com/office/drawing/2014/main" id="{AB79A12C-7BF6-848F-1A6B-111E7B259769}"/>
              </a:ext>
            </a:extLst>
          </p:cNvPr>
          <p:cNvSpPr/>
          <p:nvPr/>
        </p:nvSpPr>
        <p:spPr>
          <a:xfrm>
            <a:off x="11411025" y="2914677"/>
            <a:ext cx="162172" cy="1198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900" name="모서리가 둥근 직사각형 1899">
            <a:extLst>
              <a:ext uri="{FF2B5EF4-FFF2-40B4-BE49-F238E27FC236}">
                <a16:creationId xmlns:a16="http://schemas.microsoft.com/office/drawing/2014/main" id="{0C619DDD-FBB9-BE5C-ACC2-42CDBD4CF554}"/>
              </a:ext>
            </a:extLst>
          </p:cNvPr>
          <p:cNvSpPr/>
          <p:nvPr/>
        </p:nvSpPr>
        <p:spPr>
          <a:xfrm>
            <a:off x="9486140" y="1016385"/>
            <a:ext cx="637617" cy="4712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1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sp>
        <p:nvSpPr>
          <p:cNvPr id="1906" name="TextBox 1905">
            <a:extLst>
              <a:ext uri="{FF2B5EF4-FFF2-40B4-BE49-F238E27FC236}">
                <a16:creationId xmlns:a16="http://schemas.microsoft.com/office/drawing/2014/main" id="{EB972650-2309-0DD0-2113-3D8F3AEDA31B}"/>
              </a:ext>
            </a:extLst>
          </p:cNvPr>
          <p:cNvSpPr txBox="1"/>
          <p:nvPr/>
        </p:nvSpPr>
        <p:spPr>
          <a:xfrm>
            <a:off x="171599" y="141091"/>
            <a:ext cx="4114800" cy="2758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12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36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 : 108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324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합   계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484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10615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9696-2BB6-D533-8CA5-6AB20AA2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6" name="직선 연결선 3645">
            <a:extLst>
              <a:ext uri="{FF2B5EF4-FFF2-40B4-BE49-F238E27FC236}">
                <a16:creationId xmlns:a16="http://schemas.microsoft.com/office/drawing/2014/main" id="{CC08BA9B-9FFC-F1FD-BE17-8A360597DCAF}"/>
              </a:ext>
            </a:extLst>
          </p:cNvPr>
          <p:cNvCxnSpPr/>
          <p:nvPr/>
        </p:nvCxnSpPr>
        <p:spPr>
          <a:xfrm flipH="1">
            <a:off x="4419805" y="519300"/>
            <a:ext cx="1518903" cy="6563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5" name="직선 연결선 3644">
            <a:extLst>
              <a:ext uri="{FF2B5EF4-FFF2-40B4-BE49-F238E27FC236}">
                <a16:creationId xmlns:a16="http://schemas.microsoft.com/office/drawing/2014/main" id="{197D6F37-5F86-6999-C298-1B117C6FED95}"/>
              </a:ext>
            </a:extLst>
          </p:cNvPr>
          <p:cNvCxnSpPr/>
          <p:nvPr/>
        </p:nvCxnSpPr>
        <p:spPr>
          <a:xfrm>
            <a:off x="6218273" y="519301"/>
            <a:ext cx="3012621" cy="49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4" name="직선 연결선 3643">
            <a:extLst>
              <a:ext uri="{FF2B5EF4-FFF2-40B4-BE49-F238E27FC236}">
                <a16:creationId xmlns:a16="http://schemas.microsoft.com/office/drawing/2014/main" id="{96E1DFF5-4CBC-FA4E-8B53-B91095395B94}"/>
              </a:ext>
            </a:extLst>
          </p:cNvPr>
          <p:cNvCxnSpPr/>
          <p:nvPr/>
        </p:nvCxnSpPr>
        <p:spPr>
          <a:xfrm flipH="1">
            <a:off x="7807247" y="1010330"/>
            <a:ext cx="1497126" cy="28332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3" name="직선 연결선 3642">
            <a:extLst>
              <a:ext uri="{FF2B5EF4-FFF2-40B4-BE49-F238E27FC236}">
                <a16:creationId xmlns:a16="http://schemas.microsoft.com/office/drawing/2014/main" id="{435302EC-543F-9C16-86A6-00A339C2B7A7}"/>
              </a:ext>
            </a:extLst>
          </p:cNvPr>
          <p:cNvCxnSpPr/>
          <p:nvPr/>
        </p:nvCxnSpPr>
        <p:spPr>
          <a:xfrm flipH="1">
            <a:off x="2829849" y="1175657"/>
            <a:ext cx="1651451" cy="26679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2" name="직선 연결선 1901">
            <a:extLst>
              <a:ext uri="{FF2B5EF4-FFF2-40B4-BE49-F238E27FC236}">
                <a16:creationId xmlns:a16="http://schemas.microsoft.com/office/drawing/2014/main" id="{3764D10E-E480-88FE-F272-396E8F301421}"/>
              </a:ext>
            </a:extLst>
          </p:cNvPr>
          <p:cNvCxnSpPr/>
          <p:nvPr/>
        </p:nvCxnSpPr>
        <p:spPr>
          <a:xfrm flipH="1">
            <a:off x="4041438" y="4120019"/>
            <a:ext cx="573991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직선 연결선 916">
            <a:extLst>
              <a:ext uri="{FF2B5EF4-FFF2-40B4-BE49-F238E27FC236}">
                <a16:creationId xmlns:a16="http://schemas.microsoft.com/office/drawing/2014/main" id="{8FC77791-4C05-9CD3-CF58-61F737DDD536}"/>
              </a:ext>
            </a:extLst>
          </p:cNvPr>
          <p:cNvCxnSpPr/>
          <p:nvPr/>
        </p:nvCxnSpPr>
        <p:spPr>
          <a:xfrm flipH="1">
            <a:off x="4322860" y="5501814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DED3C78D-9923-F10E-23D1-2F40AD904B64}"/>
              </a:ext>
            </a:extLst>
          </p:cNvPr>
          <p:cNvCxnSpPr/>
          <p:nvPr/>
        </p:nvCxnSpPr>
        <p:spPr>
          <a:xfrm flipH="1" flipV="1">
            <a:off x="4047914" y="5433919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직선 연결선 918">
            <a:extLst>
              <a:ext uri="{FF2B5EF4-FFF2-40B4-BE49-F238E27FC236}">
                <a16:creationId xmlns:a16="http://schemas.microsoft.com/office/drawing/2014/main" id="{74171232-648B-1943-EFD0-EC085A77CFD1}"/>
              </a:ext>
            </a:extLst>
          </p:cNvPr>
          <p:cNvCxnSpPr/>
          <p:nvPr/>
        </p:nvCxnSpPr>
        <p:spPr>
          <a:xfrm flipH="1">
            <a:off x="3536415" y="5435422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0" name="직선 연결선 919">
            <a:extLst>
              <a:ext uri="{FF2B5EF4-FFF2-40B4-BE49-F238E27FC236}">
                <a16:creationId xmlns:a16="http://schemas.microsoft.com/office/drawing/2014/main" id="{52BE324F-4D90-8B3A-6E32-7614DB64784A}"/>
              </a:ext>
            </a:extLst>
          </p:cNvPr>
          <p:cNvCxnSpPr/>
          <p:nvPr/>
        </p:nvCxnSpPr>
        <p:spPr>
          <a:xfrm flipH="1">
            <a:off x="3143415" y="5516555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CFA78D17-5F0C-93B4-7123-95E47FC5D2AF}"/>
              </a:ext>
            </a:extLst>
          </p:cNvPr>
          <p:cNvCxnSpPr/>
          <p:nvPr/>
        </p:nvCxnSpPr>
        <p:spPr>
          <a:xfrm flipH="1">
            <a:off x="3336210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직선 연결선 921">
            <a:extLst>
              <a:ext uri="{FF2B5EF4-FFF2-40B4-BE49-F238E27FC236}">
                <a16:creationId xmlns:a16="http://schemas.microsoft.com/office/drawing/2014/main" id="{1B9BF60D-9080-34F4-B6D9-325ACCF287C2}"/>
              </a:ext>
            </a:extLst>
          </p:cNvPr>
          <p:cNvCxnSpPr/>
          <p:nvPr/>
        </p:nvCxnSpPr>
        <p:spPr>
          <a:xfrm>
            <a:off x="3149419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직선 연결선 922">
            <a:extLst>
              <a:ext uri="{FF2B5EF4-FFF2-40B4-BE49-F238E27FC236}">
                <a16:creationId xmlns:a16="http://schemas.microsoft.com/office/drawing/2014/main" id="{BE8EDE38-6420-0D34-A471-3162F7BA1250}"/>
              </a:ext>
            </a:extLst>
          </p:cNvPr>
          <p:cNvCxnSpPr/>
          <p:nvPr/>
        </p:nvCxnSpPr>
        <p:spPr>
          <a:xfrm flipH="1">
            <a:off x="2862368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직선 연결선 923">
            <a:extLst>
              <a:ext uri="{FF2B5EF4-FFF2-40B4-BE49-F238E27FC236}">
                <a16:creationId xmlns:a16="http://schemas.microsoft.com/office/drawing/2014/main" id="{EE385B3E-DD78-6F2A-F770-9C3C11BB3026}"/>
              </a:ext>
            </a:extLst>
          </p:cNvPr>
          <p:cNvCxnSpPr/>
          <p:nvPr/>
        </p:nvCxnSpPr>
        <p:spPr>
          <a:xfrm flipH="1">
            <a:off x="2731255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5" name="모서리가 둥근 직사각형 924">
            <a:extLst>
              <a:ext uri="{FF2B5EF4-FFF2-40B4-BE49-F238E27FC236}">
                <a16:creationId xmlns:a16="http://schemas.microsoft.com/office/drawing/2014/main" id="{B151598E-FA32-4596-128A-783190ECD279}"/>
              </a:ext>
            </a:extLst>
          </p:cNvPr>
          <p:cNvSpPr/>
          <p:nvPr/>
        </p:nvSpPr>
        <p:spPr>
          <a:xfrm>
            <a:off x="3088700" y="60560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926" name="직선 연결선 925">
            <a:extLst>
              <a:ext uri="{FF2B5EF4-FFF2-40B4-BE49-F238E27FC236}">
                <a16:creationId xmlns:a16="http://schemas.microsoft.com/office/drawing/2014/main" id="{313B8E15-5D2B-02EF-2E1D-F6564AF341FF}"/>
              </a:ext>
            </a:extLst>
          </p:cNvPr>
          <p:cNvCxnSpPr/>
          <p:nvPr/>
        </p:nvCxnSpPr>
        <p:spPr>
          <a:xfrm flipH="1">
            <a:off x="2537248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직선 연결선 926">
            <a:extLst>
              <a:ext uri="{FF2B5EF4-FFF2-40B4-BE49-F238E27FC236}">
                <a16:creationId xmlns:a16="http://schemas.microsoft.com/office/drawing/2014/main" id="{79B37A68-2933-DEF4-0963-3FAD162707BC}"/>
              </a:ext>
            </a:extLst>
          </p:cNvPr>
          <p:cNvCxnSpPr/>
          <p:nvPr/>
        </p:nvCxnSpPr>
        <p:spPr>
          <a:xfrm>
            <a:off x="2579268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직선 연결선 927">
            <a:extLst>
              <a:ext uri="{FF2B5EF4-FFF2-40B4-BE49-F238E27FC236}">
                <a16:creationId xmlns:a16="http://schemas.microsoft.com/office/drawing/2014/main" id="{653C2C25-6326-9D64-ACBF-9472396D4D60}"/>
              </a:ext>
            </a:extLst>
          </p:cNvPr>
          <p:cNvCxnSpPr/>
          <p:nvPr/>
        </p:nvCxnSpPr>
        <p:spPr>
          <a:xfrm>
            <a:off x="2489406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9" name="직선 연결선 928">
            <a:extLst>
              <a:ext uri="{FF2B5EF4-FFF2-40B4-BE49-F238E27FC236}">
                <a16:creationId xmlns:a16="http://schemas.microsoft.com/office/drawing/2014/main" id="{6691D5B0-B241-2197-7103-827D642B592E}"/>
              </a:ext>
            </a:extLst>
          </p:cNvPr>
          <p:cNvCxnSpPr/>
          <p:nvPr/>
        </p:nvCxnSpPr>
        <p:spPr>
          <a:xfrm>
            <a:off x="2537248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직선 연결선 929">
            <a:extLst>
              <a:ext uri="{FF2B5EF4-FFF2-40B4-BE49-F238E27FC236}">
                <a16:creationId xmlns:a16="http://schemas.microsoft.com/office/drawing/2014/main" id="{071FA0AE-F712-C17A-FFA2-80B4F89428CC}"/>
              </a:ext>
            </a:extLst>
          </p:cNvPr>
          <p:cNvCxnSpPr/>
          <p:nvPr/>
        </p:nvCxnSpPr>
        <p:spPr>
          <a:xfrm flipH="1">
            <a:off x="2487205" y="6573991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" name="모서리가 둥근 직사각형 930">
            <a:extLst>
              <a:ext uri="{FF2B5EF4-FFF2-40B4-BE49-F238E27FC236}">
                <a16:creationId xmlns:a16="http://schemas.microsoft.com/office/drawing/2014/main" id="{C522FD73-D3A8-C173-CB14-2E7CC49AE1E1}"/>
              </a:ext>
            </a:extLst>
          </p:cNvPr>
          <p:cNvSpPr/>
          <p:nvPr/>
        </p:nvSpPr>
        <p:spPr>
          <a:xfrm>
            <a:off x="2452081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2" name="모서리가 둥근 직사각형 931">
            <a:extLst>
              <a:ext uri="{FF2B5EF4-FFF2-40B4-BE49-F238E27FC236}">
                <a16:creationId xmlns:a16="http://schemas.microsoft.com/office/drawing/2014/main" id="{718B717F-3DF3-48EC-EB76-DC80538C6B10}"/>
              </a:ext>
            </a:extLst>
          </p:cNvPr>
          <p:cNvSpPr/>
          <p:nvPr/>
        </p:nvSpPr>
        <p:spPr>
          <a:xfrm>
            <a:off x="2452081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3" name="모서리가 둥근 직사각형 932">
            <a:extLst>
              <a:ext uri="{FF2B5EF4-FFF2-40B4-BE49-F238E27FC236}">
                <a16:creationId xmlns:a16="http://schemas.microsoft.com/office/drawing/2014/main" id="{0AD21B2B-57B0-9A85-897A-BB18310F02B4}"/>
              </a:ext>
            </a:extLst>
          </p:cNvPr>
          <p:cNvSpPr/>
          <p:nvPr/>
        </p:nvSpPr>
        <p:spPr>
          <a:xfrm>
            <a:off x="2541560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4" name="모서리가 둥근 직사각형 933">
            <a:extLst>
              <a:ext uri="{FF2B5EF4-FFF2-40B4-BE49-F238E27FC236}">
                <a16:creationId xmlns:a16="http://schemas.microsoft.com/office/drawing/2014/main" id="{757DF21F-7E36-3D70-14CC-35814368FCD3}"/>
              </a:ext>
            </a:extLst>
          </p:cNvPr>
          <p:cNvSpPr/>
          <p:nvPr/>
        </p:nvSpPr>
        <p:spPr>
          <a:xfrm>
            <a:off x="2541560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35" name="모서리가 둥근 직사각형 934">
            <a:extLst>
              <a:ext uri="{FF2B5EF4-FFF2-40B4-BE49-F238E27FC236}">
                <a16:creationId xmlns:a16="http://schemas.microsoft.com/office/drawing/2014/main" id="{F06A6A87-0B07-2DB5-9AED-CCD3EF45889B}"/>
              </a:ext>
            </a:extLst>
          </p:cNvPr>
          <p:cNvSpPr/>
          <p:nvPr/>
        </p:nvSpPr>
        <p:spPr>
          <a:xfrm>
            <a:off x="2499540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36" name="직선 연결선 935">
            <a:extLst>
              <a:ext uri="{FF2B5EF4-FFF2-40B4-BE49-F238E27FC236}">
                <a16:creationId xmlns:a16="http://schemas.microsoft.com/office/drawing/2014/main" id="{2D2360C1-1927-BAE3-7747-3C481E5313A1}"/>
              </a:ext>
            </a:extLst>
          </p:cNvPr>
          <p:cNvCxnSpPr/>
          <p:nvPr/>
        </p:nvCxnSpPr>
        <p:spPr>
          <a:xfrm>
            <a:off x="2732398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7" name="모서리가 둥근 직사각형 936">
            <a:extLst>
              <a:ext uri="{FF2B5EF4-FFF2-40B4-BE49-F238E27FC236}">
                <a16:creationId xmlns:a16="http://schemas.microsoft.com/office/drawing/2014/main" id="{35A745E7-0939-C0CC-5DA9-2BCEFE153BFC}"/>
              </a:ext>
            </a:extLst>
          </p:cNvPr>
          <p:cNvSpPr/>
          <p:nvPr/>
        </p:nvSpPr>
        <p:spPr>
          <a:xfrm>
            <a:off x="2699934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38" name="직선 연결선 937">
            <a:extLst>
              <a:ext uri="{FF2B5EF4-FFF2-40B4-BE49-F238E27FC236}">
                <a16:creationId xmlns:a16="http://schemas.microsoft.com/office/drawing/2014/main" id="{BF423AD3-CD7C-931E-2B5C-07769BE267BF}"/>
              </a:ext>
            </a:extLst>
          </p:cNvPr>
          <p:cNvCxnSpPr/>
          <p:nvPr/>
        </p:nvCxnSpPr>
        <p:spPr>
          <a:xfrm>
            <a:off x="2667953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" name="직선 연결선 938">
            <a:extLst>
              <a:ext uri="{FF2B5EF4-FFF2-40B4-BE49-F238E27FC236}">
                <a16:creationId xmlns:a16="http://schemas.microsoft.com/office/drawing/2014/main" id="{6EB84572-B8A2-B1F0-0603-5875896E6921}"/>
              </a:ext>
            </a:extLst>
          </p:cNvPr>
          <p:cNvCxnSpPr/>
          <p:nvPr/>
        </p:nvCxnSpPr>
        <p:spPr>
          <a:xfrm>
            <a:off x="2625934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모서리가 둥근 직사각형 939">
            <a:extLst>
              <a:ext uri="{FF2B5EF4-FFF2-40B4-BE49-F238E27FC236}">
                <a16:creationId xmlns:a16="http://schemas.microsoft.com/office/drawing/2014/main" id="{F7417D17-0768-C681-C104-05237B85F15A}"/>
              </a:ext>
            </a:extLst>
          </p:cNvPr>
          <p:cNvSpPr/>
          <p:nvPr/>
        </p:nvSpPr>
        <p:spPr>
          <a:xfrm>
            <a:off x="2630245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1" name="모서리가 둥근 직사각형 940">
            <a:extLst>
              <a:ext uri="{FF2B5EF4-FFF2-40B4-BE49-F238E27FC236}">
                <a16:creationId xmlns:a16="http://schemas.microsoft.com/office/drawing/2014/main" id="{33FB40B6-1359-C2B3-F944-9B9C76AAF91A}"/>
              </a:ext>
            </a:extLst>
          </p:cNvPr>
          <p:cNvSpPr/>
          <p:nvPr/>
        </p:nvSpPr>
        <p:spPr>
          <a:xfrm>
            <a:off x="2630245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2" name="모서리가 둥근 직사각형 941">
            <a:extLst>
              <a:ext uri="{FF2B5EF4-FFF2-40B4-BE49-F238E27FC236}">
                <a16:creationId xmlns:a16="http://schemas.microsoft.com/office/drawing/2014/main" id="{48F3ABF9-CBC5-99C9-EDF5-29E78FE5003C}"/>
              </a:ext>
            </a:extLst>
          </p:cNvPr>
          <p:cNvSpPr/>
          <p:nvPr/>
        </p:nvSpPr>
        <p:spPr>
          <a:xfrm>
            <a:off x="2588226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43" name="직선 연결선 942">
            <a:extLst>
              <a:ext uri="{FF2B5EF4-FFF2-40B4-BE49-F238E27FC236}">
                <a16:creationId xmlns:a16="http://schemas.microsoft.com/office/drawing/2014/main" id="{0719B826-02D9-C571-3DBD-0E39A3742765}"/>
              </a:ext>
            </a:extLst>
          </p:cNvPr>
          <p:cNvCxnSpPr/>
          <p:nvPr/>
        </p:nvCxnSpPr>
        <p:spPr>
          <a:xfrm flipH="1">
            <a:off x="2831764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4" name="직선 연결선 943">
            <a:extLst>
              <a:ext uri="{FF2B5EF4-FFF2-40B4-BE49-F238E27FC236}">
                <a16:creationId xmlns:a16="http://schemas.microsoft.com/office/drawing/2014/main" id="{5F1EFE84-5DBA-0EF6-A58D-FD6B02911673}"/>
              </a:ext>
            </a:extLst>
          </p:cNvPr>
          <p:cNvCxnSpPr/>
          <p:nvPr/>
        </p:nvCxnSpPr>
        <p:spPr>
          <a:xfrm>
            <a:off x="2873782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직선 연결선 944">
            <a:extLst>
              <a:ext uri="{FF2B5EF4-FFF2-40B4-BE49-F238E27FC236}">
                <a16:creationId xmlns:a16="http://schemas.microsoft.com/office/drawing/2014/main" id="{88B1AE7D-3E63-5002-AC60-19E64D281013}"/>
              </a:ext>
            </a:extLst>
          </p:cNvPr>
          <p:cNvCxnSpPr/>
          <p:nvPr/>
        </p:nvCxnSpPr>
        <p:spPr>
          <a:xfrm>
            <a:off x="2783921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직선 연결선 945">
            <a:extLst>
              <a:ext uri="{FF2B5EF4-FFF2-40B4-BE49-F238E27FC236}">
                <a16:creationId xmlns:a16="http://schemas.microsoft.com/office/drawing/2014/main" id="{0ADB151C-A5F6-8C93-3633-F2CD37421230}"/>
              </a:ext>
            </a:extLst>
          </p:cNvPr>
          <p:cNvCxnSpPr/>
          <p:nvPr/>
        </p:nvCxnSpPr>
        <p:spPr>
          <a:xfrm>
            <a:off x="2831763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7" name="직선 연결선 946">
            <a:extLst>
              <a:ext uri="{FF2B5EF4-FFF2-40B4-BE49-F238E27FC236}">
                <a16:creationId xmlns:a16="http://schemas.microsoft.com/office/drawing/2014/main" id="{A5A47ACE-D7E0-1924-ACC8-676DC2B2D834}"/>
              </a:ext>
            </a:extLst>
          </p:cNvPr>
          <p:cNvCxnSpPr/>
          <p:nvPr/>
        </p:nvCxnSpPr>
        <p:spPr>
          <a:xfrm flipH="1">
            <a:off x="2781720" y="6573991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8" name="모서리가 둥근 직사각형 947">
            <a:extLst>
              <a:ext uri="{FF2B5EF4-FFF2-40B4-BE49-F238E27FC236}">
                <a16:creationId xmlns:a16="http://schemas.microsoft.com/office/drawing/2014/main" id="{88AF2D72-C358-6723-E479-E3B5C708ED52}"/>
              </a:ext>
            </a:extLst>
          </p:cNvPr>
          <p:cNvSpPr/>
          <p:nvPr/>
        </p:nvSpPr>
        <p:spPr>
          <a:xfrm>
            <a:off x="2746595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49" name="모서리가 둥근 직사각형 948">
            <a:extLst>
              <a:ext uri="{FF2B5EF4-FFF2-40B4-BE49-F238E27FC236}">
                <a16:creationId xmlns:a16="http://schemas.microsoft.com/office/drawing/2014/main" id="{05652615-7FD3-7BC6-3AB7-A79B9BCCCD7F}"/>
              </a:ext>
            </a:extLst>
          </p:cNvPr>
          <p:cNvSpPr/>
          <p:nvPr/>
        </p:nvSpPr>
        <p:spPr>
          <a:xfrm>
            <a:off x="2746595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0" name="모서리가 둥근 직사각형 949">
            <a:extLst>
              <a:ext uri="{FF2B5EF4-FFF2-40B4-BE49-F238E27FC236}">
                <a16:creationId xmlns:a16="http://schemas.microsoft.com/office/drawing/2014/main" id="{3EBA1CDE-545D-AA07-FBB0-DC11A24AB05D}"/>
              </a:ext>
            </a:extLst>
          </p:cNvPr>
          <p:cNvSpPr/>
          <p:nvPr/>
        </p:nvSpPr>
        <p:spPr>
          <a:xfrm>
            <a:off x="2836074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1" name="모서리가 둥근 직사각형 950">
            <a:extLst>
              <a:ext uri="{FF2B5EF4-FFF2-40B4-BE49-F238E27FC236}">
                <a16:creationId xmlns:a16="http://schemas.microsoft.com/office/drawing/2014/main" id="{90E7A108-9135-F6D0-320F-8373E4F9602B}"/>
              </a:ext>
            </a:extLst>
          </p:cNvPr>
          <p:cNvSpPr/>
          <p:nvPr/>
        </p:nvSpPr>
        <p:spPr>
          <a:xfrm>
            <a:off x="2836074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2" name="모서리가 둥근 직사각형 951">
            <a:extLst>
              <a:ext uri="{FF2B5EF4-FFF2-40B4-BE49-F238E27FC236}">
                <a16:creationId xmlns:a16="http://schemas.microsoft.com/office/drawing/2014/main" id="{DAB2FCF0-0DC8-539B-8CFC-A6A32710CB05}"/>
              </a:ext>
            </a:extLst>
          </p:cNvPr>
          <p:cNvSpPr/>
          <p:nvPr/>
        </p:nvSpPr>
        <p:spPr>
          <a:xfrm>
            <a:off x="2794055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53" name="직선 연결선 952">
            <a:extLst>
              <a:ext uri="{FF2B5EF4-FFF2-40B4-BE49-F238E27FC236}">
                <a16:creationId xmlns:a16="http://schemas.microsoft.com/office/drawing/2014/main" id="{E79F4F5E-3B47-E2CB-A1AD-75B31905E2B2}"/>
              </a:ext>
            </a:extLst>
          </p:cNvPr>
          <p:cNvCxnSpPr/>
          <p:nvPr/>
        </p:nvCxnSpPr>
        <p:spPr>
          <a:xfrm>
            <a:off x="2962468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4" name="직선 연결선 953">
            <a:extLst>
              <a:ext uri="{FF2B5EF4-FFF2-40B4-BE49-F238E27FC236}">
                <a16:creationId xmlns:a16="http://schemas.microsoft.com/office/drawing/2014/main" id="{B38676BF-6F15-E0E6-A50E-EE367DE52093}"/>
              </a:ext>
            </a:extLst>
          </p:cNvPr>
          <p:cNvCxnSpPr/>
          <p:nvPr/>
        </p:nvCxnSpPr>
        <p:spPr>
          <a:xfrm>
            <a:off x="2920449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5" name="모서리가 둥근 직사각형 954">
            <a:extLst>
              <a:ext uri="{FF2B5EF4-FFF2-40B4-BE49-F238E27FC236}">
                <a16:creationId xmlns:a16="http://schemas.microsoft.com/office/drawing/2014/main" id="{38537ACF-0B17-A540-8EF9-2B65BB1F9DFB}"/>
              </a:ext>
            </a:extLst>
          </p:cNvPr>
          <p:cNvSpPr/>
          <p:nvPr/>
        </p:nvSpPr>
        <p:spPr>
          <a:xfrm>
            <a:off x="2924760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6" name="모서리가 둥근 직사각형 955">
            <a:extLst>
              <a:ext uri="{FF2B5EF4-FFF2-40B4-BE49-F238E27FC236}">
                <a16:creationId xmlns:a16="http://schemas.microsoft.com/office/drawing/2014/main" id="{B7EBB5F6-FCD6-A83E-EF7F-8E8EF785DE32}"/>
              </a:ext>
            </a:extLst>
          </p:cNvPr>
          <p:cNvSpPr/>
          <p:nvPr/>
        </p:nvSpPr>
        <p:spPr>
          <a:xfrm>
            <a:off x="2924760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57" name="모서리가 둥근 직사각형 956">
            <a:extLst>
              <a:ext uri="{FF2B5EF4-FFF2-40B4-BE49-F238E27FC236}">
                <a16:creationId xmlns:a16="http://schemas.microsoft.com/office/drawing/2014/main" id="{599F8A0B-0995-D543-C75E-09D0CCCED30F}"/>
              </a:ext>
            </a:extLst>
          </p:cNvPr>
          <p:cNvSpPr/>
          <p:nvPr/>
        </p:nvSpPr>
        <p:spPr>
          <a:xfrm>
            <a:off x="2882741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04" name="직선 연결선 1203">
            <a:extLst>
              <a:ext uri="{FF2B5EF4-FFF2-40B4-BE49-F238E27FC236}">
                <a16:creationId xmlns:a16="http://schemas.microsoft.com/office/drawing/2014/main" id="{9972D7D6-1F1D-8AD6-2069-E52361843705}"/>
              </a:ext>
            </a:extLst>
          </p:cNvPr>
          <p:cNvCxnSpPr/>
          <p:nvPr/>
        </p:nvCxnSpPr>
        <p:spPr>
          <a:xfrm flipH="1">
            <a:off x="3136953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직선 연결선 1204">
            <a:extLst>
              <a:ext uri="{FF2B5EF4-FFF2-40B4-BE49-F238E27FC236}">
                <a16:creationId xmlns:a16="http://schemas.microsoft.com/office/drawing/2014/main" id="{2436E928-D701-ECA4-6992-8B1A525993EF}"/>
              </a:ext>
            </a:extLst>
          </p:cNvPr>
          <p:cNvCxnSpPr/>
          <p:nvPr/>
        </p:nvCxnSpPr>
        <p:spPr>
          <a:xfrm>
            <a:off x="3178972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직선 연결선 1205">
            <a:extLst>
              <a:ext uri="{FF2B5EF4-FFF2-40B4-BE49-F238E27FC236}">
                <a16:creationId xmlns:a16="http://schemas.microsoft.com/office/drawing/2014/main" id="{245065A3-D439-B998-306F-0A1030067E46}"/>
              </a:ext>
            </a:extLst>
          </p:cNvPr>
          <p:cNvCxnSpPr/>
          <p:nvPr/>
        </p:nvCxnSpPr>
        <p:spPr>
          <a:xfrm>
            <a:off x="3089111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직선 연결선 1206">
            <a:extLst>
              <a:ext uri="{FF2B5EF4-FFF2-40B4-BE49-F238E27FC236}">
                <a16:creationId xmlns:a16="http://schemas.microsoft.com/office/drawing/2014/main" id="{10916AF7-4E5B-8DE0-6A51-8F1A26091935}"/>
              </a:ext>
            </a:extLst>
          </p:cNvPr>
          <p:cNvCxnSpPr/>
          <p:nvPr/>
        </p:nvCxnSpPr>
        <p:spPr>
          <a:xfrm>
            <a:off x="3136953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직선 연결선 1207">
            <a:extLst>
              <a:ext uri="{FF2B5EF4-FFF2-40B4-BE49-F238E27FC236}">
                <a16:creationId xmlns:a16="http://schemas.microsoft.com/office/drawing/2014/main" id="{923EB96C-BBB7-941F-3C14-98090E352A25}"/>
              </a:ext>
            </a:extLst>
          </p:cNvPr>
          <p:cNvCxnSpPr/>
          <p:nvPr/>
        </p:nvCxnSpPr>
        <p:spPr>
          <a:xfrm flipH="1">
            <a:off x="3086909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9" name="모서리가 둥근 직사각형 1208">
            <a:extLst>
              <a:ext uri="{FF2B5EF4-FFF2-40B4-BE49-F238E27FC236}">
                <a16:creationId xmlns:a16="http://schemas.microsoft.com/office/drawing/2014/main" id="{65327D12-C8C5-AF60-558F-9BD82B80DD7D}"/>
              </a:ext>
            </a:extLst>
          </p:cNvPr>
          <p:cNvSpPr/>
          <p:nvPr/>
        </p:nvSpPr>
        <p:spPr>
          <a:xfrm>
            <a:off x="3051785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10" name="모서리가 둥근 직사각형 1209">
            <a:extLst>
              <a:ext uri="{FF2B5EF4-FFF2-40B4-BE49-F238E27FC236}">
                <a16:creationId xmlns:a16="http://schemas.microsoft.com/office/drawing/2014/main" id="{B4F7A151-9C0D-963F-13CF-511BBA231F6F}"/>
              </a:ext>
            </a:extLst>
          </p:cNvPr>
          <p:cNvSpPr/>
          <p:nvPr/>
        </p:nvSpPr>
        <p:spPr>
          <a:xfrm>
            <a:off x="3051785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11" name="모서리가 둥근 직사각형 1210">
            <a:extLst>
              <a:ext uri="{FF2B5EF4-FFF2-40B4-BE49-F238E27FC236}">
                <a16:creationId xmlns:a16="http://schemas.microsoft.com/office/drawing/2014/main" id="{C507619D-F3DB-0E11-7740-4B32F262ECAA}"/>
              </a:ext>
            </a:extLst>
          </p:cNvPr>
          <p:cNvSpPr/>
          <p:nvPr/>
        </p:nvSpPr>
        <p:spPr>
          <a:xfrm>
            <a:off x="3141264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12" name="모서리가 둥근 직사각형 1211">
            <a:extLst>
              <a:ext uri="{FF2B5EF4-FFF2-40B4-BE49-F238E27FC236}">
                <a16:creationId xmlns:a16="http://schemas.microsoft.com/office/drawing/2014/main" id="{4B5097D2-B538-F150-A748-572CAF7C206F}"/>
              </a:ext>
            </a:extLst>
          </p:cNvPr>
          <p:cNvSpPr/>
          <p:nvPr/>
        </p:nvSpPr>
        <p:spPr>
          <a:xfrm>
            <a:off x="3141264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13" name="모서리가 둥근 직사각형 1212">
            <a:extLst>
              <a:ext uri="{FF2B5EF4-FFF2-40B4-BE49-F238E27FC236}">
                <a16:creationId xmlns:a16="http://schemas.microsoft.com/office/drawing/2014/main" id="{7744D501-9E9D-FCED-65E8-2E55326C5B2D}"/>
              </a:ext>
            </a:extLst>
          </p:cNvPr>
          <p:cNvSpPr/>
          <p:nvPr/>
        </p:nvSpPr>
        <p:spPr>
          <a:xfrm>
            <a:off x="3099245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14" name="직선 연결선 1213">
            <a:extLst>
              <a:ext uri="{FF2B5EF4-FFF2-40B4-BE49-F238E27FC236}">
                <a16:creationId xmlns:a16="http://schemas.microsoft.com/office/drawing/2014/main" id="{33D2FEBA-B0FF-050A-8F2F-45C4BECD310B}"/>
              </a:ext>
            </a:extLst>
          </p:cNvPr>
          <p:cNvCxnSpPr/>
          <p:nvPr/>
        </p:nvCxnSpPr>
        <p:spPr>
          <a:xfrm>
            <a:off x="3332103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5" name="모서리가 둥근 직사각형 1214">
            <a:extLst>
              <a:ext uri="{FF2B5EF4-FFF2-40B4-BE49-F238E27FC236}">
                <a16:creationId xmlns:a16="http://schemas.microsoft.com/office/drawing/2014/main" id="{95C8B771-F86C-563A-5C71-77D2663AC947}"/>
              </a:ext>
            </a:extLst>
          </p:cNvPr>
          <p:cNvSpPr/>
          <p:nvPr/>
        </p:nvSpPr>
        <p:spPr>
          <a:xfrm>
            <a:off x="3299639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216" name="직선 연결선 1215">
            <a:extLst>
              <a:ext uri="{FF2B5EF4-FFF2-40B4-BE49-F238E27FC236}">
                <a16:creationId xmlns:a16="http://schemas.microsoft.com/office/drawing/2014/main" id="{165A726B-0582-9E6B-9B40-791E0372B730}"/>
              </a:ext>
            </a:extLst>
          </p:cNvPr>
          <p:cNvCxnSpPr/>
          <p:nvPr/>
        </p:nvCxnSpPr>
        <p:spPr>
          <a:xfrm>
            <a:off x="3267658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직선 연결선 1216">
            <a:extLst>
              <a:ext uri="{FF2B5EF4-FFF2-40B4-BE49-F238E27FC236}">
                <a16:creationId xmlns:a16="http://schemas.microsoft.com/office/drawing/2014/main" id="{F8B10CAC-E94A-655F-D029-014CE75988FE}"/>
              </a:ext>
            </a:extLst>
          </p:cNvPr>
          <p:cNvCxnSpPr/>
          <p:nvPr/>
        </p:nvCxnSpPr>
        <p:spPr>
          <a:xfrm>
            <a:off x="3225639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8" name="모서리가 둥근 직사각형 1217">
            <a:extLst>
              <a:ext uri="{FF2B5EF4-FFF2-40B4-BE49-F238E27FC236}">
                <a16:creationId xmlns:a16="http://schemas.microsoft.com/office/drawing/2014/main" id="{15EA0522-695E-E205-89F6-077119D0A590}"/>
              </a:ext>
            </a:extLst>
          </p:cNvPr>
          <p:cNvSpPr/>
          <p:nvPr/>
        </p:nvSpPr>
        <p:spPr>
          <a:xfrm>
            <a:off x="3229950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19" name="모서리가 둥근 직사각형 1218">
            <a:extLst>
              <a:ext uri="{FF2B5EF4-FFF2-40B4-BE49-F238E27FC236}">
                <a16:creationId xmlns:a16="http://schemas.microsoft.com/office/drawing/2014/main" id="{1F995E88-BFB9-5C8F-1983-0A560141450E}"/>
              </a:ext>
            </a:extLst>
          </p:cNvPr>
          <p:cNvSpPr/>
          <p:nvPr/>
        </p:nvSpPr>
        <p:spPr>
          <a:xfrm>
            <a:off x="3229950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20" name="모서리가 둥근 직사각형 1219">
            <a:extLst>
              <a:ext uri="{FF2B5EF4-FFF2-40B4-BE49-F238E27FC236}">
                <a16:creationId xmlns:a16="http://schemas.microsoft.com/office/drawing/2014/main" id="{E7B116AD-8955-D9F0-96A1-691F399D1CEC}"/>
              </a:ext>
            </a:extLst>
          </p:cNvPr>
          <p:cNvSpPr/>
          <p:nvPr/>
        </p:nvSpPr>
        <p:spPr>
          <a:xfrm>
            <a:off x="3187931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21" name="직선 연결선 1220">
            <a:extLst>
              <a:ext uri="{FF2B5EF4-FFF2-40B4-BE49-F238E27FC236}">
                <a16:creationId xmlns:a16="http://schemas.microsoft.com/office/drawing/2014/main" id="{E85E4E6A-D3A7-4C05-3536-E3A4816A7F77}"/>
              </a:ext>
            </a:extLst>
          </p:cNvPr>
          <p:cNvCxnSpPr/>
          <p:nvPr/>
        </p:nvCxnSpPr>
        <p:spPr>
          <a:xfrm flipH="1">
            <a:off x="3431468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2" name="직선 연결선 1221">
            <a:extLst>
              <a:ext uri="{FF2B5EF4-FFF2-40B4-BE49-F238E27FC236}">
                <a16:creationId xmlns:a16="http://schemas.microsoft.com/office/drawing/2014/main" id="{24A126B8-2C17-B583-92B1-8A4C1A2883A0}"/>
              </a:ext>
            </a:extLst>
          </p:cNvPr>
          <p:cNvCxnSpPr/>
          <p:nvPr/>
        </p:nvCxnSpPr>
        <p:spPr>
          <a:xfrm>
            <a:off x="3473487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직선 연결선 1222">
            <a:extLst>
              <a:ext uri="{FF2B5EF4-FFF2-40B4-BE49-F238E27FC236}">
                <a16:creationId xmlns:a16="http://schemas.microsoft.com/office/drawing/2014/main" id="{2D0E91BB-F67A-00C6-9B2D-9743A1BB817C}"/>
              </a:ext>
            </a:extLst>
          </p:cNvPr>
          <p:cNvCxnSpPr/>
          <p:nvPr/>
        </p:nvCxnSpPr>
        <p:spPr>
          <a:xfrm>
            <a:off x="3383625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직선 연결선 1223">
            <a:extLst>
              <a:ext uri="{FF2B5EF4-FFF2-40B4-BE49-F238E27FC236}">
                <a16:creationId xmlns:a16="http://schemas.microsoft.com/office/drawing/2014/main" id="{0E4B6991-A3F3-DEC5-1466-EDF261828344}"/>
              </a:ext>
            </a:extLst>
          </p:cNvPr>
          <p:cNvCxnSpPr/>
          <p:nvPr/>
        </p:nvCxnSpPr>
        <p:spPr>
          <a:xfrm>
            <a:off x="3431468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직선 연결선 1224">
            <a:extLst>
              <a:ext uri="{FF2B5EF4-FFF2-40B4-BE49-F238E27FC236}">
                <a16:creationId xmlns:a16="http://schemas.microsoft.com/office/drawing/2014/main" id="{5590BB70-BCAB-FAAB-AD93-4EF1E4794A1A}"/>
              </a:ext>
            </a:extLst>
          </p:cNvPr>
          <p:cNvCxnSpPr/>
          <p:nvPr/>
        </p:nvCxnSpPr>
        <p:spPr>
          <a:xfrm flipH="1">
            <a:off x="3381424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6" name="모서리가 둥근 직사각형 1225">
            <a:extLst>
              <a:ext uri="{FF2B5EF4-FFF2-40B4-BE49-F238E27FC236}">
                <a16:creationId xmlns:a16="http://schemas.microsoft.com/office/drawing/2014/main" id="{3F4471E8-D7B9-96AF-79AF-635C0D95564A}"/>
              </a:ext>
            </a:extLst>
          </p:cNvPr>
          <p:cNvSpPr/>
          <p:nvPr/>
        </p:nvSpPr>
        <p:spPr>
          <a:xfrm>
            <a:off x="3346300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27" name="모서리가 둥근 직사각형 1226">
            <a:extLst>
              <a:ext uri="{FF2B5EF4-FFF2-40B4-BE49-F238E27FC236}">
                <a16:creationId xmlns:a16="http://schemas.microsoft.com/office/drawing/2014/main" id="{ACC5DB56-1CEA-E402-5B9F-B58885404016}"/>
              </a:ext>
            </a:extLst>
          </p:cNvPr>
          <p:cNvSpPr/>
          <p:nvPr/>
        </p:nvSpPr>
        <p:spPr>
          <a:xfrm>
            <a:off x="3346300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28" name="모서리가 둥근 직사각형 1227">
            <a:extLst>
              <a:ext uri="{FF2B5EF4-FFF2-40B4-BE49-F238E27FC236}">
                <a16:creationId xmlns:a16="http://schemas.microsoft.com/office/drawing/2014/main" id="{045954BE-88A6-62CF-107E-EC9DB9C60792}"/>
              </a:ext>
            </a:extLst>
          </p:cNvPr>
          <p:cNvSpPr/>
          <p:nvPr/>
        </p:nvSpPr>
        <p:spPr>
          <a:xfrm>
            <a:off x="3435779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29" name="모서리가 둥근 직사각형 1228">
            <a:extLst>
              <a:ext uri="{FF2B5EF4-FFF2-40B4-BE49-F238E27FC236}">
                <a16:creationId xmlns:a16="http://schemas.microsoft.com/office/drawing/2014/main" id="{7564FC8B-67C6-E979-B224-287E925A97F2}"/>
              </a:ext>
            </a:extLst>
          </p:cNvPr>
          <p:cNvSpPr/>
          <p:nvPr/>
        </p:nvSpPr>
        <p:spPr>
          <a:xfrm>
            <a:off x="3435779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30" name="모서리가 둥근 직사각형 1229">
            <a:extLst>
              <a:ext uri="{FF2B5EF4-FFF2-40B4-BE49-F238E27FC236}">
                <a16:creationId xmlns:a16="http://schemas.microsoft.com/office/drawing/2014/main" id="{2D9DEF0B-1703-F9F4-7C33-07D8BD895A6B}"/>
              </a:ext>
            </a:extLst>
          </p:cNvPr>
          <p:cNvSpPr/>
          <p:nvPr/>
        </p:nvSpPr>
        <p:spPr>
          <a:xfrm>
            <a:off x="3393759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31" name="직선 연결선 1230">
            <a:extLst>
              <a:ext uri="{FF2B5EF4-FFF2-40B4-BE49-F238E27FC236}">
                <a16:creationId xmlns:a16="http://schemas.microsoft.com/office/drawing/2014/main" id="{A7336B2D-B57A-4514-4375-2D9640BB6147}"/>
              </a:ext>
            </a:extLst>
          </p:cNvPr>
          <p:cNvCxnSpPr/>
          <p:nvPr/>
        </p:nvCxnSpPr>
        <p:spPr>
          <a:xfrm>
            <a:off x="3562173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" name="직선 연결선 1231">
            <a:extLst>
              <a:ext uri="{FF2B5EF4-FFF2-40B4-BE49-F238E27FC236}">
                <a16:creationId xmlns:a16="http://schemas.microsoft.com/office/drawing/2014/main" id="{9775EAAF-CC2A-A96E-FA22-7F837A1ED13B}"/>
              </a:ext>
            </a:extLst>
          </p:cNvPr>
          <p:cNvCxnSpPr/>
          <p:nvPr/>
        </p:nvCxnSpPr>
        <p:spPr>
          <a:xfrm>
            <a:off x="3520154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3" name="모서리가 둥근 직사각형 1232">
            <a:extLst>
              <a:ext uri="{FF2B5EF4-FFF2-40B4-BE49-F238E27FC236}">
                <a16:creationId xmlns:a16="http://schemas.microsoft.com/office/drawing/2014/main" id="{2CF6B1F0-7B0F-5BF9-B255-C9BBC55A516C}"/>
              </a:ext>
            </a:extLst>
          </p:cNvPr>
          <p:cNvSpPr/>
          <p:nvPr/>
        </p:nvSpPr>
        <p:spPr>
          <a:xfrm>
            <a:off x="3524464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34" name="모서리가 둥근 직사각형 1233">
            <a:extLst>
              <a:ext uri="{FF2B5EF4-FFF2-40B4-BE49-F238E27FC236}">
                <a16:creationId xmlns:a16="http://schemas.microsoft.com/office/drawing/2014/main" id="{06A92DF3-1C05-5B6D-BE07-9FE3F28653E3}"/>
              </a:ext>
            </a:extLst>
          </p:cNvPr>
          <p:cNvSpPr/>
          <p:nvPr/>
        </p:nvSpPr>
        <p:spPr>
          <a:xfrm>
            <a:off x="3524464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35" name="모서리가 둥근 직사각형 1234">
            <a:extLst>
              <a:ext uri="{FF2B5EF4-FFF2-40B4-BE49-F238E27FC236}">
                <a16:creationId xmlns:a16="http://schemas.microsoft.com/office/drawing/2014/main" id="{308D6AC2-7434-EBD9-DF91-482B2459F308}"/>
              </a:ext>
            </a:extLst>
          </p:cNvPr>
          <p:cNvSpPr/>
          <p:nvPr/>
        </p:nvSpPr>
        <p:spPr>
          <a:xfrm>
            <a:off x="3482445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59" name="직선 연결선 958">
            <a:extLst>
              <a:ext uri="{FF2B5EF4-FFF2-40B4-BE49-F238E27FC236}">
                <a16:creationId xmlns:a16="http://schemas.microsoft.com/office/drawing/2014/main" id="{DEF9E0EF-E85F-D8EC-1B13-40EA937F9F99}"/>
              </a:ext>
            </a:extLst>
          </p:cNvPr>
          <p:cNvCxnSpPr/>
          <p:nvPr/>
        </p:nvCxnSpPr>
        <p:spPr>
          <a:xfrm>
            <a:off x="2858059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0" name="모서리가 둥근 직사각형 959">
            <a:extLst>
              <a:ext uri="{FF2B5EF4-FFF2-40B4-BE49-F238E27FC236}">
                <a16:creationId xmlns:a16="http://schemas.microsoft.com/office/drawing/2014/main" id="{081C7DEA-4133-D108-2D4B-9D2C543C6542}"/>
              </a:ext>
            </a:extLst>
          </p:cNvPr>
          <p:cNvSpPr/>
          <p:nvPr/>
        </p:nvSpPr>
        <p:spPr>
          <a:xfrm>
            <a:off x="2825595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61" name="직선 연결선 960">
            <a:extLst>
              <a:ext uri="{FF2B5EF4-FFF2-40B4-BE49-F238E27FC236}">
                <a16:creationId xmlns:a16="http://schemas.microsoft.com/office/drawing/2014/main" id="{8CEDB4E5-348C-2C8F-4D49-6178FD2E742C}"/>
              </a:ext>
            </a:extLst>
          </p:cNvPr>
          <p:cNvCxnSpPr/>
          <p:nvPr/>
        </p:nvCxnSpPr>
        <p:spPr>
          <a:xfrm flipH="1">
            <a:off x="2957424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" name="직선 연결선 961">
            <a:extLst>
              <a:ext uri="{FF2B5EF4-FFF2-40B4-BE49-F238E27FC236}">
                <a16:creationId xmlns:a16="http://schemas.microsoft.com/office/drawing/2014/main" id="{F36A61DC-734F-5916-6D38-5D3E068C8236}"/>
              </a:ext>
            </a:extLst>
          </p:cNvPr>
          <p:cNvCxnSpPr/>
          <p:nvPr/>
        </p:nvCxnSpPr>
        <p:spPr>
          <a:xfrm>
            <a:off x="2999443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직선 연결선 962">
            <a:extLst>
              <a:ext uri="{FF2B5EF4-FFF2-40B4-BE49-F238E27FC236}">
                <a16:creationId xmlns:a16="http://schemas.microsoft.com/office/drawing/2014/main" id="{632571B4-410D-100B-52A4-B30853F29914}"/>
              </a:ext>
            </a:extLst>
          </p:cNvPr>
          <p:cNvCxnSpPr/>
          <p:nvPr/>
        </p:nvCxnSpPr>
        <p:spPr>
          <a:xfrm>
            <a:off x="2909581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직선 연결선 963">
            <a:extLst>
              <a:ext uri="{FF2B5EF4-FFF2-40B4-BE49-F238E27FC236}">
                <a16:creationId xmlns:a16="http://schemas.microsoft.com/office/drawing/2014/main" id="{4843F638-9CC8-3DEF-4A0A-2631D5F4BA56}"/>
              </a:ext>
            </a:extLst>
          </p:cNvPr>
          <p:cNvCxnSpPr/>
          <p:nvPr/>
        </p:nvCxnSpPr>
        <p:spPr>
          <a:xfrm>
            <a:off x="2957424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직선 연결선 964">
            <a:extLst>
              <a:ext uri="{FF2B5EF4-FFF2-40B4-BE49-F238E27FC236}">
                <a16:creationId xmlns:a16="http://schemas.microsoft.com/office/drawing/2014/main" id="{4F5DA964-4826-8994-A559-DA5956797274}"/>
              </a:ext>
            </a:extLst>
          </p:cNvPr>
          <p:cNvCxnSpPr/>
          <p:nvPr/>
        </p:nvCxnSpPr>
        <p:spPr>
          <a:xfrm flipH="1">
            <a:off x="2907380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6" name="모서리가 둥근 직사각형 965">
            <a:extLst>
              <a:ext uri="{FF2B5EF4-FFF2-40B4-BE49-F238E27FC236}">
                <a16:creationId xmlns:a16="http://schemas.microsoft.com/office/drawing/2014/main" id="{57FAABDE-5AA2-D863-F626-7DA47883F08E}"/>
              </a:ext>
            </a:extLst>
          </p:cNvPr>
          <p:cNvSpPr/>
          <p:nvPr/>
        </p:nvSpPr>
        <p:spPr>
          <a:xfrm>
            <a:off x="2872256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7" name="모서리가 둥근 직사각형 966">
            <a:extLst>
              <a:ext uri="{FF2B5EF4-FFF2-40B4-BE49-F238E27FC236}">
                <a16:creationId xmlns:a16="http://schemas.microsoft.com/office/drawing/2014/main" id="{997D238A-CBDE-454F-F6A3-5B9A3C4CE47B}"/>
              </a:ext>
            </a:extLst>
          </p:cNvPr>
          <p:cNvSpPr/>
          <p:nvPr/>
        </p:nvSpPr>
        <p:spPr>
          <a:xfrm>
            <a:off x="2872256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8" name="모서리가 둥근 직사각형 967">
            <a:extLst>
              <a:ext uri="{FF2B5EF4-FFF2-40B4-BE49-F238E27FC236}">
                <a16:creationId xmlns:a16="http://schemas.microsoft.com/office/drawing/2014/main" id="{50C400FD-CD43-E20E-DF03-4ED7E2A7E5C9}"/>
              </a:ext>
            </a:extLst>
          </p:cNvPr>
          <p:cNvSpPr/>
          <p:nvPr/>
        </p:nvSpPr>
        <p:spPr>
          <a:xfrm>
            <a:off x="2961735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69" name="모서리가 둥근 직사각형 968">
            <a:extLst>
              <a:ext uri="{FF2B5EF4-FFF2-40B4-BE49-F238E27FC236}">
                <a16:creationId xmlns:a16="http://schemas.microsoft.com/office/drawing/2014/main" id="{B4ED5828-EF9B-2AF7-8072-34AE0395CCC9}"/>
              </a:ext>
            </a:extLst>
          </p:cNvPr>
          <p:cNvSpPr/>
          <p:nvPr/>
        </p:nvSpPr>
        <p:spPr>
          <a:xfrm>
            <a:off x="2961735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0" name="모서리가 둥근 직사각형 969">
            <a:extLst>
              <a:ext uri="{FF2B5EF4-FFF2-40B4-BE49-F238E27FC236}">
                <a16:creationId xmlns:a16="http://schemas.microsoft.com/office/drawing/2014/main" id="{213467F6-F12F-8E4B-31D0-C5CCF9448AFF}"/>
              </a:ext>
            </a:extLst>
          </p:cNvPr>
          <p:cNvSpPr/>
          <p:nvPr/>
        </p:nvSpPr>
        <p:spPr>
          <a:xfrm>
            <a:off x="2919715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71" name="직선 연결선 970">
            <a:extLst>
              <a:ext uri="{FF2B5EF4-FFF2-40B4-BE49-F238E27FC236}">
                <a16:creationId xmlns:a16="http://schemas.microsoft.com/office/drawing/2014/main" id="{42B337B7-81DA-4BFE-43CA-95934A24D269}"/>
              </a:ext>
            </a:extLst>
          </p:cNvPr>
          <p:cNvCxnSpPr/>
          <p:nvPr/>
        </p:nvCxnSpPr>
        <p:spPr>
          <a:xfrm>
            <a:off x="3088129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2" name="직선 연결선 971">
            <a:extLst>
              <a:ext uri="{FF2B5EF4-FFF2-40B4-BE49-F238E27FC236}">
                <a16:creationId xmlns:a16="http://schemas.microsoft.com/office/drawing/2014/main" id="{B48383EA-4DCF-5B32-BC4F-933F5EDB0D7D}"/>
              </a:ext>
            </a:extLst>
          </p:cNvPr>
          <p:cNvCxnSpPr/>
          <p:nvPr/>
        </p:nvCxnSpPr>
        <p:spPr>
          <a:xfrm>
            <a:off x="3046110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3" name="모서리가 둥근 직사각형 972">
            <a:extLst>
              <a:ext uri="{FF2B5EF4-FFF2-40B4-BE49-F238E27FC236}">
                <a16:creationId xmlns:a16="http://schemas.microsoft.com/office/drawing/2014/main" id="{23717C5E-1105-DCA9-631B-D80D48DB219F}"/>
              </a:ext>
            </a:extLst>
          </p:cNvPr>
          <p:cNvSpPr/>
          <p:nvPr/>
        </p:nvSpPr>
        <p:spPr>
          <a:xfrm>
            <a:off x="3050420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4" name="모서리가 둥근 직사각형 973">
            <a:extLst>
              <a:ext uri="{FF2B5EF4-FFF2-40B4-BE49-F238E27FC236}">
                <a16:creationId xmlns:a16="http://schemas.microsoft.com/office/drawing/2014/main" id="{16B8D00C-6AC8-874B-0344-7898A5E88AAB}"/>
              </a:ext>
            </a:extLst>
          </p:cNvPr>
          <p:cNvSpPr/>
          <p:nvPr/>
        </p:nvSpPr>
        <p:spPr>
          <a:xfrm>
            <a:off x="3050420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5" name="모서리가 둥근 직사각형 974">
            <a:extLst>
              <a:ext uri="{FF2B5EF4-FFF2-40B4-BE49-F238E27FC236}">
                <a16:creationId xmlns:a16="http://schemas.microsoft.com/office/drawing/2014/main" id="{D8EF04FD-C256-7777-9775-8B731B3FF258}"/>
              </a:ext>
            </a:extLst>
          </p:cNvPr>
          <p:cNvSpPr/>
          <p:nvPr/>
        </p:nvSpPr>
        <p:spPr>
          <a:xfrm>
            <a:off x="3008401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76" name="직선 연결선 975">
            <a:extLst>
              <a:ext uri="{FF2B5EF4-FFF2-40B4-BE49-F238E27FC236}">
                <a16:creationId xmlns:a16="http://schemas.microsoft.com/office/drawing/2014/main" id="{008FD9CD-5201-A583-DFCB-EEB7F92669AF}"/>
              </a:ext>
            </a:extLst>
          </p:cNvPr>
          <p:cNvCxnSpPr/>
          <p:nvPr/>
        </p:nvCxnSpPr>
        <p:spPr>
          <a:xfrm>
            <a:off x="3441764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7" name="모서리가 둥근 직사각형 976">
            <a:extLst>
              <a:ext uri="{FF2B5EF4-FFF2-40B4-BE49-F238E27FC236}">
                <a16:creationId xmlns:a16="http://schemas.microsoft.com/office/drawing/2014/main" id="{D38805F6-320C-62A0-4D4C-45C066839B30}"/>
              </a:ext>
            </a:extLst>
          </p:cNvPr>
          <p:cNvSpPr/>
          <p:nvPr/>
        </p:nvSpPr>
        <p:spPr>
          <a:xfrm>
            <a:off x="3409300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78" name="직선 연결선 977">
            <a:extLst>
              <a:ext uri="{FF2B5EF4-FFF2-40B4-BE49-F238E27FC236}">
                <a16:creationId xmlns:a16="http://schemas.microsoft.com/office/drawing/2014/main" id="{15639E42-0471-3116-464E-1B87557F24AF}"/>
              </a:ext>
            </a:extLst>
          </p:cNvPr>
          <p:cNvCxnSpPr/>
          <p:nvPr/>
        </p:nvCxnSpPr>
        <p:spPr>
          <a:xfrm flipH="1">
            <a:off x="3541129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" name="직선 연결선 978">
            <a:extLst>
              <a:ext uri="{FF2B5EF4-FFF2-40B4-BE49-F238E27FC236}">
                <a16:creationId xmlns:a16="http://schemas.microsoft.com/office/drawing/2014/main" id="{8968FCDF-F2E8-75D5-D779-B40792BC69A6}"/>
              </a:ext>
            </a:extLst>
          </p:cNvPr>
          <p:cNvCxnSpPr/>
          <p:nvPr/>
        </p:nvCxnSpPr>
        <p:spPr>
          <a:xfrm>
            <a:off x="3583148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0" name="직선 연결선 979">
            <a:extLst>
              <a:ext uri="{FF2B5EF4-FFF2-40B4-BE49-F238E27FC236}">
                <a16:creationId xmlns:a16="http://schemas.microsoft.com/office/drawing/2014/main" id="{FA4492F6-C8F4-27EF-9B80-0EA638040404}"/>
              </a:ext>
            </a:extLst>
          </p:cNvPr>
          <p:cNvCxnSpPr/>
          <p:nvPr/>
        </p:nvCxnSpPr>
        <p:spPr>
          <a:xfrm>
            <a:off x="3493286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1" name="직선 연결선 980">
            <a:extLst>
              <a:ext uri="{FF2B5EF4-FFF2-40B4-BE49-F238E27FC236}">
                <a16:creationId xmlns:a16="http://schemas.microsoft.com/office/drawing/2014/main" id="{32D3B1C0-468F-BA68-FA73-432CEB90A4BE}"/>
              </a:ext>
            </a:extLst>
          </p:cNvPr>
          <p:cNvCxnSpPr/>
          <p:nvPr/>
        </p:nvCxnSpPr>
        <p:spPr>
          <a:xfrm>
            <a:off x="3541129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직선 연결선 981">
            <a:extLst>
              <a:ext uri="{FF2B5EF4-FFF2-40B4-BE49-F238E27FC236}">
                <a16:creationId xmlns:a16="http://schemas.microsoft.com/office/drawing/2014/main" id="{6C89D072-8E8B-F3D6-7006-AAEDC9EE3254}"/>
              </a:ext>
            </a:extLst>
          </p:cNvPr>
          <p:cNvCxnSpPr/>
          <p:nvPr/>
        </p:nvCxnSpPr>
        <p:spPr>
          <a:xfrm flipH="1">
            <a:off x="3491085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모서리가 둥근 직사각형 982">
            <a:extLst>
              <a:ext uri="{FF2B5EF4-FFF2-40B4-BE49-F238E27FC236}">
                <a16:creationId xmlns:a16="http://schemas.microsoft.com/office/drawing/2014/main" id="{6DE51597-2EA7-D1AD-D6BD-C8A1C86EAC88}"/>
              </a:ext>
            </a:extLst>
          </p:cNvPr>
          <p:cNvSpPr/>
          <p:nvPr/>
        </p:nvSpPr>
        <p:spPr>
          <a:xfrm>
            <a:off x="3455961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4" name="모서리가 둥근 직사각형 983">
            <a:extLst>
              <a:ext uri="{FF2B5EF4-FFF2-40B4-BE49-F238E27FC236}">
                <a16:creationId xmlns:a16="http://schemas.microsoft.com/office/drawing/2014/main" id="{CC5A245A-A1FB-A59C-68F8-7CA5387175C4}"/>
              </a:ext>
            </a:extLst>
          </p:cNvPr>
          <p:cNvSpPr/>
          <p:nvPr/>
        </p:nvSpPr>
        <p:spPr>
          <a:xfrm>
            <a:off x="3455961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5" name="모서리가 둥근 직사각형 984">
            <a:extLst>
              <a:ext uri="{FF2B5EF4-FFF2-40B4-BE49-F238E27FC236}">
                <a16:creationId xmlns:a16="http://schemas.microsoft.com/office/drawing/2014/main" id="{54E15F51-743C-A859-ECA2-3A9D55950B65}"/>
              </a:ext>
            </a:extLst>
          </p:cNvPr>
          <p:cNvSpPr/>
          <p:nvPr/>
        </p:nvSpPr>
        <p:spPr>
          <a:xfrm>
            <a:off x="3545440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6" name="모서리가 둥근 직사각형 985">
            <a:extLst>
              <a:ext uri="{FF2B5EF4-FFF2-40B4-BE49-F238E27FC236}">
                <a16:creationId xmlns:a16="http://schemas.microsoft.com/office/drawing/2014/main" id="{627AB3A1-0367-158E-B521-557B68E3F516}"/>
              </a:ext>
            </a:extLst>
          </p:cNvPr>
          <p:cNvSpPr/>
          <p:nvPr/>
        </p:nvSpPr>
        <p:spPr>
          <a:xfrm>
            <a:off x="3545440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7" name="모서리가 둥근 직사각형 986">
            <a:extLst>
              <a:ext uri="{FF2B5EF4-FFF2-40B4-BE49-F238E27FC236}">
                <a16:creationId xmlns:a16="http://schemas.microsoft.com/office/drawing/2014/main" id="{08C07BF4-06C3-BBD6-38BB-424CC0B972A9}"/>
              </a:ext>
            </a:extLst>
          </p:cNvPr>
          <p:cNvSpPr/>
          <p:nvPr/>
        </p:nvSpPr>
        <p:spPr>
          <a:xfrm>
            <a:off x="3503420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88" name="직선 연결선 987">
            <a:extLst>
              <a:ext uri="{FF2B5EF4-FFF2-40B4-BE49-F238E27FC236}">
                <a16:creationId xmlns:a16="http://schemas.microsoft.com/office/drawing/2014/main" id="{225D9602-498E-68FA-6E7A-3557CC15C6E3}"/>
              </a:ext>
            </a:extLst>
          </p:cNvPr>
          <p:cNvCxnSpPr/>
          <p:nvPr/>
        </p:nvCxnSpPr>
        <p:spPr>
          <a:xfrm>
            <a:off x="3671834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직선 연결선 988">
            <a:extLst>
              <a:ext uri="{FF2B5EF4-FFF2-40B4-BE49-F238E27FC236}">
                <a16:creationId xmlns:a16="http://schemas.microsoft.com/office/drawing/2014/main" id="{5A4CBECD-1F1F-B76F-C0E4-1350B0FE9545}"/>
              </a:ext>
            </a:extLst>
          </p:cNvPr>
          <p:cNvCxnSpPr/>
          <p:nvPr/>
        </p:nvCxnSpPr>
        <p:spPr>
          <a:xfrm>
            <a:off x="3629814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0" name="모서리가 둥근 직사각형 989">
            <a:extLst>
              <a:ext uri="{FF2B5EF4-FFF2-40B4-BE49-F238E27FC236}">
                <a16:creationId xmlns:a16="http://schemas.microsoft.com/office/drawing/2014/main" id="{C462A175-3293-68A9-9999-10DCE85D981D}"/>
              </a:ext>
            </a:extLst>
          </p:cNvPr>
          <p:cNvSpPr/>
          <p:nvPr/>
        </p:nvSpPr>
        <p:spPr>
          <a:xfrm>
            <a:off x="3634125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1" name="모서리가 둥근 직사각형 990">
            <a:extLst>
              <a:ext uri="{FF2B5EF4-FFF2-40B4-BE49-F238E27FC236}">
                <a16:creationId xmlns:a16="http://schemas.microsoft.com/office/drawing/2014/main" id="{A55ED2E3-1342-069E-3EBC-9F1E7826DF0D}"/>
              </a:ext>
            </a:extLst>
          </p:cNvPr>
          <p:cNvSpPr/>
          <p:nvPr/>
        </p:nvSpPr>
        <p:spPr>
          <a:xfrm>
            <a:off x="3634125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2" name="모서리가 둥근 직사각형 991">
            <a:extLst>
              <a:ext uri="{FF2B5EF4-FFF2-40B4-BE49-F238E27FC236}">
                <a16:creationId xmlns:a16="http://schemas.microsoft.com/office/drawing/2014/main" id="{BDB8C865-013D-E21D-116C-8EC0754799A2}"/>
              </a:ext>
            </a:extLst>
          </p:cNvPr>
          <p:cNvSpPr/>
          <p:nvPr/>
        </p:nvSpPr>
        <p:spPr>
          <a:xfrm>
            <a:off x="3592106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93" name="직선 연결선 992">
            <a:extLst>
              <a:ext uri="{FF2B5EF4-FFF2-40B4-BE49-F238E27FC236}">
                <a16:creationId xmlns:a16="http://schemas.microsoft.com/office/drawing/2014/main" id="{52E3BE3E-96AD-7F9B-6D08-CCE6681724E0}"/>
              </a:ext>
            </a:extLst>
          </p:cNvPr>
          <p:cNvCxnSpPr/>
          <p:nvPr/>
        </p:nvCxnSpPr>
        <p:spPr>
          <a:xfrm flipH="1">
            <a:off x="3597872" y="5566736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직선 연결선 993">
            <a:extLst>
              <a:ext uri="{FF2B5EF4-FFF2-40B4-BE49-F238E27FC236}">
                <a16:creationId xmlns:a16="http://schemas.microsoft.com/office/drawing/2014/main" id="{49B8468A-5275-A318-15D8-D39407113A7C}"/>
              </a:ext>
            </a:extLst>
          </p:cNvPr>
          <p:cNvCxnSpPr/>
          <p:nvPr/>
        </p:nvCxnSpPr>
        <p:spPr>
          <a:xfrm>
            <a:off x="3529319" y="5521760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5" name="모서리가 둥근 직사각형 994">
            <a:extLst>
              <a:ext uri="{FF2B5EF4-FFF2-40B4-BE49-F238E27FC236}">
                <a16:creationId xmlns:a16="http://schemas.microsoft.com/office/drawing/2014/main" id="{DF8436FD-A563-69B8-1138-858267FD7F1F}"/>
              </a:ext>
            </a:extLst>
          </p:cNvPr>
          <p:cNvSpPr/>
          <p:nvPr/>
        </p:nvSpPr>
        <p:spPr>
          <a:xfrm>
            <a:off x="3473120" y="5490129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172" name="직선 연결선 1171">
            <a:extLst>
              <a:ext uri="{FF2B5EF4-FFF2-40B4-BE49-F238E27FC236}">
                <a16:creationId xmlns:a16="http://schemas.microsoft.com/office/drawing/2014/main" id="{10015D97-8DAD-1F9D-9D8D-96BA87FF0B57}"/>
              </a:ext>
            </a:extLst>
          </p:cNvPr>
          <p:cNvCxnSpPr/>
          <p:nvPr/>
        </p:nvCxnSpPr>
        <p:spPr>
          <a:xfrm flipH="1">
            <a:off x="3398614" y="584064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직선 연결선 1172">
            <a:extLst>
              <a:ext uri="{FF2B5EF4-FFF2-40B4-BE49-F238E27FC236}">
                <a16:creationId xmlns:a16="http://schemas.microsoft.com/office/drawing/2014/main" id="{2CB1AC13-C3A7-737F-F18A-04C051011EBC}"/>
              </a:ext>
            </a:extLst>
          </p:cNvPr>
          <p:cNvCxnSpPr/>
          <p:nvPr/>
        </p:nvCxnSpPr>
        <p:spPr>
          <a:xfrm>
            <a:off x="3440633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직선 연결선 1173">
            <a:extLst>
              <a:ext uri="{FF2B5EF4-FFF2-40B4-BE49-F238E27FC236}">
                <a16:creationId xmlns:a16="http://schemas.microsoft.com/office/drawing/2014/main" id="{D120AC55-64E7-0DA1-1CCF-B5F457C63B50}"/>
              </a:ext>
            </a:extLst>
          </p:cNvPr>
          <p:cNvCxnSpPr/>
          <p:nvPr/>
        </p:nvCxnSpPr>
        <p:spPr>
          <a:xfrm>
            <a:off x="3350772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직선 연결선 1174">
            <a:extLst>
              <a:ext uri="{FF2B5EF4-FFF2-40B4-BE49-F238E27FC236}">
                <a16:creationId xmlns:a16="http://schemas.microsoft.com/office/drawing/2014/main" id="{79D5686D-FB4B-C9B4-BBBA-9B193369C930}"/>
              </a:ext>
            </a:extLst>
          </p:cNvPr>
          <p:cNvCxnSpPr/>
          <p:nvPr/>
        </p:nvCxnSpPr>
        <p:spPr>
          <a:xfrm>
            <a:off x="3398614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직선 연결선 1175">
            <a:extLst>
              <a:ext uri="{FF2B5EF4-FFF2-40B4-BE49-F238E27FC236}">
                <a16:creationId xmlns:a16="http://schemas.microsoft.com/office/drawing/2014/main" id="{C3BB82BE-F3F7-9799-FCAF-D9963B8FA8EB}"/>
              </a:ext>
            </a:extLst>
          </p:cNvPr>
          <p:cNvCxnSpPr/>
          <p:nvPr/>
        </p:nvCxnSpPr>
        <p:spPr>
          <a:xfrm flipH="1">
            <a:off x="3348570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" name="모서리가 둥근 직사각형 1176">
            <a:extLst>
              <a:ext uri="{FF2B5EF4-FFF2-40B4-BE49-F238E27FC236}">
                <a16:creationId xmlns:a16="http://schemas.microsoft.com/office/drawing/2014/main" id="{AE0623BC-1D32-31A3-4FFA-89F0FFCF4613}"/>
              </a:ext>
            </a:extLst>
          </p:cNvPr>
          <p:cNvSpPr/>
          <p:nvPr/>
        </p:nvSpPr>
        <p:spPr>
          <a:xfrm>
            <a:off x="3313446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78" name="모서리가 둥근 직사각형 1177">
            <a:extLst>
              <a:ext uri="{FF2B5EF4-FFF2-40B4-BE49-F238E27FC236}">
                <a16:creationId xmlns:a16="http://schemas.microsoft.com/office/drawing/2014/main" id="{5FC320FC-9EC5-99FD-CCCC-FB9B61A654BE}"/>
              </a:ext>
            </a:extLst>
          </p:cNvPr>
          <p:cNvSpPr/>
          <p:nvPr/>
        </p:nvSpPr>
        <p:spPr>
          <a:xfrm>
            <a:off x="3313446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79" name="모서리가 둥근 직사각형 1178">
            <a:extLst>
              <a:ext uri="{FF2B5EF4-FFF2-40B4-BE49-F238E27FC236}">
                <a16:creationId xmlns:a16="http://schemas.microsoft.com/office/drawing/2014/main" id="{190D9354-0233-C3A4-5F7F-BE9B4C599922}"/>
              </a:ext>
            </a:extLst>
          </p:cNvPr>
          <p:cNvSpPr/>
          <p:nvPr/>
        </p:nvSpPr>
        <p:spPr>
          <a:xfrm>
            <a:off x="3402925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80" name="모서리가 둥근 직사각형 1179">
            <a:extLst>
              <a:ext uri="{FF2B5EF4-FFF2-40B4-BE49-F238E27FC236}">
                <a16:creationId xmlns:a16="http://schemas.microsoft.com/office/drawing/2014/main" id="{4D55A61E-3E22-AD3B-51AC-6912CDD3EA50}"/>
              </a:ext>
            </a:extLst>
          </p:cNvPr>
          <p:cNvSpPr/>
          <p:nvPr/>
        </p:nvSpPr>
        <p:spPr>
          <a:xfrm>
            <a:off x="3402925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81" name="모서리가 둥근 직사각형 1180">
            <a:extLst>
              <a:ext uri="{FF2B5EF4-FFF2-40B4-BE49-F238E27FC236}">
                <a16:creationId xmlns:a16="http://schemas.microsoft.com/office/drawing/2014/main" id="{D1012596-0E72-E44D-463B-6FF1BB6A6A0D}"/>
              </a:ext>
            </a:extLst>
          </p:cNvPr>
          <p:cNvSpPr/>
          <p:nvPr/>
        </p:nvSpPr>
        <p:spPr>
          <a:xfrm>
            <a:off x="3360905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82" name="직선 연결선 1181">
            <a:extLst>
              <a:ext uri="{FF2B5EF4-FFF2-40B4-BE49-F238E27FC236}">
                <a16:creationId xmlns:a16="http://schemas.microsoft.com/office/drawing/2014/main" id="{428C1896-F22A-0AC7-5D7E-B643B97C0A26}"/>
              </a:ext>
            </a:extLst>
          </p:cNvPr>
          <p:cNvCxnSpPr/>
          <p:nvPr/>
        </p:nvCxnSpPr>
        <p:spPr>
          <a:xfrm>
            <a:off x="3593764" y="584142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3" name="모서리가 둥근 직사각형 1182">
            <a:extLst>
              <a:ext uri="{FF2B5EF4-FFF2-40B4-BE49-F238E27FC236}">
                <a16:creationId xmlns:a16="http://schemas.microsoft.com/office/drawing/2014/main" id="{7020F346-D223-C02D-2928-3A1EA2D93951}"/>
              </a:ext>
            </a:extLst>
          </p:cNvPr>
          <p:cNvSpPr/>
          <p:nvPr/>
        </p:nvSpPr>
        <p:spPr>
          <a:xfrm>
            <a:off x="3561300" y="581574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184" name="직선 연결선 1183">
            <a:extLst>
              <a:ext uri="{FF2B5EF4-FFF2-40B4-BE49-F238E27FC236}">
                <a16:creationId xmlns:a16="http://schemas.microsoft.com/office/drawing/2014/main" id="{AE1570F8-3222-771D-274D-255770B0C6EA}"/>
              </a:ext>
            </a:extLst>
          </p:cNvPr>
          <p:cNvCxnSpPr/>
          <p:nvPr/>
        </p:nvCxnSpPr>
        <p:spPr>
          <a:xfrm>
            <a:off x="3529319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직선 연결선 1184">
            <a:extLst>
              <a:ext uri="{FF2B5EF4-FFF2-40B4-BE49-F238E27FC236}">
                <a16:creationId xmlns:a16="http://schemas.microsoft.com/office/drawing/2014/main" id="{CC520B3B-21E5-8BA3-B977-7A0F36EF5026}"/>
              </a:ext>
            </a:extLst>
          </p:cNvPr>
          <p:cNvCxnSpPr/>
          <p:nvPr/>
        </p:nvCxnSpPr>
        <p:spPr>
          <a:xfrm>
            <a:off x="3487300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6" name="모서리가 둥근 직사각형 1185">
            <a:extLst>
              <a:ext uri="{FF2B5EF4-FFF2-40B4-BE49-F238E27FC236}">
                <a16:creationId xmlns:a16="http://schemas.microsoft.com/office/drawing/2014/main" id="{53575A4C-F6B5-F5A5-B4A7-896CACC349E1}"/>
              </a:ext>
            </a:extLst>
          </p:cNvPr>
          <p:cNvSpPr/>
          <p:nvPr/>
        </p:nvSpPr>
        <p:spPr>
          <a:xfrm>
            <a:off x="3491611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87" name="모서리가 둥근 직사각형 1186">
            <a:extLst>
              <a:ext uri="{FF2B5EF4-FFF2-40B4-BE49-F238E27FC236}">
                <a16:creationId xmlns:a16="http://schemas.microsoft.com/office/drawing/2014/main" id="{85C89EA5-B48E-54BB-72F0-A3A3B3954D1A}"/>
              </a:ext>
            </a:extLst>
          </p:cNvPr>
          <p:cNvSpPr/>
          <p:nvPr/>
        </p:nvSpPr>
        <p:spPr>
          <a:xfrm>
            <a:off x="3491611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88" name="모서리가 둥근 직사각형 1187">
            <a:extLst>
              <a:ext uri="{FF2B5EF4-FFF2-40B4-BE49-F238E27FC236}">
                <a16:creationId xmlns:a16="http://schemas.microsoft.com/office/drawing/2014/main" id="{79CFF45B-7C27-8FC1-EA01-E342027FBEF8}"/>
              </a:ext>
            </a:extLst>
          </p:cNvPr>
          <p:cNvSpPr/>
          <p:nvPr/>
        </p:nvSpPr>
        <p:spPr>
          <a:xfrm>
            <a:off x="3449591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89" name="직선 연결선 1188">
            <a:extLst>
              <a:ext uri="{FF2B5EF4-FFF2-40B4-BE49-F238E27FC236}">
                <a16:creationId xmlns:a16="http://schemas.microsoft.com/office/drawing/2014/main" id="{F3AF82F7-5A85-4CE2-0277-66FCE2AB63C5}"/>
              </a:ext>
            </a:extLst>
          </p:cNvPr>
          <p:cNvCxnSpPr/>
          <p:nvPr/>
        </p:nvCxnSpPr>
        <p:spPr>
          <a:xfrm flipH="1">
            <a:off x="3693129" y="590812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직선 연결선 1189">
            <a:extLst>
              <a:ext uri="{FF2B5EF4-FFF2-40B4-BE49-F238E27FC236}">
                <a16:creationId xmlns:a16="http://schemas.microsoft.com/office/drawing/2014/main" id="{147ED2B0-E3EA-C164-D7CC-A6780EAA8CBF}"/>
              </a:ext>
            </a:extLst>
          </p:cNvPr>
          <p:cNvCxnSpPr/>
          <p:nvPr/>
        </p:nvCxnSpPr>
        <p:spPr>
          <a:xfrm>
            <a:off x="3735148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직선 연결선 1190">
            <a:extLst>
              <a:ext uri="{FF2B5EF4-FFF2-40B4-BE49-F238E27FC236}">
                <a16:creationId xmlns:a16="http://schemas.microsoft.com/office/drawing/2014/main" id="{AA140285-8B88-E928-2798-144A135CDF6E}"/>
              </a:ext>
            </a:extLst>
          </p:cNvPr>
          <p:cNvCxnSpPr/>
          <p:nvPr/>
        </p:nvCxnSpPr>
        <p:spPr>
          <a:xfrm>
            <a:off x="3645286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직선 연결선 1191">
            <a:extLst>
              <a:ext uri="{FF2B5EF4-FFF2-40B4-BE49-F238E27FC236}">
                <a16:creationId xmlns:a16="http://schemas.microsoft.com/office/drawing/2014/main" id="{DEEED819-EA98-4049-E92B-89818BAD28DB}"/>
              </a:ext>
            </a:extLst>
          </p:cNvPr>
          <p:cNvCxnSpPr/>
          <p:nvPr/>
        </p:nvCxnSpPr>
        <p:spPr>
          <a:xfrm>
            <a:off x="3693129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직선 연결선 1192">
            <a:extLst>
              <a:ext uri="{FF2B5EF4-FFF2-40B4-BE49-F238E27FC236}">
                <a16:creationId xmlns:a16="http://schemas.microsoft.com/office/drawing/2014/main" id="{059AFB3D-59D4-9385-1E0E-99D08263522E}"/>
              </a:ext>
            </a:extLst>
          </p:cNvPr>
          <p:cNvCxnSpPr/>
          <p:nvPr/>
        </p:nvCxnSpPr>
        <p:spPr>
          <a:xfrm flipH="1">
            <a:off x="3643085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4" name="모서리가 둥근 직사각형 1193">
            <a:extLst>
              <a:ext uri="{FF2B5EF4-FFF2-40B4-BE49-F238E27FC236}">
                <a16:creationId xmlns:a16="http://schemas.microsoft.com/office/drawing/2014/main" id="{A85CB70A-37E7-C0CA-579A-EC0003620654}"/>
              </a:ext>
            </a:extLst>
          </p:cNvPr>
          <p:cNvSpPr/>
          <p:nvPr/>
        </p:nvSpPr>
        <p:spPr>
          <a:xfrm>
            <a:off x="3607961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95" name="모서리가 둥근 직사각형 1194">
            <a:extLst>
              <a:ext uri="{FF2B5EF4-FFF2-40B4-BE49-F238E27FC236}">
                <a16:creationId xmlns:a16="http://schemas.microsoft.com/office/drawing/2014/main" id="{BF655832-655D-A66A-A8A8-7961E2833CEE}"/>
              </a:ext>
            </a:extLst>
          </p:cNvPr>
          <p:cNvSpPr/>
          <p:nvPr/>
        </p:nvSpPr>
        <p:spPr>
          <a:xfrm>
            <a:off x="3607961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96" name="모서리가 둥근 직사각형 1195">
            <a:extLst>
              <a:ext uri="{FF2B5EF4-FFF2-40B4-BE49-F238E27FC236}">
                <a16:creationId xmlns:a16="http://schemas.microsoft.com/office/drawing/2014/main" id="{E4814084-0743-9DFB-BC5A-52BF0DF87384}"/>
              </a:ext>
            </a:extLst>
          </p:cNvPr>
          <p:cNvSpPr/>
          <p:nvPr/>
        </p:nvSpPr>
        <p:spPr>
          <a:xfrm>
            <a:off x="3697440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97" name="모서리가 둥근 직사각형 1196">
            <a:extLst>
              <a:ext uri="{FF2B5EF4-FFF2-40B4-BE49-F238E27FC236}">
                <a16:creationId xmlns:a16="http://schemas.microsoft.com/office/drawing/2014/main" id="{98A73A19-931C-A386-B017-42E5A7476535}"/>
              </a:ext>
            </a:extLst>
          </p:cNvPr>
          <p:cNvSpPr/>
          <p:nvPr/>
        </p:nvSpPr>
        <p:spPr>
          <a:xfrm>
            <a:off x="3697440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98" name="모서리가 둥근 직사각형 1197">
            <a:extLst>
              <a:ext uri="{FF2B5EF4-FFF2-40B4-BE49-F238E27FC236}">
                <a16:creationId xmlns:a16="http://schemas.microsoft.com/office/drawing/2014/main" id="{F52519AA-BFE4-3646-76B1-F2B77EE75E32}"/>
              </a:ext>
            </a:extLst>
          </p:cNvPr>
          <p:cNvSpPr/>
          <p:nvPr/>
        </p:nvSpPr>
        <p:spPr>
          <a:xfrm>
            <a:off x="3655420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99" name="직선 연결선 1198">
            <a:extLst>
              <a:ext uri="{FF2B5EF4-FFF2-40B4-BE49-F238E27FC236}">
                <a16:creationId xmlns:a16="http://schemas.microsoft.com/office/drawing/2014/main" id="{7E2B85D7-5DDF-EC87-AC52-B640AC00F0E5}"/>
              </a:ext>
            </a:extLst>
          </p:cNvPr>
          <p:cNvCxnSpPr/>
          <p:nvPr/>
        </p:nvCxnSpPr>
        <p:spPr>
          <a:xfrm>
            <a:off x="3823834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직선 연결선 1199">
            <a:extLst>
              <a:ext uri="{FF2B5EF4-FFF2-40B4-BE49-F238E27FC236}">
                <a16:creationId xmlns:a16="http://schemas.microsoft.com/office/drawing/2014/main" id="{413C8E42-25B2-632C-2A04-91A65A73A82C}"/>
              </a:ext>
            </a:extLst>
          </p:cNvPr>
          <p:cNvCxnSpPr/>
          <p:nvPr/>
        </p:nvCxnSpPr>
        <p:spPr>
          <a:xfrm>
            <a:off x="3781815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1" name="모서리가 둥근 직사각형 1200">
            <a:extLst>
              <a:ext uri="{FF2B5EF4-FFF2-40B4-BE49-F238E27FC236}">
                <a16:creationId xmlns:a16="http://schemas.microsoft.com/office/drawing/2014/main" id="{A55531A6-DAB1-FAAC-7C77-BEAC3D1CBBA6}"/>
              </a:ext>
            </a:extLst>
          </p:cNvPr>
          <p:cNvSpPr/>
          <p:nvPr/>
        </p:nvSpPr>
        <p:spPr>
          <a:xfrm>
            <a:off x="3786125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02" name="모서리가 둥근 직사각형 1201">
            <a:extLst>
              <a:ext uri="{FF2B5EF4-FFF2-40B4-BE49-F238E27FC236}">
                <a16:creationId xmlns:a16="http://schemas.microsoft.com/office/drawing/2014/main" id="{11171F93-0CF5-2227-EB26-C3CABF08142A}"/>
              </a:ext>
            </a:extLst>
          </p:cNvPr>
          <p:cNvSpPr/>
          <p:nvPr/>
        </p:nvSpPr>
        <p:spPr>
          <a:xfrm>
            <a:off x="3786125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03" name="모서리가 둥근 직사각형 1202">
            <a:extLst>
              <a:ext uri="{FF2B5EF4-FFF2-40B4-BE49-F238E27FC236}">
                <a16:creationId xmlns:a16="http://schemas.microsoft.com/office/drawing/2014/main" id="{FAF0496A-8FEC-BBCC-74FE-5550C52AF50E}"/>
              </a:ext>
            </a:extLst>
          </p:cNvPr>
          <p:cNvSpPr/>
          <p:nvPr/>
        </p:nvSpPr>
        <p:spPr>
          <a:xfrm>
            <a:off x="3744106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997" name="직선 연결선 996">
            <a:extLst>
              <a:ext uri="{FF2B5EF4-FFF2-40B4-BE49-F238E27FC236}">
                <a16:creationId xmlns:a16="http://schemas.microsoft.com/office/drawing/2014/main" id="{AC23BC21-BB54-B442-0EDE-E5E77FE3456A}"/>
              </a:ext>
            </a:extLst>
          </p:cNvPr>
          <p:cNvCxnSpPr/>
          <p:nvPr/>
        </p:nvCxnSpPr>
        <p:spPr>
          <a:xfrm>
            <a:off x="3703425" y="556591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8" name="모서리가 둥근 직사각형 997">
            <a:extLst>
              <a:ext uri="{FF2B5EF4-FFF2-40B4-BE49-F238E27FC236}">
                <a16:creationId xmlns:a16="http://schemas.microsoft.com/office/drawing/2014/main" id="{F69C41C4-4474-3CA3-6FEC-6B5A54B11E2E}"/>
              </a:ext>
            </a:extLst>
          </p:cNvPr>
          <p:cNvSpPr/>
          <p:nvPr/>
        </p:nvSpPr>
        <p:spPr>
          <a:xfrm>
            <a:off x="3670961" y="554023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99" name="직선 연결선 998">
            <a:extLst>
              <a:ext uri="{FF2B5EF4-FFF2-40B4-BE49-F238E27FC236}">
                <a16:creationId xmlns:a16="http://schemas.microsoft.com/office/drawing/2014/main" id="{6C42FB1B-8777-8761-2FE7-95ACE6E3C214}"/>
              </a:ext>
            </a:extLst>
          </p:cNvPr>
          <p:cNvCxnSpPr/>
          <p:nvPr/>
        </p:nvCxnSpPr>
        <p:spPr>
          <a:xfrm flipH="1">
            <a:off x="3802790" y="56326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직선 연결선 999">
            <a:extLst>
              <a:ext uri="{FF2B5EF4-FFF2-40B4-BE49-F238E27FC236}">
                <a16:creationId xmlns:a16="http://schemas.microsoft.com/office/drawing/2014/main" id="{095855FB-AA52-84D7-2674-F21C1EE222D9}"/>
              </a:ext>
            </a:extLst>
          </p:cNvPr>
          <p:cNvCxnSpPr/>
          <p:nvPr/>
        </p:nvCxnSpPr>
        <p:spPr>
          <a:xfrm>
            <a:off x="3844809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연결선 1000">
            <a:extLst>
              <a:ext uri="{FF2B5EF4-FFF2-40B4-BE49-F238E27FC236}">
                <a16:creationId xmlns:a16="http://schemas.microsoft.com/office/drawing/2014/main" id="{C2B24BBE-144B-77DF-B3ED-691505FA7613}"/>
              </a:ext>
            </a:extLst>
          </p:cNvPr>
          <p:cNvCxnSpPr/>
          <p:nvPr/>
        </p:nvCxnSpPr>
        <p:spPr>
          <a:xfrm>
            <a:off x="3754948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직선 연결선 1001">
            <a:extLst>
              <a:ext uri="{FF2B5EF4-FFF2-40B4-BE49-F238E27FC236}">
                <a16:creationId xmlns:a16="http://schemas.microsoft.com/office/drawing/2014/main" id="{CF4532C7-3E9D-B063-7423-885CE731058C}"/>
              </a:ext>
            </a:extLst>
          </p:cNvPr>
          <p:cNvCxnSpPr/>
          <p:nvPr/>
        </p:nvCxnSpPr>
        <p:spPr>
          <a:xfrm>
            <a:off x="3802790" y="56838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직선 연결선 1002">
            <a:extLst>
              <a:ext uri="{FF2B5EF4-FFF2-40B4-BE49-F238E27FC236}">
                <a16:creationId xmlns:a16="http://schemas.microsoft.com/office/drawing/2014/main" id="{95611124-BBAC-B377-0BBD-EADD1700D7F3}"/>
              </a:ext>
            </a:extLst>
          </p:cNvPr>
          <p:cNvCxnSpPr/>
          <p:nvPr/>
        </p:nvCxnSpPr>
        <p:spPr>
          <a:xfrm flipH="1">
            <a:off x="3752746" y="5680507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모서리가 둥근 직사각형 1003">
            <a:extLst>
              <a:ext uri="{FF2B5EF4-FFF2-40B4-BE49-F238E27FC236}">
                <a16:creationId xmlns:a16="http://schemas.microsoft.com/office/drawing/2014/main" id="{3BC020FE-1A3A-5D55-1448-D2A4BAFABEF3}"/>
              </a:ext>
            </a:extLst>
          </p:cNvPr>
          <p:cNvSpPr/>
          <p:nvPr/>
        </p:nvSpPr>
        <p:spPr>
          <a:xfrm>
            <a:off x="3717622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5" name="모서리가 둥근 직사각형 1004">
            <a:extLst>
              <a:ext uri="{FF2B5EF4-FFF2-40B4-BE49-F238E27FC236}">
                <a16:creationId xmlns:a16="http://schemas.microsoft.com/office/drawing/2014/main" id="{D8B1B08D-21E2-B482-76AD-44B79A7215A1}"/>
              </a:ext>
            </a:extLst>
          </p:cNvPr>
          <p:cNvSpPr/>
          <p:nvPr/>
        </p:nvSpPr>
        <p:spPr>
          <a:xfrm>
            <a:off x="3717622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6" name="모서리가 둥근 직사각형 1005">
            <a:extLst>
              <a:ext uri="{FF2B5EF4-FFF2-40B4-BE49-F238E27FC236}">
                <a16:creationId xmlns:a16="http://schemas.microsoft.com/office/drawing/2014/main" id="{91EC10B3-067B-1328-8728-D7F2E218BB86}"/>
              </a:ext>
            </a:extLst>
          </p:cNvPr>
          <p:cNvSpPr/>
          <p:nvPr/>
        </p:nvSpPr>
        <p:spPr>
          <a:xfrm>
            <a:off x="3807101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7" name="모서리가 둥근 직사각형 1006">
            <a:extLst>
              <a:ext uri="{FF2B5EF4-FFF2-40B4-BE49-F238E27FC236}">
                <a16:creationId xmlns:a16="http://schemas.microsoft.com/office/drawing/2014/main" id="{018D23E6-6938-8457-DAD8-0DE77657CDAE}"/>
              </a:ext>
            </a:extLst>
          </p:cNvPr>
          <p:cNvSpPr/>
          <p:nvPr/>
        </p:nvSpPr>
        <p:spPr>
          <a:xfrm>
            <a:off x="3807101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8" name="모서리가 둥근 직사각형 1007">
            <a:extLst>
              <a:ext uri="{FF2B5EF4-FFF2-40B4-BE49-F238E27FC236}">
                <a16:creationId xmlns:a16="http://schemas.microsoft.com/office/drawing/2014/main" id="{74C765F5-E0F2-F08A-2C2C-1FFD5B57A312}"/>
              </a:ext>
            </a:extLst>
          </p:cNvPr>
          <p:cNvSpPr/>
          <p:nvPr/>
        </p:nvSpPr>
        <p:spPr>
          <a:xfrm>
            <a:off x="3765082" y="56540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09" name="직선 연결선 1008">
            <a:extLst>
              <a:ext uri="{FF2B5EF4-FFF2-40B4-BE49-F238E27FC236}">
                <a16:creationId xmlns:a16="http://schemas.microsoft.com/office/drawing/2014/main" id="{0E27BD0D-66AD-3DFA-9CE3-E8008412D58B}"/>
              </a:ext>
            </a:extLst>
          </p:cNvPr>
          <p:cNvCxnSpPr/>
          <p:nvPr/>
        </p:nvCxnSpPr>
        <p:spPr>
          <a:xfrm>
            <a:off x="3933495" y="57059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직선 연결선 1009">
            <a:extLst>
              <a:ext uri="{FF2B5EF4-FFF2-40B4-BE49-F238E27FC236}">
                <a16:creationId xmlns:a16="http://schemas.microsoft.com/office/drawing/2014/main" id="{756081D7-27F1-95B5-9F53-A1649EA84A4C}"/>
              </a:ext>
            </a:extLst>
          </p:cNvPr>
          <p:cNvCxnSpPr/>
          <p:nvPr/>
        </p:nvCxnSpPr>
        <p:spPr>
          <a:xfrm>
            <a:off x="3891476" y="56332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1" name="모서리가 둥근 직사각형 1010">
            <a:extLst>
              <a:ext uri="{FF2B5EF4-FFF2-40B4-BE49-F238E27FC236}">
                <a16:creationId xmlns:a16="http://schemas.microsoft.com/office/drawing/2014/main" id="{E1B0D294-F9F0-A2DE-A85D-D91A6C5372AE}"/>
              </a:ext>
            </a:extLst>
          </p:cNvPr>
          <p:cNvSpPr/>
          <p:nvPr/>
        </p:nvSpPr>
        <p:spPr>
          <a:xfrm>
            <a:off x="3895787" y="57509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12" name="모서리가 둥근 직사각형 1011">
            <a:extLst>
              <a:ext uri="{FF2B5EF4-FFF2-40B4-BE49-F238E27FC236}">
                <a16:creationId xmlns:a16="http://schemas.microsoft.com/office/drawing/2014/main" id="{478A219B-E104-D92B-5DE4-BFDDF0F05BDA}"/>
              </a:ext>
            </a:extLst>
          </p:cNvPr>
          <p:cNvSpPr/>
          <p:nvPr/>
        </p:nvSpPr>
        <p:spPr>
          <a:xfrm>
            <a:off x="3895787" y="56771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13" name="모서리가 둥근 직사각형 1012">
            <a:extLst>
              <a:ext uri="{FF2B5EF4-FFF2-40B4-BE49-F238E27FC236}">
                <a16:creationId xmlns:a16="http://schemas.microsoft.com/office/drawing/2014/main" id="{4C4E458D-EEF4-3F78-C14D-D2E9AD0AD54A}"/>
              </a:ext>
            </a:extLst>
          </p:cNvPr>
          <p:cNvSpPr/>
          <p:nvPr/>
        </p:nvSpPr>
        <p:spPr>
          <a:xfrm>
            <a:off x="3853767" y="56034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4" name="직선 연결선 1013">
            <a:extLst>
              <a:ext uri="{FF2B5EF4-FFF2-40B4-BE49-F238E27FC236}">
                <a16:creationId xmlns:a16="http://schemas.microsoft.com/office/drawing/2014/main" id="{DAC68193-5592-37CB-ACD8-CF0D00F2DAA7}"/>
              </a:ext>
            </a:extLst>
          </p:cNvPr>
          <p:cNvCxnSpPr/>
          <p:nvPr/>
        </p:nvCxnSpPr>
        <p:spPr>
          <a:xfrm flipH="1">
            <a:off x="4765726" y="553345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직선 연결선 1014">
            <a:extLst>
              <a:ext uri="{FF2B5EF4-FFF2-40B4-BE49-F238E27FC236}">
                <a16:creationId xmlns:a16="http://schemas.microsoft.com/office/drawing/2014/main" id="{C19F3D7A-E721-B829-D26F-3E0FF3D97848}"/>
              </a:ext>
            </a:extLst>
          </p:cNvPr>
          <p:cNvCxnSpPr/>
          <p:nvPr/>
        </p:nvCxnSpPr>
        <p:spPr>
          <a:xfrm>
            <a:off x="4697173" y="5488476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6" name="모서리가 둥근 직사각형 1015">
            <a:extLst>
              <a:ext uri="{FF2B5EF4-FFF2-40B4-BE49-F238E27FC236}">
                <a16:creationId xmlns:a16="http://schemas.microsoft.com/office/drawing/2014/main" id="{1E101DE3-F2BF-B4E6-49CD-9577505FA392}"/>
              </a:ext>
            </a:extLst>
          </p:cNvPr>
          <p:cNvSpPr/>
          <p:nvPr/>
        </p:nvSpPr>
        <p:spPr>
          <a:xfrm>
            <a:off x="4640973" y="545684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140" name="직선 연결선 1139">
            <a:extLst>
              <a:ext uri="{FF2B5EF4-FFF2-40B4-BE49-F238E27FC236}">
                <a16:creationId xmlns:a16="http://schemas.microsoft.com/office/drawing/2014/main" id="{22106A57-B318-4972-D477-CF0CA6F26BF3}"/>
              </a:ext>
            </a:extLst>
          </p:cNvPr>
          <p:cNvCxnSpPr/>
          <p:nvPr/>
        </p:nvCxnSpPr>
        <p:spPr>
          <a:xfrm flipH="1">
            <a:off x="4566468" y="580735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직선 연결선 1140">
            <a:extLst>
              <a:ext uri="{FF2B5EF4-FFF2-40B4-BE49-F238E27FC236}">
                <a16:creationId xmlns:a16="http://schemas.microsoft.com/office/drawing/2014/main" id="{F73C72C8-2910-B548-FECE-C0D64191B040}"/>
              </a:ext>
            </a:extLst>
          </p:cNvPr>
          <p:cNvCxnSpPr/>
          <p:nvPr/>
        </p:nvCxnSpPr>
        <p:spPr>
          <a:xfrm>
            <a:off x="4608487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직선 연결선 1141">
            <a:extLst>
              <a:ext uri="{FF2B5EF4-FFF2-40B4-BE49-F238E27FC236}">
                <a16:creationId xmlns:a16="http://schemas.microsoft.com/office/drawing/2014/main" id="{2964C49D-B38B-C0A7-28AE-117CE7B08FCC}"/>
              </a:ext>
            </a:extLst>
          </p:cNvPr>
          <p:cNvCxnSpPr/>
          <p:nvPr/>
        </p:nvCxnSpPr>
        <p:spPr>
          <a:xfrm>
            <a:off x="4518626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직선 연결선 1142">
            <a:extLst>
              <a:ext uri="{FF2B5EF4-FFF2-40B4-BE49-F238E27FC236}">
                <a16:creationId xmlns:a16="http://schemas.microsoft.com/office/drawing/2014/main" id="{391421E4-C981-5428-971C-DF335B1CFE72}"/>
              </a:ext>
            </a:extLst>
          </p:cNvPr>
          <p:cNvCxnSpPr/>
          <p:nvPr/>
        </p:nvCxnSpPr>
        <p:spPr>
          <a:xfrm>
            <a:off x="4566468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직선 연결선 1143">
            <a:extLst>
              <a:ext uri="{FF2B5EF4-FFF2-40B4-BE49-F238E27FC236}">
                <a16:creationId xmlns:a16="http://schemas.microsoft.com/office/drawing/2014/main" id="{FF880DBD-8D80-35A7-2364-877C04107B6B}"/>
              </a:ext>
            </a:extLst>
          </p:cNvPr>
          <p:cNvCxnSpPr/>
          <p:nvPr/>
        </p:nvCxnSpPr>
        <p:spPr>
          <a:xfrm flipH="1">
            <a:off x="4516424" y="59227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5" name="모서리가 둥근 직사각형 1144">
            <a:extLst>
              <a:ext uri="{FF2B5EF4-FFF2-40B4-BE49-F238E27FC236}">
                <a16:creationId xmlns:a16="http://schemas.microsoft.com/office/drawing/2014/main" id="{203CF374-61C7-75E0-3E9E-C361BF4F3C4D}"/>
              </a:ext>
            </a:extLst>
          </p:cNvPr>
          <p:cNvSpPr/>
          <p:nvPr/>
        </p:nvSpPr>
        <p:spPr>
          <a:xfrm>
            <a:off x="4481300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46" name="모서리가 둥근 직사각형 1145">
            <a:extLst>
              <a:ext uri="{FF2B5EF4-FFF2-40B4-BE49-F238E27FC236}">
                <a16:creationId xmlns:a16="http://schemas.microsoft.com/office/drawing/2014/main" id="{133B0794-3AB6-9CBC-5779-D0DB10C6A732}"/>
              </a:ext>
            </a:extLst>
          </p:cNvPr>
          <p:cNvSpPr/>
          <p:nvPr/>
        </p:nvSpPr>
        <p:spPr>
          <a:xfrm>
            <a:off x="4481300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47" name="모서리가 둥근 직사각형 1146">
            <a:extLst>
              <a:ext uri="{FF2B5EF4-FFF2-40B4-BE49-F238E27FC236}">
                <a16:creationId xmlns:a16="http://schemas.microsoft.com/office/drawing/2014/main" id="{1CE51839-4D7C-2AC9-AF10-1A09D41A49D9}"/>
              </a:ext>
            </a:extLst>
          </p:cNvPr>
          <p:cNvSpPr/>
          <p:nvPr/>
        </p:nvSpPr>
        <p:spPr>
          <a:xfrm>
            <a:off x="4570779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48" name="모서리가 둥근 직사각형 1147">
            <a:extLst>
              <a:ext uri="{FF2B5EF4-FFF2-40B4-BE49-F238E27FC236}">
                <a16:creationId xmlns:a16="http://schemas.microsoft.com/office/drawing/2014/main" id="{2E01BAAF-DBD3-62AA-A28D-699B669FEC37}"/>
              </a:ext>
            </a:extLst>
          </p:cNvPr>
          <p:cNvSpPr/>
          <p:nvPr/>
        </p:nvSpPr>
        <p:spPr>
          <a:xfrm>
            <a:off x="4570779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49" name="모서리가 둥근 직사각형 1148">
            <a:extLst>
              <a:ext uri="{FF2B5EF4-FFF2-40B4-BE49-F238E27FC236}">
                <a16:creationId xmlns:a16="http://schemas.microsoft.com/office/drawing/2014/main" id="{645ABE66-DDA9-17AE-C2B8-3467CDB834A0}"/>
              </a:ext>
            </a:extLst>
          </p:cNvPr>
          <p:cNvSpPr/>
          <p:nvPr/>
        </p:nvSpPr>
        <p:spPr>
          <a:xfrm>
            <a:off x="4528760" y="58963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50" name="직선 연결선 1149">
            <a:extLst>
              <a:ext uri="{FF2B5EF4-FFF2-40B4-BE49-F238E27FC236}">
                <a16:creationId xmlns:a16="http://schemas.microsoft.com/office/drawing/2014/main" id="{BAD19BE0-E00E-AC19-7210-82E41C884073}"/>
              </a:ext>
            </a:extLst>
          </p:cNvPr>
          <p:cNvCxnSpPr/>
          <p:nvPr/>
        </p:nvCxnSpPr>
        <p:spPr>
          <a:xfrm>
            <a:off x="4761618" y="580814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1" name="모서리가 둥근 직사각형 1150">
            <a:extLst>
              <a:ext uri="{FF2B5EF4-FFF2-40B4-BE49-F238E27FC236}">
                <a16:creationId xmlns:a16="http://schemas.microsoft.com/office/drawing/2014/main" id="{7567F657-B3EC-D552-8FB8-EE8CAFF74161}"/>
              </a:ext>
            </a:extLst>
          </p:cNvPr>
          <p:cNvSpPr/>
          <p:nvPr/>
        </p:nvSpPr>
        <p:spPr>
          <a:xfrm>
            <a:off x="4729154" y="578246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152" name="직선 연결선 1151">
            <a:extLst>
              <a:ext uri="{FF2B5EF4-FFF2-40B4-BE49-F238E27FC236}">
                <a16:creationId xmlns:a16="http://schemas.microsoft.com/office/drawing/2014/main" id="{C54C446D-ADBA-6B52-750E-926C9C12B328}"/>
              </a:ext>
            </a:extLst>
          </p:cNvPr>
          <p:cNvCxnSpPr/>
          <p:nvPr/>
        </p:nvCxnSpPr>
        <p:spPr>
          <a:xfrm>
            <a:off x="4697173" y="59481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직선 연결선 1152">
            <a:extLst>
              <a:ext uri="{FF2B5EF4-FFF2-40B4-BE49-F238E27FC236}">
                <a16:creationId xmlns:a16="http://schemas.microsoft.com/office/drawing/2014/main" id="{045B3B41-0F24-953A-E79E-F56FC767AA8C}"/>
              </a:ext>
            </a:extLst>
          </p:cNvPr>
          <p:cNvCxnSpPr/>
          <p:nvPr/>
        </p:nvCxnSpPr>
        <p:spPr>
          <a:xfrm>
            <a:off x="4655154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모서리가 둥근 직사각형 1153">
            <a:extLst>
              <a:ext uri="{FF2B5EF4-FFF2-40B4-BE49-F238E27FC236}">
                <a16:creationId xmlns:a16="http://schemas.microsoft.com/office/drawing/2014/main" id="{ECB2845D-8A7B-3E14-FCD0-786157492F7C}"/>
              </a:ext>
            </a:extLst>
          </p:cNvPr>
          <p:cNvSpPr/>
          <p:nvPr/>
        </p:nvSpPr>
        <p:spPr>
          <a:xfrm>
            <a:off x="4659465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55" name="모서리가 둥근 직사각형 1154">
            <a:extLst>
              <a:ext uri="{FF2B5EF4-FFF2-40B4-BE49-F238E27FC236}">
                <a16:creationId xmlns:a16="http://schemas.microsoft.com/office/drawing/2014/main" id="{CD0588F7-731B-31AF-B0EE-CC222A5D4D50}"/>
              </a:ext>
            </a:extLst>
          </p:cNvPr>
          <p:cNvSpPr/>
          <p:nvPr/>
        </p:nvSpPr>
        <p:spPr>
          <a:xfrm>
            <a:off x="4659465" y="59193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56" name="모서리가 둥근 직사각형 1155">
            <a:extLst>
              <a:ext uri="{FF2B5EF4-FFF2-40B4-BE49-F238E27FC236}">
                <a16:creationId xmlns:a16="http://schemas.microsoft.com/office/drawing/2014/main" id="{74D02AC8-F7AF-EDED-B3B7-D3641CA3849F}"/>
              </a:ext>
            </a:extLst>
          </p:cNvPr>
          <p:cNvSpPr/>
          <p:nvPr/>
        </p:nvSpPr>
        <p:spPr>
          <a:xfrm>
            <a:off x="4617446" y="584565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57" name="직선 연결선 1156">
            <a:extLst>
              <a:ext uri="{FF2B5EF4-FFF2-40B4-BE49-F238E27FC236}">
                <a16:creationId xmlns:a16="http://schemas.microsoft.com/office/drawing/2014/main" id="{2FC4D5DE-3F53-F38B-8C84-06D6905BE383}"/>
              </a:ext>
            </a:extLst>
          </p:cNvPr>
          <p:cNvCxnSpPr/>
          <p:nvPr/>
        </p:nvCxnSpPr>
        <p:spPr>
          <a:xfrm flipH="1">
            <a:off x="4860983" y="5874840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직선 연결선 1157">
            <a:extLst>
              <a:ext uri="{FF2B5EF4-FFF2-40B4-BE49-F238E27FC236}">
                <a16:creationId xmlns:a16="http://schemas.microsoft.com/office/drawing/2014/main" id="{DFCA2601-2C9D-0811-75A0-0F1C6E5C69AA}"/>
              </a:ext>
            </a:extLst>
          </p:cNvPr>
          <p:cNvCxnSpPr/>
          <p:nvPr/>
        </p:nvCxnSpPr>
        <p:spPr>
          <a:xfrm>
            <a:off x="4903002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직선 연결선 1158">
            <a:extLst>
              <a:ext uri="{FF2B5EF4-FFF2-40B4-BE49-F238E27FC236}">
                <a16:creationId xmlns:a16="http://schemas.microsoft.com/office/drawing/2014/main" id="{EC132456-B1A3-19F8-7DD5-903898555778}"/>
              </a:ext>
            </a:extLst>
          </p:cNvPr>
          <p:cNvCxnSpPr/>
          <p:nvPr/>
        </p:nvCxnSpPr>
        <p:spPr>
          <a:xfrm>
            <a:off x="4813140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직선 연결선 1159">
            <a:extLst>
              <a:ext uri="{FF2B5EF4-FFF2-40B4-BE49-F238E27FC236}">
                <a16:creationId xmlns:a16="http://schemas.microsoft.com/office/drawing/2014/main" id="{0701D303-AEEF-AA78-11BC-E6526F60F14B}"/>
              </a:ext>
            </a:extLst>
          </p:cNvPr>
          <p:cNvCxnSpPr/>
          <p:nvPr/>
        </p:nvCxnSpPr>
        <p:spPr>
          <a:xfrm>
            <a:off x="4860983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직선 연결선 1160">
            <a:extLst>
              <a:ext uri="{FF2B5EF4-FFF2-40B4-BE49-F238E27FC236}">
                <a16:creationId xmlns:a16="http://schemas.microsoft.com/office/drawing/2014/main" id="{F497B2A3-1CAF-9901-1F7C-38C882420492}"/>
              </a:ext>
            </a:extLst>
          </p:cNvPr>
          <p:cNvCxnSpPr/>
          <p:nvPr/>
        </p:nvCxnSpPr>
        <p:spPr>
          <a:xfrm flipH="1">
            <a:off x="4810939" y="59227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2" name="모서리가 둥근 직사각형 1161">
            <a:extLst>
              <a:ext uri="{FF2B5EF4-FFF2-40B4-BE49-F238E27FC236}">
                <a16:creationId xmlns:a16="http://schemas.microsoft.com/office/drawing/2014/main" id="{CE1A3F5B-F60F-F189-9B32-ED65A16C2B57}"/>
              </a:ext>
            </a:extLst>
          </p:cNvPr>
          <p:cNvSpPr/>
          <p:nvPr/>
        </p:nvSpPr>
        <p:spPr>
          <a:xfrm>
            <a:off x="4775815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63" name="모서리가 둥근 직사각형 1162">
            <a:extLst>
              <a:ext uri="{FF2B5EF4-FFF2-40B4-BE49-F238E27FC236}">
                <a16:creationId xmlns:a16="http://schemas.microsoft.com/office/drawing/2014/main" id="{DAF59B1D-5CA4-0ABA-68DC-9E698446BF6E}"/>
              </a:ext>
            </a:extLst>
          </p:cNvPr>
          <p:cNvSpPr/>
          <p:nvPr/>
        </p:nvSpPr>
        <p:spPr>
          <a:xfrm>
            <a:off x="4775815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64" name="모서리가 둥근 직사각형 1163">
            <a:extLst>
              <a:ext uri="{FF2B5EF4-FFF2-40B4-BE49-F238E27FC236}">
                <a16:creationId xmlns:a16="http://schemas.microsoft.com/office/drawing/2014/main" id="{703FC019-2C1A-A05F-A26F-E1ECE8E5E450}"/>
              </a:ext>
            </a:extLst>
          </p:cNvPr>
          <p:cNvSpPr/>
          <p:nvPr/>
        </p:nvSpPr>
        <p:spPr>
          <a:xfrm>
            <a:off x="4865294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65" name="모서리가 둥근 직사각형 1164">
            <a:extLst>
              <a:ext uri="{FF2B5EF4-FFF2-40B4-BE49-F238E27FC236}">
                <a16:creationId xmlns:a16="http://schemas.microsoft.com/office/drawing/2014/main" id="{7906419B-6423-F88C-1181-78BB3ED947F0}"/>
              </a:ext>
            </a:extLst>
          </p:cNvPr>
          <p:cNvSpPr/>
          <p:nvPr/>
        </p:nvSpPr>
        <p:spPr>
          <a:xfrm>
            <a:off x="4865294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66" name="모서리가 둥근 직사각형 1165">
            <a:extLst>
              <a:ext uri="{FF2B5EF4-FFF2-40B4-BE49-F238E27FC236}">
                <a16:creationId xmlns:a16="http://schemas.microsoft.com/office/drawing/2014/main" id="{3BD338EC-CC60-9BF5-E90F-54525C2A126B}"/>
              </a:ext>
            </a:extLst>
          </p:cNvPr>
          <p:cNvSpPr/>
          <p:nvPr/>
        </p:nvSpPr>
        <p:spPr>
          <a:xfrm>
            <a:off x="4823274" y="58963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67" name="직선 연결선 1166">
            <a:extLst>
              <a:ext uri="{FF2B5EF4-FFF2-40B4-BE49-F238E27FC236}">
                <a16:creationId xmlns:a16="http://schemas.microsoft.com/office/drawing/2014/main" id="{2AC46C4D-F3D1-4366-2F0C-7366F608737A}"/>
              </a:ext>
            </a:extLst>
          </p:cNvPr>
          <p:cNvCxnSpPr/>
          <p:nvPr/>
        </p:nvCxnSpPr>
        <p:spPr>
          <a:xfrm>
            <a:off x="4991688" y="59481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8" name="직선 연결선 1167">
            <a:extLst>
              <a:ext uri="{FF2B5EF4-FFF2-40B4-BE49-F238E27FC236}">
                <a16:creationId xmlns:a16="http://schemas.microsoft.com/office/drawing/2014/main" id="{29BDD208-8218-4684-2E79-6A6C448CCF41}"/>
              </a:ext>
            </a:extLst>
          </p:cNvPr>
          <p:cNvCxnSpPr/>
          <p:nvPr/>
        </p:nvCxnSpPr>
        <p:spPr>
          <a:xfrm>
            <a:off x="4949669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9" name="모서리가 둥근 직사각형 1168">
            <a:extLst>
              <a:ext uri="{FF2B5EF4-FFF2-40B4-BE49-F238E27FC236}">
                <a16:creationId xmlns:a16="http://schemas.microsoft.com/office/drawing/2014/main" id="{9ED48980-C2F2-5B5C-B0C3-24482AA7F7AD}"/>
              </a:ext>
            </a:extLst>
          </p:cNvPr>
          <p:cNvSpPr/>
          <p:nvPr/>
        </p:nvSpPr>
        <p:spPr>
          <a:xfrm>
            <a:off x="4953979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70" name="모서리가 둥근 직사각형 1169">
            <a:extLst>
              <a:ext uri="{FF2B5EF4-FFF2-40B4-BE49-F238E27FC236}">
                <a16:creationId xmlns:a16="http://schemas.microsoft.com/office/drawing/2014/main" id="{B6A3CF37-3F56-4E4B-EA1A-86717D047393}"/>
              </a:ext>
            </a:extLst>
          </p:cNvPr>
          <p:cNvSpPr/>
          <p:nvPr/>
        </p:nvSpPr>
        <p:spPr>
          <a:xfrm>
            <a:off x="4953979" y="59193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71" name="모서리가 둥근 직사각형 1170">
            <a:extLst>
              <a:ext uri="{FF2B5EF4-FFF2-40B4-BE49-F238E27FC236}">
                <a16:creationId xmlns:a16="http://schemas.microsoft.com/office/drawing/2014/main" id="{8B77B979-2F5B-7A41-0B99-145D89AE3D9A}"/>
              </a:ext>
            </a:extLst>
          </p:cNvPr>
          <p:cNvSpPr/>
          <p:nvPr/>
        </p:nvSpPr>
        <p:spPr>
          <a:xfrm>
            <a:off x="4911960" y="584565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8" name="직선 연결선 1017">
            <a:extLst>
              <a:ext uri="{FF2B5EF4-FFF2-40B4-BE49-F238E27FC236}">
                <a16:creationId xmlns:a16="http://schemas.microsoft.com/office/drawing/2014/main" id="{658B0185-B419-2EED-A7F3-2AB75D506992}"/>
              </a:ext>
            </a:extLst>
          </p:cNvPr>
          <p:cNvCxnSpPr/>
          <p:nvPr/>
        </p:nvCxnSpPr>
        <p:spPr>
          <a:xfrm>
            <a:off x="4871279" y="553263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9" name="모서리가 둥근 직사각형 1018">
            <a:extLst>
              <a:ext uri="{FF2B5EF4-FFF2-40B4-BE49-F238E27FC236}">
                <a16:creationId xmlns:a16="http://schemas.microsoft.com/office/drawing/2014/main" id="{B1D53FF7-76CE-A9C6-4C45-25CDE45C90C1}"/>
              </a:ext>
            </a:extLst>
          </p:cNvPr>
          <p:cNvSpPr/>
          <p:nvPr/>
        </p:nvSpPr>
        <p:spPr>
          <a:xfrm>
            <a:off x="4838815" y="550695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20" name="직선 연결선 1019">
            <a:extLst>
              <a:ext uri="{FF2B5EF4-FFF2-40B4-BE49-F238E27FC236}">
                <a16:creationId xmlns:a16="http://schemas.microsoft.com/office/drawing/2014/main" id="{227C0AB5-3A79-8E05-C769-776D21FD3B55}"/>
              </a:ext>
            </a:extLst>
          </p:cNvPr>
          <p:cNvCxnSpPr/>
          <p:nvPr/>
        </p:nvCxnSpPr>
        <p:spPr>
          <a:xfrm flipH="1">
            <a:off x="4970644" y="559932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직선 연결선 1020">
            <a:extLst>
              <a:ext uri="{FF2B5EF4-FFF2-40B4-BE49-F238E27FC236}">
                <a16:creationId xmlns:a16="http://schemas.microsoft.com/office/drawing/2014/main" id="{E77F469B-B986-713B-CA0E-9FB370D2D4FB}"/>
              </a:ext>
            </a:extLst>
          </p:cNvPr>
          <p:cNvCxnSpPr/>
          <p:nvPr/>
        </p:nvCxnSpPr>
        <p:spPr>
          <a:xfrm>
            <a:off x="5012663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직선 연결선 1021">
            <a:extLst>
              <a:ext uri="{FF2B5EF4-FFF2-40B4-BE49-F238E27FC236}">
                <a16:creationId xmlns:a16="http://schemas.microsoft.com/office/drawing/2014/main" id="{B5A2CC2A-04FF-C106-F990-CE5E3BC44726}"/>
              </a:ext>
            </a:extLst>
          </p:cNvPr>
          <p:cNvCxnSpPr/>
          <p:nvPr/>
        </p:nvCxnSpPr>
        <p:spPr>
          <a:xfrm>
            <a:off x="4922802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직선 연결선 1022">
            <a:extLst>
              <a:ext uri="{FF2B5EF4-FFF2-40B4-BE49-F238E27FC236}">
                <a16:creationId xmlns:a16="http://schemas.microsoft.com/office/drawing/2014/main" id="{B14490FD-FF40-6663-E26C-829263AE79C8}"/>
              </a:ext>
            </a:extLst>
          </p:cNvPr>
          <p:cNvCxnSpPr/>
          <p:nvPr/>
        </p:nvCxnSpPr>
        <p:spPr>
          <a:xfrm>
            <a:off x="4970644" y="565059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직선 연결선 1023">
            <a:extLst>
              <a:ext uri="{FF2B5EF4-FFF2-40B4-BE49-F238E27FC236}">
                <a16:creationId xmlns:a16="http://schemas.microsoft.com/office/drawing/2014/main" id="{81FB563A-6C08-8642-D87E-2FDB11901C76}"/>
              </a:ext>
            </a:extLst>
          </p:cNvPr>
          <p:cNvCxnSpPr/>
          <p:nvPr/>
        </p:nvCxnSpPr>
        <p:spPr>
          <a:xfrm flipH="1">
            <a:off x="4920600" y="564722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모서리가 둥근 직사각형 1024">
            <a:extLst>
              <a:ext uri="{FF2B5EF4-FFF2-40B4-BE49-F238E27FC236}">
                <a16:creationId xmlns:a16="http://schemas.microsoft.com/office/drawing/2014/main" id="{C899EC4E-161C-3255-1DE7-98C5A983E12E}"/>
              </a:ext>
            </a:extLst>
          </p:cNvPr>
          <p:cNvSpPr/>
          <p:nvPr/>
        </p:nvSpPr>
        <p:spPr>
          <a:xfrm>
            <a:off x="4885476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6" name="모서리가 둥근 직사각형 1025">
            <a:extLst>
              <a:ext uri="{FF2B5EF4-FFF2-40B4-BE49-F238E27FC236}">
                <a16:creationId xmlns:a16="http://schemas.microsoft.com/office/drawing/2014/main" id="{B904978A-BDAA-362A-DB3E-7091EB18BD54}"/>
              </a:ext>
            </a:extLst>
          </p:cNvPr>
          <p:cNvSpPr/>
          <p:nvPr/>
        </p:nvSpPr>
        <p:spPr>
          <a:xfrm>
            <a:off x="4885476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7" name="모서리가 둥근 직사각형 1026">
            <a:extLst>
              <a:ext uri="{FF2B5EF4-FFF2-40B4-BE49-F238E27FC236}">
                <a16:creationId xmlns:a16="http://schemas.microsoft.com/office/drawing/2014/main" id="{82B29D2B-9C88-E20D-AC46-068EDB13CFC8}"/>
              </a:ext>
            </a:extLst>
          </p:cNvPr>
          <p:cNvSpPr/>
          <p:nvPr/>
        </p:nvSpPr>
        <p:spPr>
          <a:xfrm>
            <a:off x="4974955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8" name="모서리가 둥근 직사각형 1027">
            <a:extLst>
              <a:ext uri="{FF2B5EF4-FFF2-40B4-BE49-F238E27FC236}">
                <a16:creationId xmlns:a16="http://schemas.microsoft.com/office/drawing/2014/main" id="{60AF1AD1-8F66-B697-AC4F-8453305D526E}"/>
              </a:ext>
            </a:extLst>
          </p:cNvPr>
          <p:cNvSpPr/>
          <p:nvPr/>
        </p:nvSpPr>
        <p:spPr>
          <a:xfrm>
            <a:off x="4974955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29" name="모서리가 둥근 직사각형 1028">
            <a:extLst>
              <a:ext uri="{FF2B5EF4-FFF2-40B4-BE49-F238E27FC236}">
                <a16:creationId xmlns:a16="http://schemas.microsoft.com/office/drawing/2014/main" id="{434654BD-2FE3-3DF6-3140-F3E89E93C76D}"/>
              </a:ext>
            </a:extLst>
          </p:cNvPr>
          <p:cNvSpPr/>
          <p:nvPr/>
        </p:nvSpPr>
        <p:spPr>
          <a:xfrm>
            <a:off x="4932935" y="562081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A0370020-1159-419A-8DDB-36A52125F82F}"/>
              </a:ext>
            </a:extLst>
          </p:cNvPr>
          <p:cNvCxnSpPr/>
          <p:nvPr/>
        </p:nvCxnSpPr>
        <p:spPr>
          <a:xfrm>
            <a:off x="5101349" y="567264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연결선 1030">
            <a:extLst>
              <a:ext uri="{FF2B5EF4-FFF2-40B4-BE49-F238E27FC236}">
                <a16:creationId xmlns:a16="http://schemas.microsoft.com/office/drawing/2014/main" id="{265EEAAA-3359-E42A-207E-EE779B3F1891}"/>
              </a:ext>
            </a:extLst>
          </p:cNvPr>
          <p:cNvCxnSpPr/>
          <p:nvPr/>
        </p:nvCxnSpPr>
        <p:spPr>
          <a:xfrm>
            <a:off x="5059330" y="559993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모서리가 둥근 직사각형 1031">
            <a:extLst>
              <a:ext uri="{FF2B5EF4-FFF2-40B4-BE49-F238E27FC236}">
                <a16:creationId xmlns:a16="http://schemas.microsoft.com/office/drawing/2014/main" id="{B4EFEC72-C424-AD56-6F1B-3510828A01EC}"/>
              </a:ext>
            </a:extLst>
          </p:cNvPr>
          <p:cNvSpPr/>
          <p:nvPr/>
        </p:nvSpPr>
        <p:spPr>
          <a:xfrm>
            <a:off x="5063641" y="571762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33" name="모서리가 둥근 직사각형 1032">
            <a:extLst>
              <a:ext uri="{FF2B5EF4-FFF2-40B4-BE49-F238E27FC236}">
                <a16:creationId xmlns:a16="http://schemas.microsoft.com/office/drawing/2014/main" id="{671C3273-6E61-C2D0-FF4A-ECF689E6A0C6}"/>
              </a:ext>
            </a:extLst>
          </p:cNvPr>
          <p:cNvSpPr/>
          <p:nvPr/>
        </p:nvSpPr>
        <p:spPr>
          <a:xfrm>
            <a:off x="5063641" y="564388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34" name="모서리가 둥근 직사각형 1033">
            <a:extLst>
              <a:ext uri="{FF2B5EF4-FFF2-40B4-BE49-F238E27FC236}">
                <a16:creationId xmlns:a16="http://schemas.microsoft.com/office/drawing/2014/main" id="{6E8F0229-C5E7-DE8B-9CED-D4AAE0A7B4C2}"/>
              </a:ext>
            </a:extLst>
          </p:cNvPr>
          <p:cNvSpPr/>
          <p:nvPr/>
        </p:nvSpPr>
        <p:spPr>
          <a:xfrm>
            <a:off x="5021621" y="557014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35" name="직선 연결선 1034">
            <a:extLst>
              <a:ext uri="{FF2B5EF4-FFF2-40B4-BE49-F238E27FC236}">
                <a16:creationId xmlns:a16="http://schemas.microsoft.com/office/drawing/2014/main" id="{CD86D1B4-7123-655B-3212-CE89AB56B9E1}"/>
              </a:ext>
            </a:extLst>
          </p:cNvPr>
          <p:cNvCxnSpPr/>
          <p:nvPr/>
        </p:nvCxnSpPr>
        <p:spPr>
          <a:xfrm flipH="1">
            <a:off x="4526066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연결선 1035">
            <a:extLst>
              <a:ext uri="{FF2B5EF4-FFF2-40B4-BE49-F238E27FC236}">
                <a16:creationId xmlns:a16="http://schemas.microsoft.com/office/drawing/2014/main" id="{3608C68C-5FCF-272F-0F52-AAE73BDADE7C}"/>
              </a:ext>
            </a:extLst>
          </p:cNvPr>
          <p:cNvCxnSpPr/>
          <p:nvPr/>
        </p:nvCxnSpPr>
        <p:spPr>
          <a:xfrm>
            <a:off x="4339275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직선 연결선 1036">
            <a:extLst>
              <a:ext uri="{FF2B5EF4-FFF2-40B4-BE49-F238E27FC236}">
                <a16:creationId xmlns:a16="http://schemas.microsoft.com/office/drawing/2014/main" id="{A0E4B5EB-EA40-E47D-80CB-79632C16377D}"/>
              </a:ext>
            </a:extLst>
          </p:cNvPr>
          <p:cNvCxnSpPr/>
          <p:nvPr/>
        </p:nvCxnSpPr>
        <p:spPr>
          <a:xfrm flipH="1">
            <a:off x="4052224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연결선 1037">
            <a:extLst>
              <a:ext uri="{FF2B5EF4-FFF2-40B4-BE49-F238E27FC236}">
                <a16:creationId xmlns:a16="http://schemas.microsoft.com/office/drawing/2014/main" id="{7139DCA7-8812-129D-58BD-52A6148AA0B6}"/>
              </a:ext>
            </a:extLst>
          </p:cNvPr>
          <p:cNvCxnSpPr/>
          <p:nvPr/>
        </p:nvCxnSpPr>
        <p:spPr>
          <a:xfrm flipH="1">
            <a:off x="3921110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모서리가 둥근 직사각형 1038">
            <a:extLst>
              <a:ext uri="{FF2B5EF4-FFF2-40B4-BE49-F238E27FC236}">
                <a16:creationId xmlns:a16="http://schemas.microsoft.com/office/drawing/2014/main" id="{AF6B0507-3065-78EB-E428-8ABCB5983C8C}"/>
              </a:ext>
            </a:extLst>
          </p:cNvPr>
          <p:cNvSpPr/>
          <p:nvPr/>
        </p:nvSpPr>
        <p:spPr>
          <a:xfrm>
            <a:off x="4278556" y="60560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040" name="직선 연결선 1039">
            <a:extLst>
              <a:ext uri="{FF2B5EF4-FFF2-40B4-BE49-F238E27FC236}">
                <a16:creationId xmlns:a16="http://schemas.microsoft.com/office/drawing/2014/main" id="{48B730CD-4D0A-61A2-0C0C-79B0D6030BD1}"/>
              </a:ext>
            </a:extLst>
          </p:cNvPr>
          <p:cNvCxnSpPr/>
          <p:nvPr/>
        </p:nvCxnSpPr>
        <p:spPr>
          <a:xfrm flipH="1">
            <a:off x="3727105" y="6458616"/>
            <a:ext cx="194006" cy="1187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52C70235-915F-954C-53DE-6F1F991DDB32}"/>
              </a:ext>
            </a:extLst>
          </p:cNvPr>
          <p:cNvCxnSpPr/>
          <p:nvPr/>
        </p:nvCxnSpPr>
        <p:spPr>
          <a:xfrm>
            <a:off x="3769123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연결선 1041">
            <a:extLst>
              <a:ext uri="{FF2B5EF4-FFF2-40B4-BE49-F238E27FC236}">
                <a16:creationId xmlns:a16="http://schemas.microsoft.com/office/drawing/2014/main" id="{D07B625E-5644-C691-0219-16A77BDB630A}"/>
              </a:ext>
            </a:extLst>
          </p:cNvPr>
          <p:cNvCxnSpPr/>
          <p:nvPr/>
        </p:nvCxnSpPr>
        <p:spPr>
          <a:xfrm>
            <a:off x="3679262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0C57EE72-7CE8-B1E3-7D5B-00E2288652EC}"/>
              </a:ext>
            </a:extLst>
          </p:cNvPr>
          <p:cNvCxnSpPr/>
          <p:nvPr/>
        </p:nvCxnSpPr>
        <p:spPr>
          <a:xfrm>
            <a:off x="3727104" y="6577364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연결선 1043">
            <a:extLst>
              <a:ext uri="{FF2B5EF4-FFF2-40B4-BE49-F238E27FC236}">
                <a16:creationId xmlns:a16="http://schemas.microsoft.com/office/drawing/2014/main" id="{28811EF2-2CE2-91BF-1717-412CFDA4C20A}"/>
              </a:ext>
            </a:extLst>
          </p:cNvPr>
          <p:cNvCxnSpPr/>
          <p:nvPr/>
        </p:nvCxnSpPr>
        <p:spPr>
          <a:xfrm flipH="1">
            <a:off x="3677061" y="6573991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모서리가 둥근 직사각형 1044">
            <a:extLst>
              <a:ext uri="{FF2B5EF4-FFF2-40B4-BE49-F238E27FC236}">
                <a16:creationId xmlns:a16="http://schemas.microsoft.com/office/drawing/2014/main" id="{B42281AB-141A-8E29-0C80-AEBFD4E4B7CC}"/>
              </a:ext>
            </a:extLst>
          </p:cNvPr>
          <p:cNvSpPr/>
          <p:nvPr/>
        </p:nvSpPr>
        <p:spPr>
          <a:xfrm>
            <a:off x="3641936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6" name="모서리가 둥근 직사각형 1045">
            <a:extLst>
              <a:ext uri="{FF2B5EF4-FFF2-40B4-BE49-F238E27FC236}">
                <a16:creationId xmlns:a16="http://schemas.microsoft.com/office/drawing/2014/main" id="{8DE795F8-C1BE-C919-6DC8-BDBBDA3A3BBC}"/>
              </a:ext>
            </a:extLst>
          </p:cNvPr>
          <p:cNvSpPr/>
          <p:nvPr/>
        </p:nvSpPr>
        <p:spPr>
          <a:xfrm>
            <a:off x="3641936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7" name="모서리가 둥근 직사각형 1046">
            <a:extLst>
              <a:ext uri="{FF2B5EF4-FFF2-40B4-BE49-F238E27FC236}">
                <a16:creationId xmlns:a16="http://schemas.microsoft.com/office/drawing/2014/main" id="{CAC1F8A0-2C77-E88B-D11E-0C12F3F463BE}"/>
              </a:ext>
            </a:extLst>
          </p:cNvPr>
          <p:cNvSpPr/>
          <p:nvPr/>
        </p:nvSpPr>
        <p:spPr>
          <a:xfrm>
            <a:off x="3731415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8" name="모서리가 둥근 직사각형 1047">
            <a:extLst>
              <a:ext uri="{FF2B5EF4-FFF2-40B4-BE49-F238E27FC236}">
                <a16:creationId xmlns:a16="http://schemas.microsoft.com/office/drawing/2014/main" id="{5C836760-D01E-BBC4-AF9B-1FA76873CC23}"/>
              </a:ext>
            </a:extLst>
          </p:cNvPr>
          <p:cNvSpPr/>
          <p:nvPr/>
        </p:nvSpPr>
        <p:spPr>
          <a:xfrm>
            <a:off x="3731415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9" name="모서리가 둥근 직사각형 1048">
            <a:extLst>
              <a:ext uri="{FF2B5EF4-FFF2-40B4-BE49-F238E27FC236}">
                <a16:creationId xmlns:a16="http://schemas.microsoft.com/office/drawing/2014/main" id="{A58EA992-8614-056A-494F-D01BC3A29CCD}"/>
              </a:ext>
            </a:extLst>
          </p:cNvPr>
          <p:cNvSpPr/>
          <p:nvPr/>
        </p:nvSpPr>
        <p:spPr>
          <a:xfrm>
            <a:off x="3689396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F58BEAF6-672C-2C81-C4EB-C209B28E3426}"/>
              </a:ext>
            </a:extLst>
          </p:cNvPr>
          <p:cNvCxnSpPr/>
          <p:nvPr/>
        </p:nvCxnSpPr>
        <p:spPr>
          <a:xfrm>
            <a:off x="3922253" y="6459397"/>
            <a:ext cx="188051" cy="6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모서리가 둥근 직사각형 1050">
            <a:extLst>
              <a:ext uri="{FF2B5EF4-FFF2-40B4-BE49-F238E27FC236}">
                <a16:creationId xmlns:a16="http://schemas.microsoft.com/office/drawing/2014/main" id="{7FD34ACD-5849-497A-6873-938C7CA9C83C}"/>
              </a:ext>
            </a:extLst>
          </p:cNvPr>
          <p:cNvSpPr/>
          <p:nvPr/>
        </p:nvSpPr>
        <p:spPr>
          <a:xfrm>
            <a:off x="3889790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52" name="직선 연결선 1051">
            <a:extLst>
              <a:ext uri="{FF2B5EF4-FFF2-40B4-BE49-F238E27FC236}">
                <a16:creationId xmlns:a16="http://schemas.microsoft.com/office/drawing/2014/main" id="{9E92B752-ECD4-3061-7420-2BEF750AB896}"/>
              </a:ext>
            </a:extLst>
          </p:cNvPr>
          <p:cNvCxnSpPr/>
          <p:nvPr/>
        </p:nvCxnSpPr>
        <p:spPr>
          <a:xfrm>
            <a:off x="3857809" y="659941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직선 연결선 1052">
            <a:extLst>
              <a:ext uri="{FF2B5EF4-FFF2-40B4-BE49-F238E27FC236}">
                <a16:creationId xmlns:a16="http://schemas.microsoft.com/office/drawing/2014/main" id="{9A7D48E2-9F92-8A8C-11A2-89FA4B27A366}"/>
              </a:ext>
            </a:extLst>
          </p:cNvPr>
          <p:cNvCxnSpPr/>
          <p:nvPr/>
        </p:nvCxnSpPr>
        <p:spPr>
          <a:xfrm>
            <a:off x="3815790" y="6526701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모서리가 둥근 직사각형 1053">
            <a:extLst>
              <a:ext uri="{FF2B5EF4-FFF2-40B4-BE49-F238E27FC236}">
                <a16:creationId xmlns:a16="http://schemas.microsoft.com/office/drawing/2014/main" id="{6A2F4AAB-C2A1-3560-B84A-5F4252A6A2E0}"/>
              </a:ext>
            </a:extLst>
          </p:cNvPr>
          <p:cNvSpPr/>
          <p:nvPr/>
        </p:nvSpPr>
        <p:spPr>
          <a:xfrm>
            <a:off x="3820101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5" name="모서리가 둥근 직사각형 1054">
            <a:extLst>
              <a:ext uri="{FF2B5EF4-FFF2-40B4-BE49-F238E27FC236}">
                <a16:creationId xmlns:a16="http://schemas.microsoft.com/office/drawing/2014/main" id="{BCB64F9E-010D-A841-D380-616518D32CFF}"/>
              </a:ext>
            </a:extLst>
          </p:cNvPr>
          <p:cNvSpPr/>
          <p:nvPr/>
        </p:nvSpPr>
        <p:spPr>
          <a:xfrm>
            <a:off x="3820101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6" name="모서리가 둥근 직사각형 1055">
            <a:extLst>
              <a:ext uri="{FF2B5EF4-FFF2-40B4-BE49-F238E27FC236}">
                <a16:creationId xmlns:a16="http://schemas.microsoft.com/office/drawing/2014/main" id="{A1B96F02-E24D-A1F5-DA99-C33CF98D0666}"/>
              </a:ext>
            </a:extLst>
          </p:cNvPr>
          <p:cNvSpPr/>
          <p:nvPr/>
        </p:nvSpPr>
        <p:spPr>
          <a:xfrm>
            <a:off x="3778081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57" name="직선 연결선 1056">
            <a:extLst>
              <a:ext uri="{FF2B5EF4-FFF2-40B4-BE49-F238E27FC236}">
                <a16:creationId xmlns:a16="http://schemas.microsoft.com/office/drawing/2014/main" id="{7D017A96-BE4E-478E-5819-1B18D0A6EC27}"/>
              </a:ext>
            </a:extLst>
          </p:cNvPr>
          <p:cNvCxnSpPr/>
          <p:nvPr/>
        </p:nvCxnSpPr>
        <p:spPr>
          <a:xfrm flipH="1">
            <a:off x="4021619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직선 연결선 1057">
            <a:extLst>
              <a:ext uri="{FF2B5EF4-FFF2-40B4-BE49-F238E27FC236}">
                <a16:creationId xmlns:a16="http://schemas.microsoft.com/office/drawing/2014/main" id="{821FBFD3-2550-2981-F805-85C8C85A215C}"/>
              </a:ext>
            </a:extLst>
          </p:cNvPr>
          <p:cNvCxnSpPr/>
          <p:nvPr/>
        </p:nvCxnSpPr>
        <p:spPr>
          <a:xfrm>
            <a:off x="4063638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직선 연결선 1058">
            <a:extLst>
              <a:ext uri="{FF2B5EF4-FFF2-40B4-BE49-F238E27FC236}">
                <a16:creationId xmlns:a16="http://schemas.microsoft.com/office/drawing/2014/main" id="{73DEA564-610C-0EC8-01E2-7427F0B0D7E1}"/>
              </a:ext>
            </a:extLst>
          </p:cNvPr>
          <p:cNvCxnSpPr/>
          <p:nvPr/>
        </p:nvCxnSpPr>
        <p:spPr>
          <a:xfrm>
            <a:off x="3973776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직선 연결선 1059">
            <a:extLst>
              <a:ext uri="{FF2B5EF4-FFF2-40B4-BE49-F238E27FC236}">
                <a16:creationId xmlns:a16="http://schemas.microsoft.com/office/drawing/2014/main" id="{CEF2B0BE-2CA7-F8EF-3E8F-2F7484733397}"/>
              </a:ext>
            </a:extLst>
          </p:cNvPr>
          <p:cNvCxnSpPr/>
          <p:nvPr/>
        </p:nvCxnSpPr>
        <p:spPr>
          <a:xfrm>
            <a:off x="4021619" y="6577364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직선 연결선 1060">
            <a:extLst>
              <a:ext uri="{FF2B5EF4-FFF2-40B4-BE49-F238E27FC236}">
                <a16:creationId xmlns:a16="http://schemas.microsoft.com/office/drawing/2014/main" id="{BBDD5EAB-ABDD-81A1-16D6-D59ED5F3DA15}"/>
              </a:ext>
            </a:extLst>
          </p:cNvPr>
          <p:cNvCxnSpPr/>
          <p:nvPr/>
        </p:nvCxnSpPr>
        <p:spPr>
          <a:xfrm flipH="1">
            <a:off x="3971576" y="6573991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2" name="모서리가 둥근 직사각형 1061">
            <a:extLst>
              <a:ext uri="{FF2B5EF4-FFF2-40B4-BE49-F238E27FC236}">
                <a16:creationId xmlns:a16="http://schemas.microsoft.com/office/drawing/2014/main" id="{F9A2256B-5AA0-4E6C-4E45-93C6555E1EBA}"/>
              </a:ext>
            </a:extLst>
          </p:cNvPr>
          <p:cNvSpPr/>
          <p:nvPr/>
        </p:nvSpPr>
        <p:spPr>
          <a:xfrm>
            <a:off x="3936450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3" name="모서리가 둥근 직사각형 1062">
            <a:extLst>
              <a:ext uri="{FF2B5EF4-FFF2-40B4-BE49-F238E27FC236}">
                <a16:creationId xmlns:a16="http://schemas.microsoft.com/office/drawing/2014/main" id="{E7831522-0F0B-71F2-269B-2B0EE549CC01}"/>
              </a:ext>
            </a:extLst>
          </p:cNvPr>
          <p:cNvSpPr/>
          <p:nvPr/>
        </p:nvSpPr>
        <p:spPr>
          <a:xfrm>
            <a:off x="3936450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4" name="모서리가 둥근 직사각형 1063">
            <a:extLst>
              <a:ext uri="{FF2B5EF4-FFF2-40B4-BE49-F238E27FC236}">
                <a16:creationId xmlns:a16="http://schemas.microsoft.com/office/drawing/2014/main" id="{ADA1A679-57F2-BA65-2014-3F373F86DA74}"/>
              </a:ext>
            </a:extLst>
          </p:cNvPr>
          <p:cNvSpPr/>
          <p:nvPr/>
        </p:nvSpPr>
        <p:spPr>
          <a:xfrm>
            <a:off x="4025930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5" name="모서리가 둥근 직사각형 1064">
            <a:extLst>
              <a:ext uri="{FF2B5EF4-FFF2-40B4-BE49-F238E27FC236}">
                <a16:creationId xmlns:a16="http://schemas.microsoft.com/office/drawing/2014/main" id="{FA6F3738-081D-A02E-BB32-2C6872664682}"/>
              </a:ext>
            </a:extLst>
          </p:cNvPr>
          <p:cNvSpPr/>
          <p:nvPr/>
        </p:nvSpPr>
        <p:spPr>
          <a:xfrm>
            <a:off x="4025930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66" name="모서리가 둥근 직사각형 1065">
            <a:extLst>
              <a:ext uri="{FF2B5EF4-FFF2-40B4-BE49-F238E27FC236}">
                <a16:creationId xmlns:a16="http://schemas.microsoft.com/office/drawing/2014/main" id="{E8737C0C-A9F7-D695-D3FC-8D103BD1313F}"/>
              </a:ext>
            </a:extLst>
          </p:cNvPr>
          <p:cNvSpPr/>
          <p:nvPr/>
        </p:nvSpPr>
        <p:spPr>
          <a:xfrm>
            <a:off x="3983910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67" name="직선 연결선 1066">
            <a:extLst>
              <a:ext uri="{FF2B5EF4-FFF2-40B4-BE49-F238E27FC236}">
                <a16:creationId xmlns:a16="http://schemas.microsoft.com/office/drawing/2014/main" id="{01332760-04F3-B2F4-5A6B-3308017277F6}"/>
              </a:ext>
            </a:extLst>
          </p:cNvPr>
          <p:cNvCxnSpPr/>
          <p:nvPr/>
        </p:nvCxnSpPr>
        <p:spPr>
          <a:xfrm>
            <a:off x="4152323" y="659941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직선 연결선 1067">
            <a:extLst>
              <a:ext uri="{FF2B5EF4-FFF2-40B4-BE49-F238E27FC236}">
                <a16:creationId xmlns:a16="http://schemas.microsoft.com/office/drawing/2014/main" id="{D11C54E1-06D0-7807-AD4D-70773E54736F}"/>
              </a:ext>
            </a:extLst>
          </p:cNvPr>
          <p:cNvCxnSpPr/>
          <p:nvPr/>
        </p:nvCxnSpPr>
        <p:spPr>
          <a:xfrm>
            <a:off x="4110304" y="6526701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9" name="모서리가 둥근 직사각형 1068">
            <a:extLst>
              <a:ext uri="{FF2B5EF4-FFF2-40B4-BE49-F238E27FC236}">
                <a16:creationId xmlns:a16="http://schemas.microsoft.com/office/drawing/2014/main" id="{A8883FD6-8F89-A366-7626-713A17C77B1D}"/>
              </a:ext>
            </a:extLst>
          </p:cNvPr>
          <p:cNvSpPr/>
          <p:nvPr/>
        </p:nvSpPr>
        <p:spPr>
          <a:xfrm>
            <a:off x="4114616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70" name="모서리가 둥근 직사각형 1069">
            <a:extLst>
              <a:ext uri="{FF2B5EF4-FFF2-40B4-BE49-F238E27FC236}">
                <a16:creationId xmlns:a16="http://schemas.microsoft.com/office/drawing/2014/main" id="{05340B52-800C-9A05-0BA9-70B26BC5AA24}"/>
              </a:ext>
            </a:extLst>
          </p:cNvPr>
          <p:cNvSpPr/>
          <p:nvPr/>
        </p:nvSpPr>
        <p:spPr>
          <a:xfrm>
            <a:off x="4114616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71" name="모서리가 둥근 직사각형 1070">
            <a:extLst>
              <a:ext uri="{FF2B5EF4-FFF2-40B4-BE49-F238E27FC236}">
                <a16:creationId xmlns:a16="http://schemas.microsoft.com/office/drawing/2014/main" id="{2E2664EC-3D72-9E74-8D2D-EB3907174570}"/>
              </a:ext>
            </a:extLst>
          </p:cNvPr>
          <p:cNvSpPr/>
          <p:nvPr/>
        </p:nvSpPr>
        <p:spPr>
          <a:xfrm>
            <a:off x="4072596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08" name="직선 연결선 1107">
            <a:extLst>
              <a:ext uri="{FF2B5EF4-FFF2-40B4-BE49-F238E27FC236}">
                <a16:creationId xmlns:a16="http://schemas.microsoft.com/office/drawing/2014/main" id="{A1647301-E9DB-C03A-0AE8-3758211300E1}"/>
              </a:ext>
            </a:extLst>
          </p:cNvPr>
          <p:cNvCxnSpPr/>
          <p:nvPr/>
        </p:nvCxnSpPr>
        <p:spPr>
          <a:xfrm flipH="1">
            <a:off x="4326808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직선 연결선 1108">
            <a:extLst>
              <a:ext uri="{FF2B5EF4-FFF2-40B4-BE49-F238E27FC236}">
                <a16:creationId xmlns:a16="http://schemas.microsoft.com/office/drawing/2014/main" id="{31B41BC5-C1C2-2D6C-E56A-E8C8B23C432C}"/>
              </a:ext>
            </a:extLst>
          </p:cNvPr>
          <p:cNvCxnSpPr/>
          <p:nvPr/>
        </p:nvCxnSpPr>
        <p:spPr>
          <a:xfrm>
            <a:off x="4368827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직선 연결선 1109">
            <a:extLst>
              <a:ext uri="{FF2B5EF4-FFF2-40B4-BE49-F238E27FC236}">
                <a16:creationId xmlns:a16="http://schemas.microsoft.com/office/drawing/2014/main" id="{6822DF4A-E39E-14B1-4A7C-95640AB572CC}"/>
              </a:ext>
            </a:extLst>
          </p:cNvPr>
          <p:cNvCxnSpPr/>
          <p:nvPr/>
        </p:nvCxnSpPr>
        <p:spPr>
          <a:xfrm>
            <a:off x="4278966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직선 연결선 1110">
            <a:extLst>
              <a:ext uri="{FF2B5EF4-FFF2-40B4-BE49-F238E27FC236}">
                <a16:creationId xmlns:a16="http://schemas.microsoft.com/office/drawing/2014/main" id="{39168E4B-6561-EE97-67D5-19623D719F56}"/>
              </a:ext>
            </a:extLst>
          </p:cNvPr>
          <p:cNvCxnSpPr/>
          <p:nvPr/>
        </p:nvCxnSpPr>
        <p:spPr>
          <a:xfrm>
            <a:off x="4326808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직선 연결선 1111">
            <a:extLst>
              <a:ext uri="{FF2B5EF4-FFF2-40B4-BE49-F238E27FC236}">
                <a16:creationId xmlns:a16="http://schemas.microsoft.com/office/drawing/2014/main" id="{5F554059-21C1-AEB5-B2A5-BF2E08574E1D}"/>
              </a:ext>
            </a:extLst>
          </p:cNvPr>
          <p:cNvCxnSpPr/>
          <p:nvPr/>
        </p:nvCxnSpPr>
        <p:spPr>
          <a:xfrm flipH="1">
            <a:off x="4276765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모서리가 둥근 직사각형 1112">
            <a:extLst>
              <a:ext uri="{FF2B5EF4-FFF2-40B4-BE49-F238E27FC236}">
                <a16:creationId xmlns:a16="http://schemas.microsoft.com/office/drawing/2014/main" id="{31297544-E25D-42BE-DCD4-64E4BB77CE40}"/>
              </a:ext>
            </a:extLst>
          </p:cNvPr>
          <p:cNvSpPr/>
          <p:nvPr/>
        </p:nvSpPr>
        <p:spPr>
          <a:xfrm>
            <a:off x="4241640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14" name="모서리가 둥근 직사각형 1113">
            <a:extLst>
              <a:ext uri="{FF2B5EF4-FFF2-40B4-BE49-F238E27FC236}">
                <a16:creationId xmlns:a16="http://schemas.microsoft.com/office/drawing/2014/main" id="{56A6F28A-4C5E-5A18-276C-957AF3F5611D}"/>
              </a:ext>
            </a:extLst>
          </p:cNvPr>
          <p:cNvSpPr/>
          <p:nvPr/>
        </p:nvSpPr>
        <p:spPr>
          <a:xfrm>
            <a:off x="4241640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15" name="모서리가 둥근 직사각형 1114">
            <a:extLst>
              <a:ext uri="{FF2B5EF4-FFF2-40B4-BE49-F238E27FC236}">
                <a16:creationId xmlns:a16="http://schemas.microsoft.com/office/drawing/2014/main" id="{5522A535-619D-B826-AE2B-94F1E5376601}"/>
              </a:ext>
            </a:extLst>
          </p:cNvPr>
          <p:cNvSpPr/>
          <p:nvPr/>
        </p:nvSpPr>
        <p:spPr>
          <a:xfrm>
            <a:off x="4331119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16" name="모서리가 둥근 직사각형 1115">
            <a:extLst>
              <a:ext uri="{FF2B5EF4-FFF2-40B4-BE49-F238E27FC236}">
                <a16:creationId xmlns:a16="http://schemas.microsoft.com/office/drawing/2014/main" id="{C172CD06-090D-FE66-A181-48FBD39D41B8}"/>
              </a:ext>
            </a:extLst>
          </p:cNvPr>
          <p:cNvSpPr/>
          <p:nvPr/>
        </p:nvSpPr>
        <p:spPr>
          <a:xfrm>
            <a:off x="4331119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17" name="모서리가 둥근 직사각형 1116">
            <a:extLst>
              <a:ext uri="{FF2B5EF4-FFF2-40B4-BE49-F238E27FC236}">
                <a16:creationId xmlns:a16="http://schemas.microsoft.com/office/drawing/2014/main" id="{A05F9081-871C-6F2A-8759-DD8B27928FC6}"/>
              </a:ext>
            </a:extLst>
          </p:cNvPr>
          <p:cNvSpPr/>
          <p:nvPr/>
        </p:nvSpPr>
        <p:spPr>
          <a:xfrm>
            <a:off x="4289100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18" name="직선 연결선 1117">
            <a:extLst>
              <a:ext uri="{FF2B5EF4-FFF2-40B4-BE49-F238E27FC236}">
                <a16:creationId xmlns:a16="http://schemas.microsoft.com/office/drawing/2014/main" id="{26897943-EC35-52E9-6586-0FD7B8BA26FF}"/>
              </a:ext>
            </a:extLst>
          </p:cNvPr>
          <p:cNvCxnSpPr/>
          <p:nvPr/>
        </p:nvCxnSpPr>
        <p:spPr>
          <a:xfrm>
            <a:off x="4521958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9" name="모서리가 둥근 직사각형 1118">
            <a:extLst>
              <a:ext uri="{FF2B5EF4-FFF2-40B4-BE49-F238E27FC236}">
                <a16:creationId xmlns:a16="http://schemas.microsoft.com/office/drawing/2014/main" id="{1BD9FB77-2968-A973-1FD8-C91611246D52}"/>
              </a:ext>
            </a:extLst>
          </p:cNvPr>
          <p:cNvSpPr/>
          <p:nvPr/>
        </p:nvSpPr>
        <p:spPr>
          <a:xfrm>
            <a:off x="4489494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120" name="직선 연결선 1119">
            <a:extLst>
              <a:ext uri="{FF2B5EF4-FFF2-40B4-BE49-F238E27FC236}">
                <a16:creationId xmlns:a16="http://schemas.microsoft.com/office/drawing/2014/main" id="{30390357-98F2-B47C-444C-A6DA178D863F}"/>
              </a:ext>
            </a:extLst>
          </p:cNvPr>
          <p:cNvCxnSpPr/>
          <p:nvPr/>
        </p:nvCxnSpPr>
        <p:spPr>
          <a:xfrm>
            <a:off x="4457513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직선 연결선 1120">
            <a:extLst>
              <a:ext uri="{FF2B5EF4-FFF2-40B4-BE49-F238E27FC236}">
                <a16:creationId xmlns:a16="http://schemas.microsoft.com/office/drawing/2014/main" id="{C4C7185B-9A59-9A34-5655-7C936D72BD14}"/>
              </a:ext>
            </a:extLst>
          </p:cNvPr>
          <p:cNvCxnSpPr/>
          <p:nvPr/>
        </p:nvCxnSpPr>
        <p:spPr>
          <a:xfrm>
            <a:off x="4415494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모서리가 둥근 직사각형 1121">
            <a:extLst>
              <a:ext uri="{FF2B5EF4-FFF2-40B4-BE49-F238E27FC236}">
                <a16:creationId xmlns:a16="http://schemas.microsoft.com/office/drawing/2014/main" id="{2F675BD6-5D5B-A773-FC44-B0D6021524E4}"/>
              </a:ext>
            </a:extLst>
          </p:cNvPr>
          <p:cNvSpPr/>
          <p:nvPr/>
        </p:nvSpPr>
        <p:spPr>
          <a:xfrm>
            <a:off x="4419805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23" name="모서리가 둥근 직사각형 1122">
            <a:extLst>
              <a:ext uri="{FF2B5EF4-FFF2-40B4-BE49-F238E27FC236}">
                <a16:creationId xmlns:a16="http://schemas.microsoft.com/office/drawing/2014/main" id="{71EE8F9B-7579-5BDC-2658-F88ECD0105E5}"/>
              </a:ext>
            </a:extLst>
          </p:cNvPr>
          <p:cNvSpPr/>
          <p:nvPr/>
        </p:nvSpPr>
        <p:spPr>
          <a:xfrm>
            <a:off x="4419805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24" name="모서리가 둥근 직사각형 1123">
            <a:extLst>
              <a:ext uri="{FF2B5EF4-FFF2-40B4-BE49-F238E27FC236}">
                <a16:creationId xmlns:a16="http://schemas.microsoft.com/office/drawing/2014/main" id="{08B33880-1F77-342E-0708-363C9C76E9E6}"/>
              </a:ext>
            </a:extLst>
          </p:cNvPr>
          <p:cNvSpPr/>
          <p:nvPr/>
        </p:nvSpPr>
        <p:spPr>
          <a:xfrm>
            <a:off x="4377786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25" name="직선 연결선 1124">
            <a:extLst>
              <a:ext uri="{FF2B5EF4-FFF2-40B4-BE49-F238E27FC236}">
                <a16:creationId xmlns:a16="http://schemas.microsoft.com/office/drawing/2014/main" id="{CB3993B5-EDF9-592B-55EF-1BBEAECE8B0E}"/>
              </a:ext>
            </a:extLst>
          </p:cNvPr>
          <p:cNvCxnSpPr/>
          <p:nvPr/>
        </p:nvCxnSpPr>
        <p:spPr>
          <a:xfrm flipH="1">
            <a:off x="4621323" y="6532363"/>
            <a:ext cx="88685" cy="512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직선 연결선 1125">
            <a:extLst>
              <a:ext uri="{FF2B5EF4-FFF2-40B4-BE49-F238E27FC236}">
                <a16:creationId xmlns:a16="http://schemas.microsoft.com/office/drawing/2014/main" id="{680BC968-4065-87BD-FE93-60DB68F3C331}"/>
              </a:ext>
            </a:extLst>
          </p:cNvPr>
          <p:cNvCxnSpPr/>
          <p:nvPr/>
        </p:nvCxnSpPr>
        <p:spPr>
          <a:xfrm>
            <a:off x="4663342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직선 연결선 1126">
            <a:extLst>
              <a:ext uri="{FF2B5EF4-FFF2-40B4-BE49-F238E27FC236}">
                <a16:creationId xmlns:a16="http://schemas.microsoft.com/office/drawing/2014/main" id="{3D89DF8E-9034-F116-AD90-F57E4C403535}"/>
              </a:ext>
            </a:extLst>
          </p:cNvPr>
          <p:cNvCxnSpPr/>
          <p:nvPr/>
        </p:nvCxnSpPr>
        <p:spPr>
          <a:xfrm>
            <a:off x="4573480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직선 연결선 1127">
            <a:extLst>
              <a:ext uri="{FF2B5EF4-FFF2-40B4-BE49-F238E27FC236}">
                <a16:creationId xmlns:a16="http://schemas.microsoft.com/office/drawing/2014/main" id="{76A7608A-F707-EEA0-6074-26855F976D23}"/>
              </a:ext>
            </a:extLst>
          </p:cNvPr>
          <p:cNvCxnSpPr/>
          <p:nvPr/>
        </p:nvCxnSpPr>
        <p:spPr>
          <a:xfrm>
            <a:off x="4621323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직선 연결선 1128">
            <a:extLst>
              <a:ext uri="{FF2B5EF4-FFF2-40B4-BE49-F238E27FC236}">
                <a16:creationId xmlns:a16="http://schemas.microsoft.com/office/drawing/2014/main" id="{5C8CF92A-DEB4-D37C-A76B-9217371BB64F}"/>
              </a:ext>
            </a:extLst>
          </p:cNvPr>
          <p:cNvCxnSpPr/>
          <p:nvPr/>
        </p:nvCxnSpPr>
        <p:spPr>
          <a:xfrm flipH="1">
            <a:off x="4571279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모서리가 둥근 직사각형 1129">
            <a:extLst>
              <a:ext uri="{FF2B5EF4-FFF2-40B4-BE49-F238E27FC236}">
                <a16:creationId xmlns:a16="http://schemas.microsoft.com/office/drawing/2014/main" id="{11F11F12-C601-4212-89FA-A22CCD923FD9}"/>
              </a:ext>
            </a:extLst>
          </p:cNvPr>
          <p:cNvSpPr/>
          <p:nvPr/>
        </p:nvSpPr>
        <p:spPr>
          <a:xfrm>
            <a:off x="4536155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1" name="모서리가 둥근 직사각형 1130">
            <a:extLst>
              <a:ext uri="{FF2B5EF4-FFF2-40B4-BE49-F238E27FC236}">
                <a16:creationId xmlns:a16="http://schemas.microsoft.com/office/drawing/2014/main" id="{EEF4274B-325B-DE56-922B-C7C7658CCAD1}"/>
              </a:ext>
            </a:extLst>
          </p:cNvPr>
          <p:cNvSpPr/>
          <p:nvPr/>
        </p:nvSpPr>
        <p:spPr>
          <a:xfrm>
            <a:off x="4536155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2" name="모서리가 둥근 직사각형 1131">
            <a:extLst>
              <a:ext uri="{FF2B5EF4-FFF2-40B4-BE49-F238E27FC236}">
                <a16:creationId xmlns:a16="http://schemas.microsoft.com/office/drawing/2014/main" id="{39736E59-A262-F7C0-8698-BA2BE1AD6E36}"/>
              </a:ext>
            </a:extLst>
          </p:cNvPr>
          <p:cNvSpPr/>
          <p:nvPr/>
        </p:nvSpPr>
        <p:spPr>
          <a:xfrm>
            <a:off x="4625634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3" name="모서리가 둥근 직사각형 1132">
            <a:extLst>
              <a:ext uri="{FF2B5EF4-FFF2-40B4-BE49-F238E27FC236}">
                <a16:creationId xmlns:a16="http://schemas.microsoft.com/office/drawing/2014/main" id="{B88D56C3-BB95-5976-604E-E8978F74FF2C}"/>
              </a:ext>
            </a:extLst>
          </p:cNvPr>
          <p:cNvSpPr/>
          <p:nvPr/>
        </p:nvSpPr>
        <p:spPr>
          <a:xfrm>
            <a:off x="4625634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4" name="모서리가 둥근 직사각형 1133">
            <a:extLst>
              <a:ext uri="{FF2B5EF4-FFF2-40B4-BE49-F238E27FC236}">
                <a16:creationId xmlns:a16="http://schemas.microsoft.com/office/drawing/2014/main" id="{B2B89C5D-80DA-54C9-B7B2-6C6C9051CB1B}"/>
              </a:ext>
            </a:extLst>
          </p:cNvPr>
          <p:cNvSpPr/>
          <p:nvPr/>
        </p:nvSpPr>
        <p:spPr>
          <a:xfrm>
            <a:off x="4583615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35" name="직선 연결선 1134">
            <a:extLst>
              <a:ext uri="{FF2B5EF4-FFF2-40B4-BE49-F238E27FC236}">
                <a16:creationId xmlns:a16="http://schemas.microsoft.com/office/drawing/2014/main" id="{70EEB889-1A7C-E057-5C28-EDB1E6022958}"/>
              </a:ext>
            </a:extLst>
          </p:cNvPr>
          <p:cNvCxnSpPr/>
          <p:nvPr/>
        </p:nvCxnSpPr>
        <p:spPr>
          <a:xfrm>
            <a:off x="4752028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직선 연결선 1135">
            <a:extLst>
              <a:ext uri="{FF2B5EF4-FFF2-40B4-BE49-F238E27FC236}">
                <a16:creationId xmlns:a16="http://schemas.microsoft.com/office/drawing/2014/main" id="{7743C731-B74D-433F-A5AF-EF81E9B4C881}"/>
              </a:ext>
            </a:extLst>
          </p:cNvPr>
          <p:cNvCxnSpPr/>
          <p:nvPr/>
        </p:nvCxnSpPr>
        <p:spPr>
          <a:xfrm>
            <a:off x="4710009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" name="모서리가 둥근 직사각형 1136">
            <a:extLst>
              <a:ext uri="{FF2B5EF4-FFF2-40B4-BE49-F238E27FC236}">
                <a16:creationId xmlns:a16="http://schemas.microsoft.com/office/drawing/2014/main" id="{07D4439E-2A23-2036-F019-7293361A11DE}"/>
              </a:ext>
            </a:extLst>
          </p:cNvPr>
          <p:cNvSpPr/>
          <p:nvPr/>
        </p:nvSpPr>
        <p:spPr>
          <a:xfrm>
            <a:off x="4714319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8" name="모서리가 둥근 직사각형 1137">
            <a:extLst>
              <a:ext uri="{FF2B5EF4-FFF2-40B4-BE49-F238E27FC236}">
                <a16:creationId xmlns:a16="http://schemas.microsoft.com/office/drawing/2014/main" id="{2EDED0D0-B19E-4346-301F-B557DFD46C49}"/>
              </a:ext>
            </a:extLst>
          </p:cNvPr>
          <p:cNvSpPr/>
          <p:nvPr/>
        </p:nvSpPr>
        <p:spPr>
          <a:xfrm>
            <a:off x="4714319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39" name="모서리가 둥근 직사각형 1138">
            <a:extLst>
              <a:ext uri="{FF2B5EF4-FFF2-40B4-BE49-F238E27FC236}">
                <a16:creationId xmlns:a16="http://schemas.microsoft.com/office/drawing/2014/main" id="{4CA6C73A-3038-0C04-2214-B0BB7B12085C}"/>
              </a:ext>
            </a:extLst>
          </p:cNvPr>
          <p:cNvSpPr/>
          <p:nvPr/>
        </p:nvSpPr>
        <p:spPr>
          <a:xfrm>
            <a:off x="4672300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73" name="직선 연결선 1072">
            <a:extLst>
              <a:ext uri="{FF2B5EF4-FFF2-40B4-BE49-F238E27FC236}">
                <a16:creationId xmlns:a16="http://schemas.microsoft.com/office/drawing/2014/main" id="{1991B494-FAF1-8931-426D-DF91CAE54B76}"/>
              </a:ext>
            </a:extLst>
          </p:cNvPr>
          <p:cNvCxnSpPr/>
          <p:nvPr/>
        </p:nvCxnSpPr>
        <p:spPr>
          <a:xfrm>
            <a:off x="4047914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모서리가 둥근 직사각형 1073">
            <a:extLst>
              <a:ext uri="{FF2B5EF4-FFF2-40B4-BE49-F238E27FC236}">
                <a16:creationId xmlns:a16="http://schemas.microsoft.com/office/drawing/2014/main" id="{FBE31D10-EA01-9B91-D84D-F522724C81A5}"/>
              </a:ext>
            </a:extLst>
          </p:cNvPr>
          <p:cNvSpPr/>
          <p:nvPr/>
        </p:nvSpPr>
        <p:spPr>
          <a:xfrm>
            <a:off x="4015450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75" name="직선 연결선 1074">
            <a:extLst>
              <a:ext uri="{FF2B5EF4-FFF2-40B4-BE49-F238E27FC236}">
                <a16:creationId xmlns:a16="http://schemas.microsoft.com/office/drawing/2014/main" id="{FE25B119-B78D-BE80-6291-EC85722CAAC7}"/>
              </a:ext>
            </a:extLst>
          </p:cNvPr>
          <p:cNvCxnSpPr/>
          <p:nvPr/>
        </p:nvCxnSpPr>
        <p:spPr>
          <a:xfrm flipH="1">
            <a:off x="4147279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99B6CD55-7278-BAFD-96AF-39777841AB06}"/>
              </a:ext>
            </a:extLst>
          </p:cNvPr>
          <p:cNvCxnSpPr/>
          <p:nvPr/>
        </p:nvCxnSpPr>
        <p:spPr>
          <a:xfrm>
            <a:off x="4189298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39B0884A-E2EA-F99C-2AD4-CBAA3F8FD02F}"/>
              </a:ext>
            </a:extLst>
          </p:cNvPr>
          <p:cNvCxnSpPr/>
          <p:nvPr/>
        </p:nvCxnSpPr>
        <p:spPr>
          <a:xfrm>
            <a:off x="4099437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B5B04B6C-F83E-12F1-A8A2-8077B2B2F6AA}"/>
              </a:ext>
            </a:extLst>
          </p:cNvPr>
          <p:cNvCxnSpPr/>
          <p:nvPr/>
        </p:nvCxnSpPr>
        <p:spPr>
          <a:xfrm>
            <a:off x="4147279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직선 연결선 1078">
            <a:extLst>
              <a:ext uri="{FF2B5EF4-FFF2-40B4-BE49-F238E27FC236}">
                <a16:creationId xmlns:a16="http://schemas.microsoft.com/office/drawing/2014/main" id="{05764F5F-3E2E-D399-2922-5CDE62476D26}"/>
              </a:ext>
            </a:extLst>
          </p:cNvPr>
          <p:cNvCxnSpPr/>
          <p:nvPr/>
        </p:nvCxnSpPr>
        <p:spPr>
          <a:xfrm flipH="1">
            <a:off x="4097235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0" name="모서리가 둥근 직사각형 1079">
            <a:extLst>
              <a:ext uri="{FF2B5EF4-FFF2-40B4-BE49-F238E27FC236}">
                <a16:creationId xmlns:a16="http://schemas.microsoft.com/office/drawing/2014/main" id="{AABA2A03-493F-E0F9-D6F7-B2F22E540A29}"/>
              </a:ext>
            </a:extLst>
          </p:cNvPr>
          <p:cNvSpPr/>
          <p:nvPr/>
        </p:nvSpPr>
        <p:spPr>
          <a:xfrm>
            <a:off x="4062111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1" name="모서리가 둥근 직사각형 1080">
            <a:extLst>
              <a:ext uri="{FF2B5EF4-FFF2-40B4-BE49-F238E27FC236}">
                <a16:creationId xmlns:a16="http://schemas.microsoft.com/office/drawing/2014/main" id="{E774AD0E-9A00-8AFE-5742-5DBF7A5914EF}"/>
              </a:ext>
            </a:extLst>
          </p:cNvPr>
          <p:cNvSpPr/>
          <p:nvPr/>
        </p:nvSpPr>
        <p:spPr>
          <a:xfrm>
            <a:off x="4062111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2" name="모서리가 둥근 직사각형 1081">
            <a:extLst>
              <a:ext uri="{FF2B5EF4-FFF2-40B4-BE49-F238E27FC236}">
                <a16:creationId xmlns:a16="http://schemas.microsoft.com/office/drawing/2014/main" id="{707A23C6-83AF-95D2-99AE-B8A6782D0B28}"/>
              </a:ext>
            </a:extLst>
          </p:cNvPr>
          <p:cNvSpPr/>
          <p:nvPr/>
        </p:nvSpPr>
        <p:spPr>
          <a:xfrm>
            <a:off x="4151590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3" name="모서리가 둥근 직사각형 1082">
            <a:extLst>
              <a:ext uri="{FF2B5EF4-FFF2-40B4-BE49-F238E27FC236}">
                <a16:creationId xmlns:a16="http://schemas.microsoft.com/office/drawing/2014/main" id="{1EEDAD78-3110-2063-8B5A-E9938C3E4715}"/>
              </a:ext>
            </a:extLst>
          </p:cNvPr>
          <p:cNvSpPr/>
          <p:nvPr/>
        </p:nvSpPr>
        <p:spPr>
          <a:xfrm>
            <a:off x="4151590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4" name="모서리가 둥근 직사각형 1083">
            <a:extLst>
              <a:ext uri="{FF2B5EF4-FFF2-40B4-BE49-F238E27FC236}">
                <a16:creationId xmlns:a16="http://schemas.microsoft.com/office/drawing/2014/main" id="{72682DCA-1201-C887-4E4F-5786D40D306C}"/>
              </a:ext>
            </a:extLst>
          </p:cNvPr>
          <p:cNvSpPr/>
          <p:nvPr/>
        </p:nvSpPr>
        <p:spPr>
          <a:xfrm>
            <a:off x="4109571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85" name="직선 연결선 1084">
            <a:extLst>
              <a:ext uri="{FF2B5EF4-FFF2-40B4-BE49-F238E27FC236}">
                <a16:creationId xmlns:a16="http://schemas.microsoft.com/office/drawing/2014/main" id="{12787650-2F9A-1118-E544-558E9DC081DA}"/>
              </a:ext>
            </a:extLst>
          </p:cNvPr>
          <p:cNvCxnSpPr/>
          <p:nvPr/>
        </p:nvCxnSpPr>
        <p:spPr>
          <a:xfrm>
            <a:off x="4277984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EB1BA4FF-09F5-99A4-297B-CF6CCA5C9FED}"/>
              </a:ext>
            </a:extLst>
          </p:cNvPr>
          <p:cNvCxnSpPr/>
          <p:nvPr/>
        </p:nvCxnSpPr>
        <p:spPr>
          <a:xfrm>
            <a:off x="4235965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모서리가 둥근 직사각형 1086">
            <a:extLst>
              <a:ext uri="{FF2B5EF4-FFF2-40B4-BE49-F238E27FC236}">
                <a16:creationId xmlns:a16="http://schemas.microsoft.com/office/drawing/2014/main" id="{3C669ABC-A2EB-2B4D-E2AF-2631F82B1D87}"/>
              </a:ext>
            </a:extLst>
          </p:cNvPr>
          <p:cNvSpPr/>
          <p:nvPr/>
        </p:nvSpPr>
        <p:spPr>
          <a:xfrm>
            <a:off x="4240276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8" name="모서리가 둥근 직사각형 1087">
            <a:extLst>
              <a:ext uri="{FF2B5EF4-FFF2-40B4-BE49-F238E27FC236}">
                <a16:creationId xmlns:a16="http://schemas.microsoft.com/office/drawing/2014/main" id="{56A0D46B-3A5F-87EB-9253-F56594C8A541}"/>
              </a:ext>
            </a:extLst>
          </p:cNvPr>
          <p:cNvSpPr/>
          <p:nvPr/>
        </p:nvSpPr>
        <p:spPr>
          <a:xfrm>
            <a:off x="4240276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89" name="모서리가 둥근 직사각형 1088">
            <a:extLst>
              <a:ext uri="{FF2B5EF4-FFF2-40B4-BE49-F238E27FC236}">
                <a16:creationId xmlns:a16="http://schemas.microsoft.com/office/drawing/2014/main" id="{835EE668-B31A-0483-C3AB-4FFD26D387B6}"/>
              </a:ext>
            </a:extLst>
          </p:cNvPr>
          <p:cNvSpPr/>
          <p:nvPr/>
        </p:nvSpPr>
        <p:spPr>
          <a:xfrm>
            <a:off x="4198256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90" name="직선 연결선 1089">
            <a:extLst>
              <a:ext uri="{FF2B5EF4-FFF2-40B4-BE49-F238E27FC236}">
                <a16:creationId xmlns:a16="http://schemas.microsoft.com/office/drawing/2014/main" id="{B985889B-2998-FCD7-3131-D3770B17B0F0}"/>
              </a:ext>
            </a:extLst>
          </p:cNvPr>
          <p:cNvCxnSpPr/>
          <p:nvPr/>
        </p:nvCxnSpPr>
        <p:spPr>
          <a:xfrm>
            <a:off x="4631619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모서리가 둥근 직사각형 1090">
            <a:extLst>
              <a:ext uri="{FF2B5EF4-FFF2-40B4-BE49-F238E27FC236}">
                <a16:creationId xmlns:a16="http://schemas.microsoft.com/office/drawing/2014/main" id="{B289CEF9-3DDA-3D24-0B4D-AE1D37629554}"/>
              </a:ext>
            </a:extLst>
          </p:cNvPr>
          <p:cNvSpPr/>
          <p:nvPr/>
        </p:nvSpPr>
        <p:spPr>
          <a:xfrm>
            <a:off x="4599155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092" name="직선 연결선 1091">
            <a:extLst>
              <a:ext uri="{FF2B5EF4-FFF2-40B4-BE49-F238E27FC236}">
                <a16:creationId xmlns:a16="http://schemas.microsoft.com/office/drawing/2014/main" id="{64C6F836-36EB-ACBF-B614-ED57333EF887}"/>
              </a:ext>
            </a:extLst>
          </p:cNvPr>
          <p:cNvCxnSpPr/>
          <p:nvPr/>
        </p:nvCxnSpPr>
        <p:spPr>
          <a:xfrm flipH="1">
            <a:off x="4730985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직선 연결선 1092">
            <a:extLst>
              <a:ext uri="{FF2B5EF4-FFF2-40B4-BE49-F238E27FC236}">
                <a16:creationId xmlns:a16="http://schemas.microsoft.com/office/drawing/2014/main" id="{3E8D84C0-A4B6-DF6F-355E-2E307CD2D08E}"/>
              </a:ext>
            </a:extLst>
          </p:cNvPr>
          <p:cNvCxnSpPr/>
          <p:nvPr/>
        </p:nvCxnSpPr>
        <p:spPr>
          <a:xfrm>
            <a:off x="4773003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연결선 1093">
            <a:extLst>
              <a:ext uri="{FF2B5EF4-FFF2-40B4-BE49-F238E27FC236}">
                <a16:creationId xmlns:a16="http://schemas.microsoft.com/office/drawing/2014/main" id="{C3BA68BC-39CF-5865-9E13-D455025AB4D4}"/>
              </a:ext>
            </a:extLst>
          </p:cNvPr>
          <p:cNvCxnSpPr/>
          <p:nvPr/>
        </p:nvCxnSpPr>
        <p:spPr>
          <a:xfrm>
            <a:off x="4683142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직선 연결선 1094">
            <a:extLst>
              <a:ext uri="{FF2B5EF4-FFF2-40B4-BE49-F238E27FC236}">
                <a16:creationId xmlns:a16="http://schemas.microsoft.com/office/drawing/2014/main" id="{055AD1BF-CC5C-651E-7FFA-7E3D7800BCAB}"/>
              </a:ext>
            </a:extLst>
          </p:cNvPr>
          <p:cNvCxnSpPr/>
          <p:nvPr/>
        </p:nvCxnSpPr>
        <p:spPr>
          <a:xfrm>
            <a:off x="4730984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직선 연결선 1095">
            <a:extLst>
              <a:ext uri="{FF2B5EF4-FFF2-40B4-BE49-F238E27FC236}">
                <a16:creationId xmlns:a16="http://schemas.microsoft.com/office/drawing/2014/main" id="{4562CF84-E266-D456-0D17-519B52218EB2}"/>
              </a:ext>
            </a:extLst>
          </p:cNvPr>
          <p:cNvCxnSpPr/>
          <p:nvPr/>
        </p:nvCxnSpPr>
        <p:spPr>
          <a:xfrm flipH="1">
            <a:off x="4680941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모서리가 둥근 직사각형 1096">
            <a:extLst>
              <a:ext uri="{FF2B5EF4-FFF2-40B4-BE49-F238E27FC236}">
                <a16:creationId xmlns:a16="http://schemas.microsoft.com/office/drawing/2014/main" id="{A766E75C-E6D9-2AD0-08AD-4A9C5341080D}"/>
              </a:ext>
            </a:extLst>
          </p:cNvPr>
          <p:cNvSpPr/>
          <p:nvPr/>
        </p:nvSpPr>
        <p:spPr>
          <a:xfrm>
            <a:off x="4645816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98" name="모서리가 둥근 직사각형 1097">
            <a:extLst>
              <a:ext uri="{FF2B5EF4-FFF2-40B4-BE49-F238E27FC236}">
                <a16:creationId xmlns:a16="http://schemas.microsoft.com/office/drawing/2014/main" id="{716D7672-319E-151C-A706-8E70FA7ED41B}"/>
              </a:ext>
            </a:extLst>
          </p:cNvPr>
          <p:cNvSpPr/>
          <p:nvPr/>
        </p:nvSpPr>
        <p:spPr>
          <a:xfrm>
            <a:off x="4645816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99" name="모서리가 둥근 직사각형 1098">
            <a:extLst>
              <a:ext uri="{FF2B5EF4-FFF2-40B4-BE49-F238E27FC236}">
                <a16:creationId xmlns:a16="http://schemas.microsoft.com/office/drawing/2014/main" id="{40CF7A13-05CE-D890-9AB7-D1EF35CD4ADE}"/>
              </a:ext>
            </a:extLst>
          </p:cNvPr>
          <p:cNvSpPr/>
          <p:nvPr/>
        </p:nvSpPr>
        <p:spPr>
          <a:xfrm>
            <a:off x="4735295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0" name="모서리가 둥근 직사각형 1099">
            <a:extLst>
              <a:ext uri="{FF2B5EF4-FFF2-40B4-BE49-F238E27FC236}">
                <a16:creationId xmlns:a16="http://schemas.microsoft.com/office/drawing/2014/main" id="{E444CB6A-989F-F14B-689A-9A0FE3BF5C59}"/>
              </a:ext>
            </a:extLst>
          </p:cNvPr>
          <p:cNvSpPr/>
          <p:nvPr/>
        </p:nvSpPr>
        <p:spPr>
          <a:xfrm>
            <a:off x="4735295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1" name="모서리가 둥근 직사각형 1100">
            <a:extLst>
              <a:ext uri="{FF2B5EF4-FFF2-40B4-BE49-F238E27FC236}">
                <a16:creationId xmlns:a16="http://schemas.microsoft.com/office/drawing/2014/main" id="{B53003B2-D98B-370E-D825-E13CCE321161}"/>
              </a:ext>
            </a:extLst>
          </p:cNvPr>
          <p:cNvSpPr/>
          <p:nvPr/>
        </p:nvSpPr>
        <p:spPr>
          <a:xfrm>
            <a:off x="4693276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528C4E0E-DAB2-9B5C-A6F6-526B4D9CE9A1}"/>
              </a:ext>
            </a:extLst>
          </p:cNvPr>
          <p:cNvCxnSpPr/>
          <p:nvPr/>
        </p:nvCxnSpPr>
        <p:spPr>
          <a:xfrm>
            <a:off x="4861689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직선 연결선 1102">
            <a:extLst>
              <a:ext uri="{FF2B5EF4-FFF2-40B4-BE49-F238E27FC236}">
                <a16:creationId xmlns:a16="http://schemas.microsoft.com/office/drawing/2014/main" id="{285B7696-15CE-33F5-39A5-79F780BD72AE}"/>
              </a:ext>
            </a:extLst>
          </p:cNvPr>
          <p:cNvCxnSpPr/>
          <p:nvPr/>
        </p:nvCxnSpPr>
        <p:spPr>
          <a:xfrm>
            <a:off x="4819670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모서리가 둥근 직사각형 1103">
            <a:extLst>
              <a:ext uri="{FF2B5EF4-FFF2-40B4-BE49-F238E27FC236}">
                <a16:creationId xmlns:a16="http://schemas.microsoft.com/office/drawing/2014/main" id="{7FBDCBB0-3B65-0B6F-00FC-A819ECE25B99}"/>
              </a:ext>
            </a:extLst>
          </p:cNvPr>
          <p:cNvSpPr/>
          <p:nvPr/>
        </p:nvSpPr>
        <p:spPr>
          <a:xfrm>
            <a:off x="4823981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5" name="모서리가 둥근 직사각형 1104">
            <a:extLst>
              <a:ext uri="{FF2B5EF4-FFF2-40B4-BE49-F238E27FC236}">
                <a16:creationId xmlns:a16="http://schemas.microsoft.com/office/drawing/2014/main" id="{7B1709A9-3740-4470-CCFD-B33C6CBE4F15}"/>
              </a:ext>
            </a:extLst>
          </p:cNvPr>
          <p:cNvSpPr/>
          <p:nvPr/>
        </p:nvSpPr>
        <p:spPr>
          <a:xfrm>
            <a:off x="4823981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06" name="모서리가 둥근 직사각형 1105">
            <a:extLst>
              <a:ext uri="{FF2B5EF4-FFF2-40B4-BE49-F238E27FC236}">
                <a16:creationId xmlns:a16="http://schemas.microsoft.com/office/drawing/2014/main" id="{3CA3A4D8-C58B-0086-A0E3-A3ABE8267BCC}"/>
              </a:ext>
            </a:extLst>
          </p:cNvPr>
          <p:cNvSpPr/>
          <p:nvPr/>
        </p:nvSpPr>
        <p:spPr>
          <a:xfrm>
            <a:off x="4781962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107" name="모서리가 둥근 직사각형 1106">
            <a:extLst>
              <a:ext uri="{FF2B5EF4-FFF2-40B4-BE49-F238E27FC236}">
                <a16:creationId xmlns:a16="http://schemas.microsoft.com/office/drawing/2014/main" id="{69EAC0E9-B488-ABCE-48B9-8FFC7CCAE94E}"/>
              </a:ext>
            </a:extLst>
          </p:cNvPr>
          <p:cNvSpPr/>
          <p:nvPr/>
        </p:nvSpPr>
        <p:spPr>
          <a:xfrm>
            <a:off x="3859333" y="5283643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904" name="직선 연결선 1903">
            <a:extLst>
              <a:ext uri="{FF2B5EF4-FFF2-40B4-BE49-F238E27FC236}">
                <a16:creationId xmlns:a16="http://schemas.microsoft.com/office/drawing/2014/main" id="{CD65EF74-A1F4-E3CF-C88C-5EA3F8650418}"/>
              </a:ext>
            </a:extLst>
          </p:cNvPr>
          <p:cNvCxnSpPr/>
          <p:nvPr/>
        </p:nvCxnSpPr>
        <p:spPr>
          <a:xfrm>
            <a:off x="2884346" y="3850427"/>
            <a:ext cx="1706450" cy="250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" name="직선 연결선 1902">
            <a:extLst>
              <a:ext uri="{FF2B5EF4-FFF2-40B4-BE49-F238E27FC236}">
                <a16:creationId xmlns:a16="http://schemas.microsoft.com/office/drawing/2014/main" id="{9ED06EE6-ECB8-2763-6FE0-AD27940D3D7B}"/>
              </a:ext>
            </a:extLst>
          </p:cNvPr>
          <p:cNvCxnSpPr/>
          <p:nvPr/>
        </p:nvCxnSpPr>
        <p:spPr>
          <a:xfrm flipH="1">
            <a:off x="2298253" y="3809282"/>
            <a:ext cx="538759" cy="3095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1" name="직선 연결선 1900">
            <a:extLst>
              <a:ext uri="{FF2B5EF4-FFF2-40B4-BE49-F238E27FC236}">
                <a16:creationId xmlns:a16="http://schemas.microsoft.com/office/drawing/2014/main" id="{ED8F7F36-8635-2BB4-5267-1EBAA7F7702C}"/>
              </a:ext>
            </a:extLst>
          </p:cNvPr>
          <p:cNvCxnSpPr/>
          <p:nvPr/>
        </p:nvCxnSpPr>
        <p:spPr>
          <a:xfrm flipH="1">
            <a:off x="1654054" y="4120019"/>
            <a:ext cx="660216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직선 연결선 433">
            <a:extLst>
              <a:ext uri="{FF2B5EF4-FFF2-40B4-BE49-F238E27FC236}">
                <a16:creationId xmlns:a16="http://schemas.microsoft.com/office/drawing/2014/main" id="{14742E0A-9202-C4CE-0B49-E88C9EF4CA9E}"/>
              </a:ext>
            </a:extLst>
          </p:cNvPr>
          <p:cNvCxnSpPr/>
          <p:nvPr/>
        </p:nvCxnSpPr>
        <p:spPr>
          <a:xfrm flipH="1">
            <a:off x="1945938" y="5501815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DD56B97B-0018-E6BA-2788-44471CAA2E61}"/>
              </a:ext>
            </a:extLst>
          </p:cNvPr>
          <p:cNvCxnSpPr/>
          <p:nvPr/>
        </p:nvCxnSpPr>
        <p:spPr>
          <a:xfrm flipH="1" flipV="1">
            <a:off x="1670992" y="5433919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>
            <a:extLst>
              <a:ext uri="{FF2B5EF4-FFF2-40B4-BE49-F238E27FC236}">
                <a16:creationId xmlns:a16="http://schemas.microsoft.com/office/drawing/2014/main" id="{D4119155-8C58-8403-7B19-21A4388933FD}"/>
              </a:ext>
            </a:extLst>
          </p:cNvPr>
          <p:cNvCxnSpPr/>
          <p:nvPr/>
        </p:nvCxnSpPr>
        <p:spPr>
          <a:xfrm flipH="1">
            <a:off x="1159494" y="5435421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>
            <a:extLst>
              <a:ext uri="{FF2B5EF4-FFF2-40B4-BE49-F238E27FC236}">
                <a16:creationId xmlns:a16="http://schemas.microsoft.com/office/drawing/2014/main" id="{108E834C-A433-434B-1301-4AC52E4BBBCA}"/>
              </a:ext>
            </a:extLst>
          </p:cNvPr>
          <p:cNvCxnSpPr/>
          <p:nvPr/>
        </p:nvCxnSpPr>
        <p:spPr>
          <a:xfrm flipH="1">
            <a:off x="766494" y="5516555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8B3BD4-6D94-C509-541F-8A1B801B6790}"/>
              </a:ext>
            </a:extLst>
          </p:cNvPr>
          <p:cNvCxnSpPr/>
          <p:nvPr/>
        </p:nvCxnSpPr>
        <p:spPr>
          <a:xfrm flipH="1">
            <a:off x="959289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31FAE1B-541C-00F3-42EE-28B6AF4034B1}"/>
              </a:ext>
            </a:extLst>
          </p:cNvPr>
          <p:cNvCxnSpPr/>
          <p:nvPr/>
        </p:nvCxnSpPr>
        <p:spPr>
          <a:xfrm>
            <a:off x="772498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DCF48E6-65A5-7E8E-4A42-FA6AE674775C}"/>
              </a:ext>
            </a:extLst>
          </p:cNvPr>
          <p:cNvCxnSpPr/>
          <p:nvPr/>
        </p:nvCxnSpPr>
        <p:spPr>
          <a:xfrm flipH="1">
            <a:off x="485448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7A4B403-106B-58C8-2913-AEA1CBBAF57C}"/>
              </a:ext>
            </a:extLst>
          </p:cNvPr>
          <p:cNvCxnSpPr/>
          <p:nvPr/>
        </p:nvCxnSpPr>
        <p:spPr>
          <a:xfrm flipH="1">
            <a:off x="354334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8BB7689-FE86-84B3-047C-59F8BDC74818}"/>
              </a:ext>
            </a:extLst>
          </p:cNvPr>
          <p:cNvSpPr/>
          <p:nvPr/>
        </p:nvSpPr>
        <p:spPr>
          <a:xfrm>
            <a:off x="711779" y="6056007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D28270C-4A83-B426-9BC7-3FBD491ECB93}"/>
              </a:ext>
            </a:extLst>
          </p:cNvPr>
          <p:cNvCxnSpPr/>
          <p:nvPr/>
        </p:nvCxnSpPr>
        <p:spPr>
          <a:xfrm flipH="1">
            <a:off x="160327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6E9D2CE-C4E5-4900-CCD2-9461B66E699C}"/>
              </a:ext>
            </a:extLst>
          </p:cNvPr>
          <p:cNvCxnSpPr/>
          <p:nvPr/>
        </p:nvCxnSpPr>
        <p:spPr>
          <a:xfrm>
            <a:off x="202347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DF96C74-617F-7CF3-6BD2-F28056C04AA9}"/>
              </a:ext>
            </a:extLst>
          </p:cNvPr>
          <p:cNvCxnSpPr/>
          <p:nvPr/>
        </p:nvCxnSpPr>
        <p:spPr>
          <a:xfrm>
            <a:off x="112485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EC04CB-CB5C-2D35-143C-47D3DD13EB39}"/>
              </a:ext>
            </a:extLst>
          </p:cNvPr>
          <p:cNvCxnSpPr/>
          <p:nvPr/>
        </p:nvCxnSpPr>
        <p:spPr>
          <a:xfrm>
            <a:off x="160328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1F5AE3-B27A-CBA6-6213-E8C9016025A7}"/>
              </a:ext>
            </a:extLst>
          </p:cNvPr>
          <p:cNvCxnSpPr/>
          <p:nvPr/>
        </p:nvCxnSpPr>
        <p:spPr>
          <a:xfrm flipH="1">
            <a:off x="110284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E5F5A8F-6BBA-05DA-FD6A-852DFB7565F1}"/>
              </a:ext>
            </a:extLst>
          </p:cNvPr>
          <p:cNvSpPr/>
          <p:nvPr/>
        </p:nvSpPr>
        <p:spPr>
          <a:xfrm>
            <a:off x="75160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1BC18DF-4DCA-2BBC-A200-9499AB14920C}"/>
              </a:ext>
            </a:extLst>
          </p:cNvPr>
          <p:cNvSpPr/>
          <p:nvPr/>
        </p:nvSpPr>
        <p:spPr>
          <a:xfrm>
            <a:off x="75160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5BA97AF-E8A0-2BA0-72FB-988C71CA9B25}"/>
              </a:ext>
            </a:extLst>
          </p:cNvPr>
          <p:cNvSpPr/>
          <p:nvPr/>
        </p:nvSpPr>
        <p:spPr>
          <a:xfrm>
            <a:off x="164638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8A89593-AB68-C325-BA08-940830DC991C}"/>
              </a:ext>
            </a:extLst>
          </p:cNvPr>
          <p:cNvSpPr/>
          <p:nvPr/>
        </p:nvSpPr>
        <p:spPr>
          <a:xfrm>
            <a:off x="164638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7E38C39-07DB-EFCC-B2A9-17A97F514384}"/>
              </a:ext>
            </a:extLst>
          </p:cNvPr>
          <p:cNvSpPr/>
          <p:nvPr/>
        </p:nvSpPr>
        <p:spPr>
          <a:xfrm>
            <a:off x="122619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EB6B12B-E8DC-38ED-19C6-1F1BB777033E}"/>
              </a:ext>
            </a:extLst>
          </p:cNvPr>
          <p:cNvCxnSpPr/>
          <p:nvPr/>
        </p:nvCxnSpPr>
        <p:spPr>
          <a:xfrm>
            <a:off x="355477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91C1D78-16DD-6519-0416-C2F3234005E9}"/>
              </a:ext>
            </a:extLst>
          </p:cNvPr>
          <p:cNvSpPr/>
          <p:nvPr/>
        </p:nvSpPr>
        <p:spPr>
          <a:xfrm>
            <a:off x="323013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999E1C3-E6E6-53C5-6266-04C56C33ECE3}"/>
              </a:ext>
            </a:extLst>
          </p:cNvPr>
          <p:cNvCxnSpPr/>
          <p:nvPr/>
        </p:nvCxnSpPr>
        <p:spPr>
          <a:xfrm>
            <a:off x="291032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467502F-09FC-99AE-FFAA-3A33D3E34424}"/>
              </a:ext>
            </a:extLst>
          </p:cNvPr>
          <p:cNvCxnSpPr/>
          <p:nvPr/>
        </p:nvCxnSpPr>
        <p:spPr>
          <a:xfrm>
            <a:off x="249013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8B370F8-D9E5-F636-95B3-7DA839061EDD}"/>
              </a:ext>
            </a:extLst>
          </p:cNvPr>
          <p:cNvSpPr/>
          <p:nvPr/>
        </p:nvSpPr>
        <p:spPr>
          <a:xfrm>
            <a:off x="253324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0BCE3F5-C919-1B7E-4AF5-D5F9F70999EB}"/>
              </a:ext>
            </a:extLst>
          </p:cNvPr>
          <p:cNvSpPr/>
          <p:nvPr/>
        </p:nvSpPr>
        <p:spPr>
          <a:xfrm>
            <a:off x="253324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CF35681A-E321-9E0A-C702-C34DDEB93E38}"/>
              </a:ext>
            </a:extLst>
          </p:cNvPr>
          <p:cNvSpPr/>
          <p:nvPr/>
        </p:nvSpPr>
        <p:spPr>
          <a:xfrm>
            <a:off x="211305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97C0C48-A28A-DB46-D8B4-F5D342E5A90E}"/>
              </a:ext>
            </a:extLst>
          </p:cNvPr>
          <p:cNvCxnSpPr/>
          <p:nvPr/>
        </p:nvCxnSpPr>
        <p:spPr>
          <a:xfrm flipH="1">
            <a:off x="454842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9B45F46-49CB-F594-1CA8-E681D859E750}"/>
              </a:ext>
            </a:extLst>
          </p:cNvPr>
          <p:cNvCxnSpPr/>
          <p:nvPr/>
        </p:nvCxnSpPr>
        <p:spPr>
          <a:xfrm>
            <a:off x="496861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8E8F32D-0544-279C-3135-4ADEACFA9925}"/>
              </a:ext>
            </a:extLst>
          </p:cNvPr>
          <p:cNvCxnSpPr/>
          <p:nvPr/>
        </p:nvCxnSpPr>
        <p:spPr>
          <a:xfrm>
            <a:off x="406999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BA9EE93-35A6-6630-F983-CEDBE2F44A78}"/>
              </a:ext>
            </a:extLst>
          </p:cNvPr>
          <p:cNvCxnSpPr/>
          <p:nvPr/>
        </p:nvCxnSpPr>
        <p:spPr>
          <a:xfrm>
            <a:off x="454842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5CC709F-E72C-112E-91A4-2791E91207F3}"/>
              </a:ext>
            </a:extLst>
          </p:cNvPr>
          <p:cNvCxnSpPr/>
          <p:nvPr/>
        </p:nvCxnSpPr>
        <p:spPr>
          <a:xfrm flipH="1">
            <a:off x="404799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B4DBFC6D-CE27-C65A-8767-8B44F4EA693E}"/>
              </a:ext>
            </a:extLst>
          </p:cNvPr>
          <p:cNvSpPr/>
          <p:nvPr/>
        </p:nvSpPr>
        <p:spPr>
          <a:xfrm>
            <a:off x="369674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1FF48A48-458C-8C26-E5E5-8656989EA1F2}"/>
              </a:ext>
            </a:extLst>
          </p:cNvPr>
          <p:cNvSpPr/>
          <p:nvPr/>
        </p:nvSpPr>
        <p:spPr>
          <a:xfrm>
            <a:off x="369674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D21D082-ABA9-8BED-72D3-547D0F830E0D}"/>
              </a:ext>
            </a:extLst>
          </p:cNvPr>
          <p:cNvSpPr/>
          <p:nvPr/>
        </p:nvSpPr>
        <p:spPr>
          <a:xfrm>
            <a:off x="459153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540E2767-2E7D-3140-9698-9C99D7AFBD3A}"/>
              </a:ext>
            </a:extLst>
          </p:cNvPr>
          <p:cNvSpPr/>
          <p:nvPr/>
        </p:nvSpPr>
        <p:spPr>
          <a:xfrm>
            <a:off x="459153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40C33475-C408-670B-7216-BD4E9A8A02BB}"/>
              </a:ext>
            </a:extLst>
          </p:cNvPr>
          <p:cNvSpPr/>
          <p:nvPr/>
        </p:nvSpPr>
        <p:spPr>
          <a:xfrm>
            <a:off x="417134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776AA1-AF82-EA3F-0B45-35B15B5C9698}"/>
              </a:ext>
            </a:extLst>
          </p:cNvPr>
          <p:cNvCxnSpPr/>
          <p:nvPr/>
        </p:nvCxnSpPr>
        <p:spPr>
          <a:xfrm>
            <a:off x="585547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1013E45-3740-FA76-A793-92401E46B2B6}"/>
              </a:ext>
            </a:extLst>
          </p:cNvPr>
          <p:cNvCxnSpPr/>
          <p:nvPr/>
        </p:nvCxnSpPr>
        <p:spPr>
          <a:xfrm>
            <a:off x="543528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6B1D6C84-16B9-E7C3-E699-F6BE2AEEBD37}"/>
              </a:ext>
            </a:extLst>
          </p:cNvPr>
          <p:cNvSpPr/>
          <p:nvPr/>
        </p:nvSpPr>
        <p:spPr>
          <a:xfrm>
            <a:off x="547838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042C1402-9DFD-0967-D9D7-0769EDCF0E0B}"/>
              </a:ext>
            </a:extLst>
          </p:cNvPr>
          <p:cNvSpPr/>
          <p:nvPr/>
        </p:nvSpPr>
        <p:spPr>
          <a:xfrm>
            <a:off x="547838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9938F087-C20B-22FF-EF6E-F750BA12557A}"/>
              </a:ext>
            </a:extLst>
          </p:cNvPr>
          <p:cNvSpPr/>
          <p:nvPr/>
        </p:nvSpPr>
        <p:spPr>
          <a:xfrm>
            <a:off x="505819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FE0CB4A-EF26-8CC5-0A7E-AFA3405FDDBD}"/>
              </a:ext>
            </a:extLst>
          </p:cNvPr>
          <p:cNvCxnSpPr/>
          <p:nvPr/>
        </p:nvCxnSpPr>
        <p:spPr>
          <a:xfrm flipH="1">
            <a:off x="760032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1334B4B-9D09-09DC-3C89-EE2523B2C749}"/>
              </a:ext>
            </a:extLst>
          </p:cNvPr>
          <p:cNvCxnSpPr/>
          <p:nvPr/>
        </p:nvCxnSpPr>
        <p:spPr>
          <a:xfrm>
            <a:off x="802051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3CA305B8-7F84-4821-78B4-D19B0DE83EAD}"/>
              </a:ext>
            </a:extLst>
          </p:cNvPr>
          <p:cNvCxnSpPr/>
          <p:nvPr/>
        </p:nvCxnSpPr>
        <p:spPr>
          <a:xfrm>
            <a:off x="712189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5B0544B7-4AE6-3288-EFE4-4F48360DFA80}"/>
              </a:ext>
            </a:extLst>
          </p:cNvPr>
          <p:cNvCxnSpPr/>
          <p:nvPr/>
        </p:nvCxnSpPr>
        <p:spPr>
          <a:xfrm>
            <a:off x="760032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C700BDF-7F95-4C9E-A607-9E4C8F6AD00C}"/>
              </a:ext>
            </a:extLst>
          </p:cNvPr>
          <p:cNvCxnSpPr/>
          <p:nvPr/>
        </p:nvCxnSpPr>
        <p:spPr>
          <a:xfrm flipH="1">
            <a:off x="709988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88858BEA-6C84-A113-1F5F-CD595EF03A3E}"/>
              </a:ext>
            </a:extLst>
          </p:cNvPr>
          <p:cNvSpPr/>
          <p:nvPr/>
        </p:nvSpPr>
        <p:spPr>
          <a:xfrm>
            <a:off x="674864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C0035CD1-D355-ED58-591B-3A7854866F68}"/>
              </a:ext>
            </a:extLst>
          </p:cNvPr>
          <p:cNvSpPr/>
          <p:nvPr/>
        </p:nvSpPr>
        <p:spPr>
          <a:xfrm>
            <a:off x="674864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045F2CF6-7979-F661-671D-F12BA3D725C5}"/>
              </a:ext>
            </a:extLst>
          </p:cNvPr>
          <p:cNvSpPr/>
          <p:nvPr/>
        </p:nvSpPr>
        <p:spPr>
          <a:xfrm>
            <a:off x="764342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14F9E743-9215-11DB-0E4D-55AA112AC984}"/>
              </a:ext>
            </a:extLst>
          </p:cNvPr>
          <p:cNvSpPr/>
          <p:nvPr/>
        </p:nvSpPr>
        <p:spPr>
          <a:xfrm>
            <a:off x="764342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E4F2534C-DF6D-3DF4-FB2D-24A5EB560A29}"/>
              </a:ext>
            </a:extLst>
          </p:cNvPr>
          <p:cNvSpPr/>
          <p:nvPr/>
        </p:nvSpPr>
        <p:spPr>
          <a:xfrm>
            <a:off x="722323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64A2741-02B6-8C30-D075-6715DF5C0344}"/>
              </a:ext>
            </a:extLst>
          </p:cNvPr>
          <p:cNvCxnSpPr/>
          <p:nvPr/>
        </p:nvCxnSpPr>
        <p:spPr>
          <a:xfrm>
            <a:off x="955181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5FE04D9A-B084-8717-8035-AEF355B205BC}"/>
              </a:ext>
            </a:extLst>
          </p:cNvPr>
          <p:cNvSpPr/>
          <p:nvPr/>
        </p:nvSpPr>
        <p:spPr>
          <a:xfrm>
            <a:off x="922717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9DA3187-9A83-2B48-6187-32229DFF9B26}"/>
              </a:ext>
            </a:extLst>
          </p:cNvPr>
          <p:cNvCxnSpPr/>
          <p:nvPr/>
        </p:nvCxnSpPr>
        <p:spPr>
          <a:xfrm>
            <a:off x="890736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AD75528-2431-8D79-3426-DEAF586442E9}"/>
              </a:ext>
            </a:extLst>
          </p:cNvPr>
          <p:cNvCxnSpPr/>
          <p:nvPr/>
        </p:nvCxnSpPr>
        <p:spPr>
          <a:xfrm>
            <a:off x="848717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A53B974-1EF7-9A59-0509-B96D48C7C9F6}"/>
              </a:ext>
            </a:extLst>
          </p:cNvPr>
          <p:cNvSpPr/>
          <p:nvPr/>
        </p:nvSpPr>
        <p:spPr>
          <a:xfrm>
            <a:off x="853028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5" name="모서리가 둥근 직사각형 54">
            <a:extLst>
              <a:ext uri="{FF2B5EF4-FFF2-40B4-BE49-F238E27FC236}">
                <a16:creationId xmlns:a16="http://schemas.microsoft.com/office/drawing/2014/main" id="{07643F5A-C475-3488-9F00-B0631EAF6529}"/>
              </a:ext>
            </a:extLst>
          </p:cNvPr>
          <p:cNvSpPr/>
          <p:nvPr/>
        </p:nvSpPr>
        <p:spPr>
          <a:xfrm>
            <a:off x="853028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C8C92C3C-0B23-BF29-9493-6EBF47B81074}"/>
              </a:ext>
            </a:extLst>
          </p:cNvPr>
          <p:cNvSpPr/>
          <p:nvPr/>
        </p:nvSpPr>
        <p:spPr>
          <a:xfrm>
            <a:off x="811009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CA19E85-04DB-BA10-36A6-FFD17CE4EE9A}"/>
              </a:ext>
            </a:extLst>
          </p:cNvPr>
          <p:cNvCxnSpPr/>
          <p:nvPr/>
        </p:nvCxnSpPr>
        <p:spPr>
          <a:xfrm flipH="1">
            <a:off x="1054546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B70076D7-EDD5-9750-9F14-E9B8E9F39A73}"/>
              </a:ext>
            </a:extLst>
          </p:cNvPr>
          <p:cNvCxnSpPr/>
          <p:nvPr/>
        </p:nvCxnSpPr>
        <p:spPr>
          <a:xfrm>
            <a:off x="1096565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AFC058F-B779-18F6-0B84-7BD8E34E2F40}"/>
              </a:ext>
            </a:extLst>
          </p:cNvPr>
          <p:cNvCxnSpPr/>
          <p:nvPr/>
        </p:nvCxnSpPr>
        <p:spPr>
          <a:xfrm>
            <a:off x="1006704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5FACCEB-73EE-3098-0FEF-01DB57A4F08A}"/>
              </a:ext>
            </a:extLst>
          </p:cNvPr>
          <p:cNvCxnSpPr/>
          <p:nvPr/>
        </p:nvCxnSpPr>
        <p:spPr>
          <a:xfrm>
            <a:off x="1054546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4036816-895E-2ECE-4B89-6E479296B55C}"/>
              </a:ext>
            </a:extLst>
          </p:cNvPr>
          <p:cNvCxnSpPr/>
          <p:nvPr/>
        </p:nvCxnSpPr>
        <p:spPr>
          <a:xfrm flipH="1">
            <a:off x="1004503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>
            <a:extLst>
              <a:ext uri="{FF2B5EF4-FFF2-40B4-BE49-F238E27FC236}">
                <a16:creationId xmlns:a16="http://schemas.microsoft.com/office/drawing/2014/main" id="{1E8EF3EA-FAB6-FC67-CFFA-8CEED045D5E7}"/>
              </a:ext>
            </a:extLst>
          </p:cNvPr>
          <p:cNvSpPr/>
          <p:nvPr/>
        </p:nvSpPr>
        <p:spPr>
          <a:xfrm>
            <a:off x="969378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3" name="모서리가 둥근 직사각형 62">
            <a:extLst>
              <a:ext uri="{FF2B5EF4-FFF2-40B4-BE49-F238E27FC236}">
                <a16:creationId xmlns:a16="http://schemas.microsoft.com/office/drawing/2014/main" id="{C4431402-BDB5-D924-FF70-53FE2E33C26D}"/>
              </a:ext>
            </a:extLst>
          </p:cNvPr>
          <p:cNvSpPr/>
          <p:nvPr/>
        </p:nvSpPr>
        <p:spPr>
          <a:xfrm>
            <a:off x="969378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4" name="모서리가 둥근 직사각형 63">
            <a:extLst>
              <a:ext uri="{FF2B5EF4-FFF2-40B4-BE49-F238E27FC236}">
                <a16:creationId xmlns:a16="http://schemas.microsoft.com/office/drawing/2014/main" id="{09A0726E-2830-B8B1-2F02-1576C07DC878}"/>
              </a:ext>
            </a:extLst>
          </p:cNvPr>
          <p:cNvSpPr/>
          <p:nvPr/>
        </p:nvSpPr>
        <p:spPr>
          <a:xfrm>
            <a:off x="1058857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33187D76-CCA1-6909-4D78-23EEE560BED6}"/>
              </a:ext>
            </a:extLst>
          </p:cNvPr>
          <p:cNvSpPr/>
          <p:nvPr/>
        </p:nvSpPr>
        <p:spPr>
          <a:xfrm>
            <a:off x="1058857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070F019F-E16C-D20D-0DF9-21ED531A50A6}"/>
              </a:ext>
            </a:extLst>
          </p:cNvPr>
          <p:cNvSpPr/>
          <p:nvPr/>
        </p:nvSpPr>
        <p:spPr>
          <a:xfrm>
            <a:off x="1016838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1F136CA-04E4-DDD8-010E-9AD0F9530176}"/>
              </a:ext>
            </a:extLst>
          </p:cNvPr>
          <p:cNvCxnSpPr/>
          <p:nvPr/>
        </p:nvCxnSpPr>
        <p:spPr>
          <a:xfrm>
            <a:off x="1185251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810B2401-2EC1-1B64-1275-D29002DF13BF}"/>
              </a:ext>
            </a:extLst>
          </p:cNvPr>
          <p:cNvCxnSpPr/>
          <p:nvPr/>
        </p:nvCxnSpPr>
        <p:spPr>
          <a:xfrm>
            <a:off x="1143232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B6B1173F-2A80-1918-7E39-AA2826BC4A47}"/>
              </a:ext>
            </a:extLst>
          </p:cNvPr>
          <p:cNvSpPr/>
          <p:nvPr/>
        </p:nvSpPr>
        <p:spPr>
          <a:xfrm>
            <a:off x="1147543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283FBE28-8539-DF75-04A5-5DD030B29E97}"/>
              </a:ext>
            </a:extLst>
          </p:cNvPr>
          <p:cNvSpPr/>
          <p:nvPr/>
        </p:nvSpPr>
        <p:spPr>
          <a:xfrm>
            <a:off x="1147543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F78B36DA-3629-92D8-3AA6-8E011A877BB0}"/>
              </a:ext>
            </a:extLst>
          </p:cNvPr>
          <p:cNvSpPr/>
          <p:nvPr/>
        </p:nvSpPr>
        <p:spPr>
          <a:xfrm>
            <a:off x="1105523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66A5C533-5B8C-9296-7506-E555B6429382}"/>
              </a:ext>
            </a:extLst>
          </p:cNvPr>
          <p:cNvCxnSpPr/>
          <p:nvPr/>
        </p:nvCxnSpPr>
        <p:spPr>
          <a:xfrm>
            <a:off x="481137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72">
            <a:extLst>
              <a:ext uri="{FF2B5EF4-FFF2-40B4-BE49-F238E27FC236}">
                <a16:creationId xmlns:a16="http://schemas.microsoft.com/office/drawing/2014/main" id="{3F8949A4-CD98-7FBE-9D52-5B24820D8F9D}"/>
              </a:ext>
            </a:extLst>
          </p:cNvPr>
          <p:cNvSpPr/>
          <p:nvPr/>
        </p:nvSpPr>
        <p:spPr>
          <a:xfrm>
            <a:off x="448673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FDE6819-9E1C-8CC6-8950-44E93E8BA1CD}"/>
              </a:ext>
            </a:extLst>
          </p:cNvPr>
          <p:cNvCxnSpPr/>
          <p:nvPr/>
        </p:nvCxnSpPr>
        <p:spPr>
          <a:xfrm flipH="1">
            <a:off x="580503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C29E5F0-F2C5-544E-C1AE-11B33EE2CEB3}"/>
              </a:ext>
            </a:extLst>
          </p:cNvPr>
          <p:cNvCxnSpPr/>
          <p:nvPr/>
        </p:nvCxnSpPr>
        <p:spPr>
          <a:xfrm>
            <a:off x="622521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3CDC884-BA7F-096C-857D-AFEBE4DE43DA}"/>
              </a:ext>
            </a:extLst>
          </p:cNvPr>
          <p:cNvCxnSpPr/>
          <p:nvPr/>
        </p:nvCxnSpPr>
        <p:spPr>
          <a:xfrm>
            <a:off x="532660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C0A8FD64-5090-B42B-A272-AC7325B8AE5B}"/>
              </a:ext>
            </a:extLst>
          </p:cNvPr>
          <p:cNvCxnSpPr/>
          <p:nvPr/>
        </p:nvCxnSpPr>
        <p:spPr>
          <a:xfrm>
            <a:off x="580503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1D8E061-15F3-D81B-C499-60A58DD341B0}"/>
              </a:ext>
            </a:extLst>
          </p:cNvPr>
          <p:cNvCxnSpPr/>
          <p:nvPr/>
        </p:nvCxnSpPr>
        <p:spPr>
          <a:xfrm flipH="1">
            <a:off x="530459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3F995B6D-2245-89AB-3059-2F761B8E521E}"/>
              </a:ext>
            </a:extLst>
          </p:cNvPr>
          <p:cNvSpPr/>
          <p:nvPr/>
        </p:nvSpPr>
        <p:spPr>
          <a:xfrm>
            <a:off x="495335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5C137B39-30A0-971A-3B40-37CA32D9118F}"/>
              </a:ext>
            </a:extLst>
          </p:cNvPr>
          <p:cNvSpPr/>
          <p:nvPr/>
        </p:nvSpPr>
        <p:spPr>
          <a:xfrm>
            <a:off x="495335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1" name="모서리가 둥근 직사각형 80">
            <a:extLst>
              <a:ext uri="{FF2B5EF4-FFF2-40B4-BE49-F238E27FC236}">
                <a16:creationId xmlns:a16="http://schemas.microsoft.com/office/drawing/2014/main" id="{F92CF29D-05CF-F0C0-74E6-E4961C661AC8}"/>
              </a:ext>
            </a:extLst>
          </p:cNvPr>
          <p:cNvSpPr/>
          <p:nvPr/>
        </p:nvSpPr>
        <p:spPr>
          <a:xfrm>
            <a:off x="584813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2" name="모서리가 둥근 직사각형 81">
            <a:extLst>
              <a:ext uri="{FF2B5EF4-FFF2-40B4-BE49-F238E27FC236}">
                <a16:creationId xmlns:a16="http://schemas.microsoft.com/office/drawing/2014/main" id="{AF0BC07E-7E96-697C-326A-C1183FE7696F}"/>
              </a:ext>
            </a:extLst>
          </p:cNvPr>
          <p:cNvSpPr/>
          <p:nvPr/>
        </p:nvSpPr>
        <p:spPr>
          <a:xfrm>
            <a:off x="584813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3" name="모서리가 둥근 직사각형 82">
            <a:extLst>
              <a:ext uri="{FF2B5EF4-FFF2-40B4-BE49-F238E27FC236}">
                <a16:creationId xmlns:a16="http://schemas.microsoft.com/office/drawing/2014/main" id="{12E82DE6-834F-0DDE-434A-2F8E2B1D5EF3}"/>
              </a:ext>
            </a:extLst>
          </p:cNvPr>
          <p:cNvSpPr/>
          <p:nvPr/>
        </p:nvSpPr>
        <p:spPr>
          <a:xfrm>
            <a:off x="542794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5BC7B4B4-3647-4D6A-615C-2F5BEB4BBE2C}"/>
              </a:ext>
            </a:extLst>
          </p:cNvPr>
          <p:cNvCxnSpPr/>
          <p:nvPr/>
        </p:nvCxnSpPr>
        <p:spPr>
          <a:xfrm>
            <a:off x="711207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D75F5DE-0E3D-423D-FD59-AC8EA1A1CCED}"/>
              </a:ext>
            </a:extLst>
          </p:cNvPr>
          <p:cNvCxnSpPr/>
          <p:nvPr/>
        </p:nvCxnSpPr>
        <p:spPr>
          <a:xfrm>
            <a:off x="669188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>
            <a:extLst>
              <a:ext uri="{FF2B5EF4-FFF2-40B4-BE49-F238E27FC236}">
                <a16:creationId xmlns:a16="http://schemas.microsoft.com/office/drawing/2014/main" id="{364B1706-5C70-87D8-09AE-8EFCA22A5418}"/>
              </a:ext>
            </a:extLst>
          </p:cNvPr>
          <p:cNvSpPr/>
          <p:nvPr/>
        </p:nvSpPr>
        <p:spPr>
          <a:xfrm>
            <a:off x="673499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7" name="모서리가 둥근 직사각형 86">
            <a:extLst>
              <a:ext uri="{FF2B5EF4-FFF2-40B4-BE49-F238E27FC236}">
                <a16:creationId xmlns:a16="http://schemas.microsoft.com/office/drawing/2014/main" id="{1E3B130E-C745-1E47-5C6C-6BCE22A01F13}"/>
              </a:ext>
            </a:extLst>
          </p:cNvPr>
          <p:cNvSpPr/>
          <p:nvPr/>
        </p:nvSpPr>
        <p:spPr>
          <a:xfrm>
            <a:off x="673499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88" name="모서리가 둥근 직사각형 87">
            <a:extLst>
              <a:ext uri="{FF2B5EF4-FFF2-40B4-BE49-F238E27FC236}">
                <a16:creationId xmlns:a16="http://schemas.microsoft.com/office/drawing/2014/main" id="{D9163398-AD49-7FE1-B5D8-46CCE8D4E313}"/>
              </a:ext>
            </a:extLst>
          </p:cNvPr>
          <p:cNvSpPr/>
          <p:nvPr/>
        </p:nvSpPr>
        <p:spPr>
          <a:xfrm>
            <a:off x="631479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DB67291-4046-324F-DAD1-B63C34E6D28A}"/>
              </a:ext>
            </a:extLst>
          </p:cNvPr>
          <p:cNvCxnSpPr/>
          <p:nvPr/>
        </p:nvCxnSpPr>
        <p:spPr>
          <a:xfrm>
            <a:off x="1064842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모서리가 둥근 직사각형 89">
            <a:extLst>
              <a:ext uri="{FF2B5EF4-FFF2-40B4-BE49-F238E27FC236}">
                <a16:creationId xmlns:a16="http://schemas.microsoft.com/office/drawing/2014/main" id="{12953F36-9EBF-2366-DB53-11E07EE8EF7F}"/>
              </a:ext>
            </a:extLst>
          </p:cNvPr>
          <p:cNvSpPr/>
          <p:nvPr/>
        </p:nvSpPr>
        <p:spPr>
          <a:xfrm>
            <a:off x="1032379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7C7061F-50C0-7CFF-D0CE-1BFE06D05CAA}"/>
              </a:ext>
            </a:extLst>
          </p:cNvPr>
          <p:cNvCxnSpPr/>
          <p:nvPr/>
        </p:nvCxnSpPr>
        <p:spPr>
          <a:xfrm flipH="1">
            <a:off x="1164208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C6E6BC54-EFFA-FE7B-856A-EB22DE5AC510}"/>
              </a:ext>
            </a:extLst>
          </p:cNvPr>
          <p:cNvCxnSpPr/>
          <p:nvPr/>
        </p:nvCxnSpPr>
        <p:spPr>
          <a:xfrm>
            <a:off x="1206226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5713BA0-7483-575C-52F9-A8292091F161}"/>
              </a:ext>
            </a:extLst>
          </p:cNvPr>
          <p:cNvCxnSpPr/>
          <p:nvPr/>
        </p:nvCxnSpPr>
        <p:spPr>
          <a:xfrm>
            <a:off x="1116365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FAED8B5A-7F95-A2A4-141F-E39CD92A73D9}"/>
              </a:ext>
            </a:extLst>
          </p:cNvPr>
          <p:cNvCxnSpPr/>
          <p:nvPr/>
        </p:nvCxnSpPr>
        <p:spPr>
          <a:xfrm>
            <a:off x="1164207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46CD8219-66C2-DC53-91AA-39E0F13EED04}"/>
              </a:ext>
            </a:extLst>
          </p:cNvPr>
          <p:cNvCxnSpPr/>
          <p:nvPr/>
        </p:nvCxnSpPr>
        <p:spPr>
          <a:xfrm flipH="1">
            <a:off x="1114164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1EE62393-B9F8-2782-EED8-10607FC53B10}"/>
              </a:ext>
            </a:extLst>
          </p:cNvPr>
          <p:cNvSpPr/>
          <p:nvPr/>
        </p:nvSpPr>
        <p:spPr>
          <a:xfrm>
            <a:off x="1079039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7" name="모서리가 둥근 직사각형 96">
            <a:extLst>
              <a:ext uri="{FF2B5EF4-FFF2-40B4-BE49-F238E27FC236}">
                <a16:creationId xmlns:a16="http://schemas.microsoft.com/office/drawing/2014/main" id="{3BF9F7E7-3A91-05F0-07BD-0EE7E7EA8332}"/>
              </a:ext>
            </a:extLst>
          </p:cNvPr>
          <p:cNvSpPr/>
          <p:nvPr/>
        </p:nvSpPr>
        <p:spPr>
          <a:xfrm>
            <a:off x="1079039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8299E474-90E5-B159-6BDD-03A2DB956571}"/>
              </a:ext>
            </a:extLst>
          </p:cNvPr>
          <p:cNvSpPr/>
          <p:nvPr/>
        </p:nvSpPr>
        <p:spPr>
          <a:xfrm>
            <a:off x="1168518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9BDBFD32-E82B-D107-BFEE-C45431F7E036}"/>
              </a:ext>
            </a:extLst>
          </p:cNvPr>
          <p:cNvSpPr/>
          <p:nvPr/>
        </p:nvSpPr>
        <p:spPr>
          <a:xfrm>
            <a:off x="1168518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0" name="모서리가 둥근 직사각형 99">
            <a:extLst>
              <a:ext uri="{FF2B5EF4-FFF2-40B4-BE49-F238E27FC236}">
                <a16:creationId xmlns:a16="http://schemas.microsoft.com/office/drawing/2014/main" id="{B12E0C41-CB80-1E68-93FF-944452DF16D3}"/>
              </a:ext>
            </a:extLst>
          </p:cNvPr>
          <p:cNvSpPr/>
          <p:nvPr/>
        </p:nvSpPr>
        <p:spPr>
          <a:xfrm>
            <a:off x="1126499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C51BC90-64F7-745B-52D3-E7359B112961}"/>
              </a:ext>
            </a:extLst>
          </p:cNvPr>
          <p:cNvCxnSpPr/>
          <p:nvPr/>
        </p:nvCxnSpPr>
        <p:spPr>
          <a:xfrm>
            <a:off x="1294912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AA511609-E5F9-E003-C941-0C6162AC1E0A}"/>
              </a:ext>
            </a:extLst>
          </p:cNvPr>
          <p:cNvCxnSpPr/>
          <p:nvPr/>
        </p:nvCxnSpPr>
        <p:spPr>
          <a:xfrm>
            <a:off x="1252893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모서리가 둥근 직사각형 102">
            <a:extLst>
              <a:ext uri="{FF2B5EF4-FFF2-40B4-BE49-F238E27FC236}">
                <a16:creationId xmlns:a16="http://schemas.microsoft.com/office/drawing/2014/main" id="{2472F41B-C438-79A5-E3C7-505D3E5344C4}"/>
              </a:ext>
            </a:extLst>
          </p:cNvPr>
          <p:cNvSpPr/>
          <p:nvPr/>
        </p:nvSpPr>
        <p:spPr>
          <a:xfrm>
            <a:off x="1257204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4" name="모서리가 둥근 직사각형 103">
            <a:extLst>
              <a:ext uri="{FF2B5EF4-FFF2-40B4-BE49-F238E27FC236}">
                <a16:creationId xmlns:a16="http://schemas.microsoft.com/office/drawing/2014/main" id="{D5987606-557F-CE61-9D5E-707FF8A00090}"/>
              </a:ext>
            </a:extLst>
          </p:cNvPr>
          <p:cNvSpPr/>
          <p:nvPr/>
        </p:nvSpPr>
        <p:spPr>
          <a:xfrm>
            <a:off x="1257204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5" name="모서리가 둥근 직사각형 104">
            <a:extLst>
              <a:ext uri="{FF2B5EF4-FFF2-40B4-BE49-F238E27FC236}">
                <a16:creationId xmlns:a16="http://schemas.microsoft.com/office/drawing/2014/main" id="{7B6F7FD6-EB60-0D33-91C1-6A0D73557490}"/>
              </a:ext>
            </a:extLst>
          </p:cNvPr>
          <p:cNvSpPr/>
          <p:nvPr/>
        </p:nvSpPr>
        <p:spPr>
          <a:xfrm>
            <a:off x="1215185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30B4831A-A1B3-8D98-C7A6-13B76D0A893C}"/>
              </a:ext>
            </a:extLst>
          </p:cNvPr>
          <p:cNvCxnSpPr/>
          <p:nvPr/>
        </p:nvCxnSpPr>
        <p:spPr>
          <a:xfrm flipH="1">
            <a:off x="1220950" y="5566736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0C60E2FB-8C75-A5B8-7862-C619D3D5EFD7}"/>
              </a:ext>
            </a:extLst>
          </p:cNvPr>
          <p:cNvCxnSpPr/>
          <p:nvPr/>
        </p:nvCxnSpPr>
        <p:spPr>
          <a:xfrm>
            <a:off x="1152397" y="5521760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모서리가 둥근 직사각형 213">
            <a:extLst>
              <a:ext uri="{FF2B5EF4-FFF2-40B4-BE49-F238E27FC236}">
                <a16:creationId xmlns:a16="http://schemas.microsoft.com/office/drawing/2014/main" id="{1B6C134A-FAE0-8AF3-A880-4C2FB3110D42}"/>
              </a:ext>
            </a:extLst>
          </p:cNvPr>
          <p:cNvSpPr/>
          <p:nvPr/>
        </p:nvSpPr>
        <p:spPr>
          <a:xfrm>
            <a:off x="1096198" y="5490130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322EA7F9-160E-C3E5-D565-ABDCC0F1E062}"/>
              </a:ext>
            </a:extLst>
          </p:cNvPr>
          <p:cNvCxnSpPr/>
          <p:nvPr/>
        </p:nvCxnSpPr>
        <p:spPr>
          <a:xfrm flipH="1">
            <a:off x="1021693" y="584064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AB34B6EC-3710-3E3B-450D-9036A1ED3501}"/>
              </a:ext>
            </a:extLst>
          </p:cNvPr>
          <p:cNvCxnSpPr/>
          <p:nvPr/>
        </p:nvCxnSpPr>
        <p:spPr>
          <a:xfrm>
            <a:off x="1063712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DD166879-5DB2-321E-F17E-A197E0D69D3A}"/>
              </a:ext>
            </a:extLst>
          </p:cNvPr>
          <p:cNvCxnSpPr/>
          <p:nvPr/>
        </p:nvCxnSpPr>
        <p:spPr>
          <a:xfrm>
            <a:off x="973851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84EABA21-B8BC-6D8C-F6FD-D6DC86B2AD11}"/>
              </a:ext>
            </a:extLst>
          </p:cNvPr>
          <p:cNvCxnSpPr/>
          <p:nvPr/>
        </p:nvCxnSpPr>
        <p:spPr>
          <a:xfrm>
            <a:off x="1021693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9E53065A-F42B-3A95-8B9A-6721DAC0EE82}"/>
              </a:ext>
            </a:extLst>
          </p:cNvPr>
          <p:cNvCxnSpPr/>
          <p:nvPr/>
        </p:nvCxnSpPr>
        <p:spPr>
          <a:xfrm flipH="1">
            <a:off x="971650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모서리가 둥근 직사각형 220">
            <a:extLst>
              <a:ext uri="{FF2B5EF4-FFF2-40B4-BE49-F238E27FC236}">
                <a16:creationId xmlns:a16="http://schemas.microsoft.com/office/drawing/2014/main" id="{32068BA7-FBB2-DAF4-B232-46612C077B8B}"/>
              </a:ext>
            </a:extLst>
          </p:cNvPr>
          <p:cNvSpPr/>
          <p:nvPr/>
        </p:nvSpPr>
        <p:spPr>
          <a:xfrm>
            <a:off x="936525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2" name="모서리가 둥근 직사각형 221">
            <a:extLst>
              <a:ext uri="{FF2B5EF4-FFF2-40B4-BE49-F238E27FC236}">
                <a16:creationId xmlns:a16="http://schemas.microsoft.com/office/drawing/2014/main" id="{55804720-030D-5FF5-1663-76B441D7B12A}"/>
              </a:ext>
            </a:extLst>
          </p:cNvPr>
          <p:cNvSpPr/>
          <p:nvPr/>
        </p:nvSpPr>
        <p:spPr>
          <a:xfrm>
            <a:off x="936525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3" name="모서리가 둥근 직사각형 222">
            <a:extLst>
              <a:ext uri="{FF2B5EF4-FFF2-40B4-BE49-F238E27FC236}">
                <a16:creationId xmlns:a16="http://schemas.microsoft.com/office/drawing/2014/main" id="{32FA0EA8-6B1D-0B93-81E4-23CD121DD54E}"/>
              </a:ext>
            </a:extLst>
          </p:cNvPr>
          <p:cNvSpPr/>
          <p:nvPr/>
        </p:nvSpPr>
        <p:spPr>
          <a:xfrm>
            <a:off x="1026004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4" name="모서리가 둥근 직사각형 223">
            <a:extLst>
              <a:ext uri="{FF2B5EF4-FFF2-40B4-BE49-F238E27FC236}">
                <a16:creationId xmlns:a16="http://schemas.microsoft.com/office/drawing/2014/main" id="{0491307D-BFF2-4CB2-4DFD-17DE38DD88CB}"/>
              </a:ext>
            </a:extLst>
          </p:cNvPr>
          <p:cNvSpPr/>
          <p:nvPr/>
        </p:nvSpPr>
        <p:spPr>
          <a:xfrm>
            <a:off x="1026004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5" name="모서리가 둥근 직사각형 224">
            <a:extLst>
              <a:ext uri="{FF2B5EF4-FFF2-40B4-BE49-F238E27FC236}">
                <a16:creationId xmlns:a16="http://schemas.microsoft.com/office/drawing/2014/main" id="{5AAC4B77-73DA-0DB6-0BE2-02BE61988A1E}"/>
              </a:ext>
            </a:extLst>
          </p:cNvPr>
          <p:cNvSpPr/>
          <p:nvPr/>
        </p:nvSpPr>
        <p:spPr>
          <a:xfrm>
            <a:off x="983985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1361633F-B3FE-FB88-22D6-99A73516E1BD}"/>
              </a:ext>
            </a:extLst>
          </p:cNvPr>
          <p:cNvCxnSpPr/>
          <p:nvPr/>
        </p:nvCxnSpPr>
        <p:spPr>
          <a:xfrm>
            <a:off x="1216843" y="584142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모서리가 둥근 직사각형 226">
            <a:extLst>
              <a:ext uri="{FF2B5EF4-FFF2-40B4-BE49-F238E27FC236}">
                <a16:creationId xmlns:a16="http://schemas.microsoft.com/office/drawing/2014/main" id="{63C57F3C-7323-24AA-F780-0DCE91FCF4D1}"/>
              </a:ext>
            </a:extLst>
          </p:cNvPr>
          <p:cNvSpPr/>
          <p:nvPr/>
        </p:nvSpPr>
        <p:spPr>
          <a:xfrm>
            <a:off x="1184379" y="581574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2A1ED39C-A805-9B38-A5A5-550BA20986FB}"/>
              </a:ext>
            </a:extLst>
          </p:cNvPr>
          <p:cNvCxnSpPr/>
          <p:nvPr/>
        </p:nvCxnSpPr>
        <p:spPr>
          <a:xfrm>
            <a:off x="1152398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EBE4ACA4-6014-0F66-AE51-87E915946DF9}"/>
              </a:ext>
            </a:extLst>
          </p:cNvPr>
          <p:cNvCxnSpPr/>
          <p:nvPr/>
        </p:nvCxnSpPr>
        <p:spPr>
          <a:xfrm>
            <a:off x="1110379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모서리가 둥근 직사각형 229">
            <a:extLst>
              <a:ext uri="{FF2B5EF4-FFF2-40B4-BE49-F238E27FC236}">
                <a16:creationId xmlns:a16="http://schemas.microsoft.com/office/drawing/2014/main" id="{C44368E6-5EDE-66A9-CEFE-DE6932DDC7D2}"/>
              </a:ext>
            </a:extLst>
          </p:cNvPr>
          <p:cNvSpPr/>
          <p:nvPr/>
        </p:nvSpPr>
        <p:spPr>
          <a:xfrm>
            <a:off x="1114690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1" name="모서리가 둥근 직사각형 230">
            <a:extLst>
              <a:ext uri="{FF2B5EF4-FFF2-40B4-BE49-F238E27FC236}">
                <a16:creationId xmlns:a16="http://schemas.microsoft.com/office/drawing/2014/main" id="{E1C657C7-E7FF-12EB-45A3-558BE5C58197}"/>
              </a:ext>
            </a:extLst>
          </p:cNvPr>
          <p:cNvSpPr/>
          <p:nvPr/>
        </p:nvSpPr>
        <p:spPr>
          <a:xfrm>
            <a:off x="1114690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2" name="모서리가 둥근 직사각형 231">
            <a:extLst>
              <a:ext uri="{FF2B5EF4-FFF2-40B4-BE49-F238E27FC236}">
                <a16:creationId xmlns:a16="http://schemas.microsoft.com/office/drawing/2014/main" id="{3E540D3B-16E5-92CE-9AE6-AEA641C8CF81}"/>
              </a:ext>
            </a:extLst>
          </p:cNvPr>
          <p:cNvSpPr/>
          <p:nvPr/>
        </p:nvSpPr>
        <p:spPr>
          <a:xfrm>
            <a:off x="1072671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F7619150-DBE3-6FB5-7C00-D6AC32493028}"/>
              </a:ext>
            </a:extLst>
          </p:cNvPr>
          <p:cNvCxnSpPr/>
          <p:nvPr/>
        </p:nvCxnSpPr>
        <p:spPr>
          <a:xfrm flipH="1">
            <a:off x="1316208" y="590812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연결선 233">
            <a:extLst>
              <a:ext uri="{FF2B5EF4-FFF2-40B4-BE49-F238E27FC236}">
                <a16:creationId xmlns:a16="http://schemas.microsoft.com/office/drawing/2014/main" id="{51C93811-C6EB-9C33-ACB1-C90A4E45E9B9}"/>
              </a:ext>
            </a:extLst>
          </p:cNvPr>
          <p:cNvCxnSpPr/>
          <p:nvPr/>
        </p:nvCxnSpPr>
        <p:spPr>
          <a:xfrm>
            <a:off x="1358227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7867B7FD-D877-553B-1D96-D100201F6BDD}"/>
              </a:ext>
            </a:extLst>
          </p:cNvPr>
          <p:cNvCxnSpPr/>
          <p:nvPr/>
        </p:nvCxnSpPr>
        <p:spPr>
          <a:xfrm>
            <a:off x="1268365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F1482892-396E-EDAD-AE16-A1434C9B3427}"/>
              </a:ext>
            </a:extLst>
          </p:cNvPr>
          <p:cNvCxnSpPr/>
          <p:nvPr/>
        </p:nvCxnSpPr>
        <p:spPr>
          <a:xfrm>
            <a:off x="1316208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046F284B-DB20-69B1-2499-0F5726868BE0}"/>
              </a:ext>
            </a:extLst>
          </p:cNvPr>
          <p:cNvCxnSpPr/>
          <p:nvPr/>
        </p:nvCxnSpPr>
        <p:spPr>
          <a:xfrm flipH="1">
            <a:off x="1266164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모서리가 둥근 직사각형 237">
            <a:extLst>
              <a:ext uri="{FF2B5EF4-FFF2-40B4-BE49-F238E27FC236}">
                <a16:creationId xmlns:a16="http://schemas.microsoft.com/office/drawing/2014/main" id="{D3ADD753-40FE-230D-7DDD-8F30A04DCC33}"/>
              </a:ext>
            </a:extLst>
          </p:cNvPr>
          <p:cNvSpPr/>
          <p:nvPr/>
        </p:nvSpPr>
        <p:spPr>
          <a:xfrm>
            <a:off x="1231040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9" name="모서리가 둥근 직사각형 238">
            <a:extLst>
              <a:ext uri="{FF2B5EF4-FFF2-40B4-BE49-F238E27FC236}">
                <a16:creationId xmlns:a16="http://schemas.microsoft.com/office/drawing/2014/main" id="{377BEE9C-0ACB-B439-6BFE-D0CDB66DCA06}"/>
              </a:ext>
            </a:extLst>
          </p:cNvPr>
          <p:cNvSpPr/>
          <p:nvPr/>
        </p:nvSpPr>
        <p:spPr>
          <a:xfrm>
            <a:off x="1231040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0" name="모서리가 둥근 직사각형 239">
            <a:extLst>
              <a:ext uri="{FF2B5EF4-FFF2-40B4-BE49-F238E27FC236}">
                <a16:creationId xmlns:a16="http://schemas.microsoft.com/office/drawing/2014/main" id="{980051A3-B372-91EF-6AB6-C4D8C89C9B97}"/>
              </a:ext>
            </a:extLst>
          </p:cNvPr>
          <p:cNvSpPr/>
          <p:nvPr/>
        </p:nvSpPr>
        <p:spPr>
          <a:xfrm>
            <a:off x="1320519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" name="모서리가 둥근 직사각형 240">
            <a:extLst>
              <a:ext uri="{FF2B5EF4-FFF2-40B4-BE49-F238E27FC236}">
                <a16:creationId xmlns:a16="http://schemas.microsoft.com/office/drawing/2014/main" id="{55F72C1B-C0DF-AC19-08DC-92BACF9E1A60}"/>
              </a:ext>
            </a:extLst>
          </p:cNvPr>
          <p:cNvSpPr/>
          <p:nvPr/>
        </p:nvSpPr>
        <p:spPr>
          <a:xfrm>
            <a:off x="1320519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2" name="모서리가 둥근 직사각형 241">
            <a:extLst>
              <a:ext uri="{FF2B5EF4-FFF2-40B4-BE49-F238E27FC236}">
                <a16:creationId xmlns:a16="http://schemas.microsoft.com/office/drawing/2014/main" id="{D05F244D-E19D-6412-73D4-1893B227E95D}"/>
              </a:ext>
            </a:extLst>
          </p:cNvPr>
          <p:cNvSpPr/>
          <p:nvPr/>
        </p:nvSpPr>
        <p:spPr>
          <a:xfrm>
            <a:off x="1278500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8F32D5BE-9603-4ADB-D9F9-9205AD174CEE}"/>
              </a:ext>
            </a:extLst>
          </p:cNvPr>
          <p:cNvCxnSpPr/>
          <p:nvPr/>
        </p:nvCxnSpPr>
        <p:spPr>
          <a:xfrm>
            <a:off x="1446913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DC5A3233-1B51-315A-64BE-B0AA38E0ECF7}"/>
              </a:ext>
            </a:extLst>
          </p:cNvPr>
          <p:cNvCxnSpPr/>
          <p:nvPr/>
        </p:nvCxnSpPr>
        <p:spPr>
          <a:xfrm>
            <a:off x="1404894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모서리가 둥근 직사각형 244">
            <a:extLst>
              <a:ext uri="{FF2B5EF4-FFF2-40B4-BE49-F238E27FC236}">
                <a16:creationId xmlns:a16="http://schemas.microsoft.com/office/drawing/2014/main" id="{F39FA6FA-7E9A-7445-37F2-B99130A465DD}"/>
              </a:ext>
            </a:extLst>
          </p:cNvPr>
          <p:cNvSpPr/>
          <p:nvPr/>
        </p:nvSpPr>
        <p:spPr>
          <a:xfrm>
            <a:off x="1409204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6" name="모서리가 둥근 직사각형 245">
            <a:extLst>
              <a:ext uri="{FF2B5EF4-FFF2-40B4-BE49-F238E27FC236}">
                <a16:creationId xmlns:a16="http://schemas.microsoft.com/office/drawing/2014/main" id="{640FF00D-92F0-112F-41DD-42CF5DCE977E}"/>
              </a:ext>
            </a:extLst>
          </p:cNvPr>
          <p:cNvSpPr/>
          <p:nvPr/>
        </p:nvSpPr>
        <p:spPr>
          <a:xfrm>
            <a:off x="1409204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7" name="모서리가 둥근 직사각형 246">
            <a:extLst>
              <a:ext uri="{FF2B5EF4-FFF2-40B4-BE49-F238E27FC236}">
                <a16:creationId xmlns:a16="http://schemas.microsoft.com/office/drawing/2014/main" id="{4E8C88D7-4251-A303-0883-856BAAFA0A6A}"/>
              </a:ext>
            </a:extLst>
          </p:cNvPr>
          <p:cNvSpPr/>
          <p:nvPr/>
        </p:nvSpPr>
        <p:spPr>
          <a:xfrm>
            <a:off x="1367185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6019E830-39A1-A3E0-87B2-CC139EF137D4}"/>
              </a:ext>
            </a:extLst>
          </p:cNvPr>
          <p:cNvCxnSpPr/>
          <p:nvPr/>
        </p:nvCxnSpPr>
        <p:spPr>
          <a:xfrm>
            <a:off x="1326504" y="556591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모서리가 둥근 직사각형 248">
            <a:extLst>
              <a:ext uri="{FF2B5EF4-FFF2-40B4-BE49-F238E27FC236}">
                <a16:creationId xmlns:a16="http://schemas.microsoft.com/office/drawing/2014/main" id="{F1208784-FFB5-DF32-0083-72CA5EB167F3}"/>
              </a:ext>
            </a:extLst>
          </p:cNvPr>
          <p:cNvSpPr/>
          <p:nvPr/>
        </p:nvSpPr>
        <p:spPr>
          <a:xfrm>
            <a:off x="1294040" y="554023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5461FB17-B229-5150-34F3-D2525286DF5E}"/>
              </a:ext>
            </a:extLst>
          </p:cNvPr>
          <p:cNvCxnSpPr/>
          <p:nvPr/>
        </p:nvCxnSpPr>
        <p:spPr>
          <a:xfrm flipH="1">
            <a:off x="1425869" y="56326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824CBCF2-C8CF-DA79-F11D-902705DAA632}"/>
              </a:ext>
            </a:extLst>
          </p:cNvPr>
          <p:cNvCxnSpPr/>
          <p:nvPr/>
        </p:nvCxnSpPr>
        <p:spPr>
          <a:xfrm>
            <a:off x="1467888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B35A0FD1-9E27-424C-EE6E-9FB9A40FFC67}"/>
              </a:ext>
            </a:extLst>
          </p:cNvPr>
          <p:cNvCxnSpPr/>
          <p:nvPr/>
        </p:nvCxnSpPr>
        <p:spPr>
          <a:xfrm>
            <a:off x="1378027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0E1821F4-A5E6-4C77-83CE-2D21457F0641}"/>
              </a:ext>
            </a:extLst>
          </p:cNvPr>
          <p:cNvCxnSpPr/>
          <p:nvPr/>
        </p:nvCxnSpPr>
        <p:spPr>
          <a:xfrm>
            <a:off x="1425869" y="56838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연결선 253">
            <a:extLst>
              <a:ext uri="{FF2B5EF4-FFF2-40B4-BE49-F238E27FC236}">
                <a16:creationId xmlns:a16="http://schemas.microsoft.com/office/drawing/2014/main" id="{49D01A39-8683-9348-B17D-3CDCD5A5C9F8}"/>
              </a:ext>
            </a:extLst>
          </p:cNvPr>
          <p:cNvCxnSpPr/>
          <p:nvPr/>
        </p:nvCxnSpPr>
        <p:spPr>
          <a:xfrm flipH="1">
            <a:off x="1375826" y="568050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모서리가 둥근 직사각형 254">
            <a:extLst>
              <a:ext uri="{FF2B5EF4-FFF2-40B4-BE49-F238E27FC236}">
                <a16:creationId xmlns:a16="http://schemas.microsoft.com/office/drawing/2014/main" id="{33D54E68-BF24-33AC-D6C3-5C11B7770709}"/>
              </a:ext>
            </a:extLst>
          </p:cNvPr>
          <p:cNvSpPr/>
          <p:nvPr/>
        </p:nvSpPr>
        <p:spPr>
          <a:xfrm>
            <a:off x="1340701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" name="모서리가 둥근 직사각형 255">
            <a:extLst>
              <a:ext uri="{FF2B5EF4-FFF2-40B4-BE49-F238E27FC236}">
                <a16:creationId xmlns:a16="http://schemas.microsoft.com/office/drawing/2014/main" id="{3F6BC8C8-1B04-97E4-DB3A-3502591A2CDF}"/>
              </a:ext>
            </a:extLst>
          </p:cNvPr>
          <p:cNvSpPr/>
          <p:nvPr/>
        </p:nvSpPr>
        <p:spPr>
          <a:xfrm>
            <a:off x="1340701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" name="모서리가 둥근 직사각형 256">
            <a:extLst>
              <a:ext uri="{FF2B5EF4-FFF2-40B4-BE49-F238E27FC236}">
                <a16:creationId xmlns:a16="http://schemas.microsoft.com/office/drawing/2014/main" id="{0C171042-8219-6B92-5C66-2215907FA054}"/>
              </a:ext>
            </a:extLst>
          </p:cNvPr>
          <p:cNvSpPr/>
          <p:nvPr/>
        </p:nvSpPr>
        <p:spPr>
          <a:xfrm>
            <a:off x="1430180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8" name="모서리가 둥근 직사각형 257">
            <a:extLst>
              <a:ext uri="{FF2B5EF4-FFF2-40B4-BE49-F238E27FC236}">
                <a16:creationId xmlns:a16="http://schemas.microsoft.com/office/drawing/2014/main" id="{D69872DD-86A4-3CA3-2A48-BE0796F1A2FE}"/>
              </a:ext>
            </a:extLst>
          </p:cNvPr>
          <p:cNvSpPr/>
          <p:nvPr/>
        </p:nvSpPr>
        <p:spPr>
          <a:xfrm>
            <a:off x="1430180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" name="모서리가 둥근 직사각형 258">
            <a:extLst>
              <a:ext uri="{FF2B5EF4-FFF2-40B4-BE49-F238E27FC236}">
                <a16:creationId xmlns:a16="http://schemas.microsoft.com/office/drawing/2014/main" id="{7217D0F3-836D-692C-3B5B-124780FAD3ED}"/>
              </a:ext>
            </a:extLst>
          </p:cNvPr>
          <p:cNvSpPr/>
          <p:nvPr/>
        </p:nvSpPr>
        <p:spPr>
          <a:xfrm>
            <a:off x="1388161" y="56540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9D245F7E-0498-EA60-4D31-3F160485E5C8}"/>
              </a:ext>
            </a:extLst>
          </p:cNvPr>
          <p:cNvCxnSpPr/>
          <p:nvPr/>
        </p:nvCxnSpPr>
        <p:spPr>
          <a:xfrm>
            <a:off x="1556573" y="57059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ABFE8CA7-F574-E971-1BD3-B3D4361F28BD}"/>
              </a:ext>
            </a:extLst>
          </p:cNvPr>
          <p:cNvCxnSpPr/>
          <p:nvPr/>
        </p:nvCxnSpPr>
        <p:spPr>
          <a:xfrm>
            <a:off x="1514554" y="56332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모서리가 둥근 직사각형 261">
            <a:extLst>
              <a:ext uri="{FF2B5EF4-FFF2-40B4-BE49-F238E27FC236}">
                <a16:creationId xmlns:a16="http://schemas.microsoft.com/office/drawing/2014/main" id="{C68ADB53-A240-DE37-87C3-457628AF5AB6}"/>
              </a:ext>
            </a:extLst>
          </p:cNvPr>
          <p:cNvSpPr/>
          <p:nvPr/>
        </p:nvSpPr>
        <p:spPr>
          <a:xfrm>
            <a:off x="1518865" y="57509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3" name="모서리가 둥근 직사각형 262">
            <a:extLst>
              <a:ext uri="{FF2B5EF4-FFF2-40B4-BE49-F238E27FC236}">
                <a16:creationId xmlns:a16="http://schemas.microsoft.com/office/drawing/2014/main" id="{BD132143-79AC-496F-E55C-260F8E5A4E17}"/>
              </a:ext>
            </a:extLst>
          </p:cNvPr>
          <p:cNvSpPr/>
          <p:nvPr/>
        </p:nvSpPr>
        <p:spPr>
          <a:xfrm>
            <a:off x="1518865" y="56771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" name="모서리가 둥근 직사각형 263">
            <a:extLst>
              <a:ext uri="{FF2B5EF4-FFF2-40B4-BE49-F238E27FC236}">
                <a16:creationId xmlns:a16="http://schemas.microsoft.com/office/drawing/2014/main" id="{BB56CFE9-A61B-C767-CE21-C9BEF6E13193}"/>
              </a:ext>
            </a:extLst>
          </p:cNvPr>
          <p:cNvSpPr/>
          <p:nvPr/>
        </p:nvSpPr>
        <p:spPr>
          <a:xfrm>
            <a:off x="1476846" y="56034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7A448C5A-63A7-4FEA-E905-3F8CA741B5A5}"/>
              </a:ext>
            </a:extLst>
          </p:cNvPr>
          <p:cNvCxnSpPr/>
          <p:nvPr/>
        </p:nvCxnSpPr>
        <p:spPr>
          <a:xfrm flipH="1">
            <a:off x="2388805" y="553345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B331A327-57FE-31A9-2439-8C095BAC0829}"/>
              </a:ext>
            </a:extLst>
          </p:cNvPr>
          <p:cNvCxnSpPr/>
          <p:nvPr/>
        </p:nvCxnSpPr>
        <p:spPr>
          <a:xfrm>
            <a:off x="2320251" y="5488476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모서리가 둥근 직사각형 269">
            <a:extLst>
              <a:ext uri="{FF2B5EF4-FFF2-40B4-BE49-F238E27FC236}">
                <a16:creationId xmlns:a16="http://schemas.microsoft.com/office/drawing/2014/main" id="{34D00449-2A8C-1466-EA88-1B0595A433BB}"/>
              </a:ext>
            </a:extLst>
          </p:cNvPr>
          <p:cNvSpPr/>
          <p:nvPr/>
        </p:nvSpPr>
        <p:spPr>
          <a:xfrm>
            <a:off x="2264052" y="545684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159216CB-D067-E8BA-5DCB-C36A5103CF49}"/>
              </a:ext>
            </a:extLst>
          </p:cNvPr>
          <p:cNvCxnSpPr/>
          <p:nvPr/>
        </p:nvCxnSpPr>
        <p:spPr>
          <a:xfrm flipH="1">
            <a:off x="2189547" y="580735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C2496396-FA09-3D19-5E71-F94915F218FC}"/>
              </a:ext>
            </a:extLst>
          </p:cNvPr>
          <p:cNvCxnSpPr/>
          <p:nvPr/>
        </p:nvCxnSpPr>
        <p:spPr>
          <a:xfrm>
            <a:off x="2231566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6F74C54D-C95A-F13D-D57C-AD9C75C0E1BF}"/>
              </a:ext>
            </a:extLst>
          </p:cNvPr>
          <p:cNvCxnSpPr/>
          <p:nvPr/>
        </p:nvCxnSpPr>
        <p:spPr>
          <a:xfrm>
            <a:off x="2141704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6AC49158-0DF7-FFA4-C2B4-4FC595D46AD7}"/>
              </a:ext>
            </a:extLst>
          </p:cNvPr>
          <p:cNvCxnSpPr/>
          <p:nvPr/>
        </p:nvCxnSpPr>
        <p:spPr>
          <a:xfrm>
            <a:off x="2189547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8BD51939-888B-9542-7C62-2E1988AA412E}"/>
              </a:ext>
            </a:extLst>
          </p:cNvPr>
          <p:cNvCxnSpPr/>
          <p:nvPr/>
        </p:nvCxnSpPr>
        <p:spPr>
          <a:xfrm flipH="1">
            <a:off x="2139503" y="59227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모서리가 둥근 직사각형 293">
            <a:extLst>
              <a:ext uri="{FF2B5EF4-FFF2-40B4-BE49-F238E27FC236}">
                <a16:creationId xmlns:a16="http://schemas.microsoft.com/office/drawing/2014/main" id="{B2430595-E54E-1113-DF12-D7F7832343F6}"/>
              </a:ext>
            </a:extLst>
          </p:cNvPr>
          <p:cNvSpPr/>
          <p:nvPr/>
        </p:nvSpPr>
        <p:spPr>
          <a:xfrm>
            <a:off x="2104379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95" name="모서리가 둥근 직사각형 294">
            <a:extLst>
              <a:ext uri="{FF2B5EF4-FFF2-40B4-BE49-F238E27FC236}">
                <a16:creationId xmlns:a16="http://schemas.microsoft.com/office/drawing/2014/main" id="{1C43D0FA-DF05-C3D6-3591-4E687F5CC5BD}"/>
              </a:ext>
            </a:extLst>
          </p:cNvPr>
          <p:cNvSpPr/>
          <p:nvPr/>
        </p:nvSpPr>
        <p:spPr>
          <a:xfrm>
            <a:off x="2104379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96" name="모서리가 둥근 직사각형 295">
            <a:extLst>
              <a:ext uri="{FF2B5EF4-FFF2-40B4-BE49-F238E27FC236}">
                <a16:creationId xmlns:a16="http://schemas.microsoft.com/office/drawing/2014/main" id="{CC862E11-D77E-4997-EC70-170D87D06D43}"/>
              </a:ext>
            </a:extLst>
          </p:cNvPr>
          <p:cNvSpPr/>
          <p:nvPr/>
        </p:nvSpPr>
        <p:spPr>
          <a:xfrm>
            <a:off x="2193857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97" name="모서리가 둥근 직사각형 296">
            <a:extLst>
              <a:ext uri="{FF2B5EF4-FFF2-40B4-BE49-F238E27FC236}">
                <a16:creationId xmlns:a16="http://schemas.microsoft.com/office/drawing/2014/main" id="{D33D8517-DB0A-AEED-56BC-5A92FA370DA3}"/>
              </a:ext>
            </a:extLst>
          </p:cNvPr>
          <p:cNvSpPr/>
          <p:nvPr/>
        </p:nvSpPr>
        <p:spPr>
          <a:xfrm>
            <a:off x="2193857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98" name="모서리가 둥근 직사각형 297">
            <a:extLst>
              <a:ext uri="{FF2B5EF4-FFF2-40B4-BE49-F238E27FC236}">
                <a16:creationId xmlns:a16="http://schemas.microsoft.com/office/drawing/2014/main" id="{6BB41706-1C6C-F718-4D4F-5820A6EB0F03}"/>
              </a:ext>
            </a:extLst>
          </p:cNvPr>
          <p:cNvSpPr/>
          <p:nvPr/>
        </p:nvSpPr>
        <p:spPr>
          <a:xfrm>
            <a:off x="2151838" y="58963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72A39F5C-BE46-E9F3-8494-21B0017D9F56}"/>
              </a:ext>
            </a:extLst>
          </p:cNvPr>
          <p:cNvCxnSpPr/>
          <p:nvPr/>
        </p:nvCxnSpPr>
        <p:spPr>
          <a:xfrm>
            <a:off x="2384696" y="580814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모서리가 둥근 직사각형 299">
            <a:extLst>
              <a:ext uri="{FF2B5EF4-FFF2-40B4-BE49-F238E27FC236}">
                <a16:creationId xmlns:a16="http://schemas.microsoft.com/office/drawing/2014/main" id="{76DFA67A-02E3-6580-93B2-C4CD2974C849}"/>
              </a:ext>
            </a:extLst>
          </p:cNvPr>
          <p:cNvSpPr/>
          <p:nvPr/>
        </p:nvSpPr>
        <p:spPr>
          <a:xfrm>
            <a:off x="2352232" y="578246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01" name="직선 연결선 300">
            <a:extLst>
              <a:ext uri="{FF2B5EF4-FFF2-40B4-BE49-F238E27FC236}">
                <a16:creationId xmlns:a16="http://schemas.microsoft.com/office/drawing/2014/main" id="{6123F8AF-72AD-AD98-22FE-986B38B0E034}"/>
              </a:ext>
            </a:extLst>
          </p:cNvPr>
          <p:cNvCxnSpPr/>
          <p:nvPr/>
        </p:nvCxnSpPr>
        <p:spPr>
          <a:xfrm>
            <a:off x="2320251" y="59481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0E3009DF-1D33-69D4-18E8-3AE6F588D37B}"/>
              </a:ext>
            </a:extLst>
          </p:cNvPr>
          <p:cNvCxnSpPr/>
          <p:nvPr/>
        </p:nvCxnSpPr>
        <p:spPr>
          <a:xfrm>
            <a:off x="2278232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모서리가 둥근 직사각형 302">
            <a:extLst>
              <a:ext uri="{FF2B5EF4-FFF2-40B4-BE49-F238E27FC236}">
                <a16:creationId xmlns:a16="http://schemas.microsoft.com/office/drawing/2014/main" id="{B0C17F55-C870-2972-D1B9-8E35E945578A}"/>
              </a:ext>
            </a:extLst>
          </p:cNvPr>
          <p:cNvSpPr/>
          <p:nvPr/>
        </p:nvSpPr>
        <p:spPr>
          <a:xfrm>
            <a:off x="2282543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4" name="모서리가 둥근 직사각형 303">
            <a:extLst>
              <a:ext uri="{FF2B5EF4-FFF2-40B4-BE49-F238E27FC236}">
                <a16:creationId xmlns:a16="http://schemas.microsoft.com/office/drawing/2014/main" id="{DD9695FF-54A7-B0E5-36BA-DD314D80BC87}"/>
              </a:ext>
            </a:extLst>
          </p:cNvPr>
          <p:cNvSpPr/>
          <p:nvPr/>
        </p:nvSpPr>
        <p:spPr>
          <a:xfrm>
            <a:off x="2282543" y="59193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5" name="모서리가 둥근 직사각형 304">
            <a:extLst>
              <a:ext uri="{FF2B5EF4-FFF2-40B4-BE49-F238E27FC236}">
                <a16:creationId xmlns:a16="http://schemas.microsoft.com/office/drawing/2014/main" id="{06991432-9EA7-E145-2C8B-182EC3CFD342}"/>
              </a:ext>
            </a:extLst>
          </p:cNvPr>
          <p:cNvSpPr/>
          <p:nvPr/>
        </p:nvSpPr>
        <p:spPr>
          <a:xfrm>
            <a:off x="2240524" y="58456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DB4384E2-E70F-9E0C-ABAC-FB73ABD047F0}"/>
              </a:ext>
            </a:extLst>
          </p:cNvPr>
          <p:cNvCxnSpPr/>
          <p:nvPr/>
        </p:nvCxnSpPr>
        <p:spPr>
          <a:xfrm flipH="1">
            <a:off x="2484061" y="587483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1C9FC8CD-7752-E717-96D9-1AACEA996F7E}"/>
              </a:ext>
            </a:extLst>
          </p:cNvPr>
          <p:cNvCxnSpPr/>
          <p:nvPr/>
        </p:nvCxnSpPr>
        <p:spPr>
          <a:xfrm>
            <a:off x="2526080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DC6C3628-A41B-2A25-AC87-C21FDEA0C6D0}"/>
              </a:ext>
            </a:extLst>
          </p:cNvPr>
          <p:cNvCxnSpPr/>
          <p:nvPr/>
        </p:nvCxnSpPr>
        <p:spPr>
          <a:xfrm>
            <a:off x="2436219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0207DBA1-FF83-75F2-C3E6-C2BA248E8500}"/>
              </a:ext>
            </a:extLst>
          </p:cNvPr>
          <p:cNvCxnSpPr/>
          <p:nvPr/>
        </p:nvCxnSpPr>
        <p:spPr>
          <a:xfrm>
            <a:off x="2484061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05DAAE34-6DEC-86A4-014E-427CF699A114}"/>
              </a:ext>
            </a:extLst>
          </p:cNvPr>
          <p:cNvCxnSpPr/>
          <p:nvPr/>
        </p:nvCxnSpPr>
        <p:spPr>
          <a:xfrm flipH="1">
            <a:off x="2434018" y="59227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모서리가 둥근 직사각형 310">
            <a:extLst>
              <a:ext uri="{FF2B5EF4-FFF2-40B4-BE49-F238E27FC236}">
                <a16:creationId xmlns:a16="http://schemas.microsoft.com/office/drawing/2014/main" id="{481B15B4-A994-5871-BCE5-5BE33F308583}"/>
              </a:ext>
            </a:extLst>
          </p:cNvPr>
          <p:cNvSpPr/>
          <p:nvPr/>
        </p:nvSpPr>
        <p:spPr>
          <a:xfrm>
            <a:off x="2398893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" name="모서리가 둥근 직사각형 311">
            <a:extLst>
              <a:ext uri="{FF2B5EF4-FFF2-40B4-BE49-F238E27FC236}">
                <a16:creationId xmlns:a16="http://schemas.microsoft.com/office/drawing/2014/main" id="{C0FF1D97-35C8-9E8A-B872-4F7423C135DE}"/>
              </a:ext>
            </a:extLst>
          </p:cNvPr>
          <p:cNvSpPr/>
          <p:nvPr/>
        </p:nvSpPr>
        <p:spPr>
          <a:xfrm>
            <a:off x="2398893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3" name="모서리가 둥근 직사각형 312">
            <a:extLst>
              <a:ext uri="{FF2B5EF4-FFF2-40B4-BE49-F238E27FC236}">
                <a16:creationId xmlns:a16="http://schemas.microsoft.com/office/drawing/2014/main" id="{23333681-32DF-A2BE-220B-DAB5A9A0A40E}"/>
              </a:ext>
            </a:extLst>
          </p:cNvPr>
          <p:cNvSpPr/>
          <p:nvPr/>
        </p:nvSpPr>
        <p:spPr>
          <a:xfrm>
            <a:off x="2488372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" name="모서리가 둥근 직사각형 313">
            <a:extLst>
              <a:ext uri="{FF2B5EF4-FFF2-40B4-BE49-F238E27FC236}">
                <a16:creationId xmlns:a16="http://schemas.microsoft.com/office/drawing/2014/main" id="{FEC238FE-F590-AE44-8174-1CFF6C1EAA75}"/>
              </a:ext>
            </a:extLst>
          </p:cNvPr>
          <p:cNvSpPr/>
          <p:nvPr/>
        </p:nvSpPr>
        <p:spPr>
          <a:xfrm>
            <a:off x="2488372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5" name="모서리가 둥근 직사각형 314">
            <a:extLst>
              <a:ext uri="{FF2B5EF4-FFF2-40B4-BE49-F238E27FC236}">
                <a16:creationId xmlns:a16="http://schemas.microsoft.com/office/drawing/2014/main" id="{0271194E-0AFC-A3A1-7396-787406438C53}"/>
              </a:ext>
            </a:extLst>
          </p:cNvPr>
          <p:cNvSpPr/>
          <p:nvPr/>
        </p:nvSpPr>
        <p:spPr>
          <a:xfrm>
            <a:off x="2446353" y="58963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6" name="직선 연결선 315">
            <a:extLst>
              <a:ext uri="{FF2B5EF4-FFF2-40B4-BE49-F238E27FC236}">
                <a16:creationId xmlns:a16="http://schemas.microsoft.com/office/drawing/2014/main" id="{2BDA55EA-B24E-BA37-A4A4-E9B014C44B44}"/>
              </a:ext>
            </a:extLst>
          </p:cNvPr>
          <p:cNvCxnSpPr/>
          <p:nvPr/>
        </p:nvCxnSpPr>
        <p:spPr>
          <a:xfrm>
            <a:off x="2614766" y="59481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>
            <a:extLst>
              <a:ext uri="{FF2B5EF4-FFF2-40B4-BE49-F238E27FC236}">
                <a16:creationId xmlns:a16="http://schemas.microsoft.com/office/drawing/2014/main" id="{A7C94A0C-FCD6-A4CC-B259-B9C1346E7853}"/>
              </a:ext>
            </a:extLst>
          </p:cNvPr>
          <p:cNvCxnSpPr/>
          <p:nvPr/>
        </p:nvCxnSpPr>
        <p:spPr>
          <a:xfrm>
            <a:off x="2572747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모서리가 둥근 직사각형 317">
            <a:extLst>
              <a:ext uri="{FF2B5EF4-FFF2-40B4-BE49-F238E27FC236}">
                <a16:creationId xmlns:a16="http://schemas.microsoft.com/office/drawing/2014/main" id="{E9F2C007-C8EE-0353-7EB3-47B9E8358EAF}"/>
              </a:ext>
            </a:extLst>
          </p:cNvPr>
          <p:cNvSpPr/>
          <p:nvPr/>
        </p:nvSpPr>
        <p:spPr>
          <a:xfrm>
            <a:off x="2577058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9" name="모서리가 둥근 직사각형 318">
            <a:extLst>
              <a:ext uri="{FF2B5EF4-FFF2-40B4-BE49-F238E27FC236}">
                <a16:creationId xmlns:a16="http://schemas.microsoft.com/office/drawing/2014/main" id="{A1A56B38-9249-F24E-2118-23299FF29548}"/>
              </a:ext>
            </a:extLst>
          </p:cNvPr>
          <p:cNvSpPr/>
          <p:nvPr/>
        </p:nvSpPr>
        <p:spPr>
          <a:xfrm>
            <a:off x="2577058" y="59193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" name="모서리가 둥근 직사각형 319">
            <a:extLst>
              <a:ext uri="{FF2B5EF4-FFF2-40B4-BE49-F238E27FC236}">
                <a16:creationId xmlns:a16="http://schemas.microsoft.com/office/drawing/2014/main" id="{A4491ED7-C45E-CF1B-AAAC-A2A917DCC280}"/>
              </a:ext>
            </a:extLst>
          </p:cNvPr>
          <p:cNvSpPr/>
          <p:nvPr/>
        </p:nvSpPr>
        <p:spPr>
          <a:xfrm>
            <a:off x="2535038" y="58456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4B2961A9-2AAF-BD25-C264-FFDA7F1BE0FE}"/>
              </a:ext>
            </a:extLst>
          </p:cNvPr>
          <p:cNvCxnSpPr/>
          <p:nvPr/>
        </p:nvCxnSpPr>
        <p:spPr>
          <a:xfrm>
            <a:off x="2494358" y="553263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모서리가 둥근 직사각형 272">
            <a:extLst>
              <a:ext uri="{FF2B5EF4-FFF2-40B4-BE49-F238E27FC236}">
                <a16:creationId xmlns:a16="http://schemas.microsoft.com/office/drawing/2014/main" id="{D32F2445-CF89-0829-5FA8-0F5EDA3DCC22}"/>
              </a:ext>
            </a:extLst>
          </p:cNvPr>
          <p:cNvSpPr/>
          <p:nvPr/>
        </p:nvSpPr>
        <p:spPr>
          <a:xfrm>
            <a:off x="2461894" y="550695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DD0851B7-6B71-40B8-1DF9-41A08762F076}"/>
              </a:ext>
            </a:extLst>
          </p:cNvPr>
          <p:cNvCxnSpPr/>
          <p:nvPr/>
        </p:nvCxnSpPr>
        <p:spPr>
          <a:xfrm flipH="1">
            <a:off x="2593723" y="559932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4A7DC707-267C-C939-6B5D-6643C6E0FE20}"/>
              </a:ext>
            </a:extLst>
          </p:cNvPr>
          <p:cNvCxnSpPr/>
          <p:nvPr/>
        </p:nvCxnSpPr>
        <p:spPr>
          <a:xfrm>
            <a:off x="2635742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112C0548-6791-5EED-9AD9-9F0178600C14}"/>
              </a:ext>
            </a:extLst>
          </p:cNvPr>
          <p:cNvCxnSpPr/>
          <p:nvPr/>
        </p:nvCxnSpPr>
        <p:spPr>
          <a:xfrm>
            <a:off x="2545880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>
            <a:extLst>
              <a:ext uri="{FF2B5EF4-FFF2-40B4-BE49-F238E27FC236}">
                <a16:creationId xmlns:a16="http://schemas.microsoft.com/office/drawing/2014/main" id="{9B45F0B9-E866-20F5-1EF8-A1495FB3CB01}"/>
              </a:ext>
            </a:extLst>
          </p:cNvPr>
          <p:cNvCxnSpPr/>
          <p:nvPr/>
        </p:nvCxnSpPr>
        <p:spPr>
          <a:xfrm>
            <a:off x="2593723" y="565059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20E0F63C-E584-1E00-B2DD-F6C759A2B3D3}"/>
              </a:ext>
            </a:extLst>
          </p:cNvPr>
          <p:cNvCxnSpPr/>
          <p:nvPr/>
        </p:nvCxnSpPr>
        <p:spPr>
          <a:xfrm flipH="1">
            <a:off x="2543680" y="564722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모서리가 둥근 직사각형 278">
            <a:extLst>
              <a:ext uri="{FF2B5EF4-FFF2-40B4-BE49-F238E27FC236}">
                <a16:creationId xmlns:a16="http://schemas.microsoft.com/office/drawing/2014/main" id="{C068600F-019C-4BDF-5838-53EE76E06E2C}"/>
              </a:ext>
            </a:extLst>
          </p:cNvPr>
          <p:cNvSpPr/>
          <p:nvPr/>
        </p:nvSpPr>
        <p:spPr>
          <a:xfrm>
            <a:off x="2508555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0" name="모서리가 둥근 직사각형 279">
            <a:extLst>
              <a:ext uri="{FF2B5EF4-FFF2-40B4-BE49-F238E27FC236}">
                <a16:creationId xmlns:a16="http://schemas.microsoft.com/office/drawing/2014/main" id="{40914AC9-988F-757B-EA6A-D90E744DABEA}"/>
              </a:ext>
            </a:extLst>
          </p:cNvPr>
          <p:cNvSpPr/>
          <p:nvPr/>
        </p:nvSpPr>
        <p:spPr>
          <a:xfrm>
            <a:off x="2508555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" name="모서리가 둥근 직사각형 280">
            <a:extLst>
              <a:ext uri="{FF2B5EF4-FFF2-40B4-BE49-F238E27FC236}">
                <a16:creationId xmlns:a16="http://schemas.microsoft.com/office/drawing/2014/main" id="{0C0D8280-B0D9-86AC-4618-4CF6D9C33E64}"/>
              </a:ext>
            </a:extLst>
          </p:cNvPr>
          <p:cNvSpPr/>
          <p:nvPr/>
        </p:nvSpPr>
        <p:spPr>
          <a:xfrm>
            <a:off x="2598034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2" name="모서리가 둥근 직사각형 281">
            <a:extLst>
              <a:ext uri="{FF2B5EF4-FFF2-40B4-BE49-F238E27FC236}">
                <a16:creationId xmlns:a16="http://schemas.microsoft.com/office/drawing/2014/main" id="{163927F4-E825-24A0-A3C4-3ECCB7CF6739}"/>
              </a:ext>
            </a:extLst>
          </p:cNvPr>
          <p:cNvSpPr/>
          <p:nvPr/>
        </p:nvSpPr>
        <p:spPr>
          <a:xfrm>
            <a:off x="2598034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" name="모서리가 둥근 직사각형 282">
            <a:extLst>
              <a:ext uri="{FF2B5EF4-FFF2-40B4-BE49-F238E27FC236}">
                <a16:creationId xmlns:a16="http://schemas.microsoft.com/office/drawing/2014/main" id="{DB51CB07-B0F7-99CA-ED8D-8EEFBEA8B70D}"/>
              </a:ext>
            </a:extLst>
          </p:cNvPr>
          <p:cNvSpPr/>
          <p:nvPr/>
        </p:nvSpPr>
        <p:spPr>
          <a:xfrm>
            <a:off x="2556015" y="562081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FE92B01E-21A3-3273-EBFC-DBC9D2617B69}"/>
              </a:ext>
            </a:extLst>
          </p:cNvPr>
          <p:cNvCxnSpPr/>
          <p:nvPr/>
        </p:nvCxnSpPr>
        <p:spPr>
          <a:xfrm>
            <a:off x="2724428" y="567264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>
            <a:extLst>
              <a:ext uri="{FF2B5EF4-FFF2-40B4-BE49-F238E27FC236}">
                <a16:creationId xmlns:a16="http://schemas.microsoft.com/office/drawing/2014/main" id="{D59D4E2F-7E42-E782-6C40-53AF335C75D3}"/>
              </a:ext>
            </a:extLst>
          </p:cNvPr>
          <p:cNvCxnSpPr/>
          <p:nvPr/>
        </p:nvCxnSpPr>
        <p:spPr>
          <a:xfrm>
            <a:off x="2682408" y="559993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모서리가 둥근 직사각형 285">
            <a:extLst>
              <a:ext uri="{FF2B5EF4-FFF2-40B4-BE49-F238E27FC236}">
                <a16:creationId xmlns:a16="http://schemas.microsoft.com/office/drawing/2014/main" id="{97ACBAEF-6219-814F-CE02-A2616F61C119}"/>
              </a:ext>
            </a:extLst>
          </p:cNvPr>
          <p:cNvSpPr/>
          <p:nvPr/>
        </p:nvSpPr>
        <p:spPr>
          <a:xfrm>
            <a:off x="2686719" y="571762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7" name="모서리가 둥근 직사각형 286">
            <a:extLst>
              <a:ext uri="{FF2B5EF4-FFF2-40B4-BE49-F238E27FC236}">
                <a16:creationId xmlns:a16="http://schemas.microsoft.com/office/drawing/2014/main" id="{2349815C-9EC6-DE4A-1A35-B94FCBE4A436}"/>
              </a:ext>
            </a:extLst>
          </p:cNvPr>
          <p:cNvSpPr/>
          <p:nvPr/>
        </p:nvSpPr>
        <p:spPr>
          <a:xfrm>
            <a:off x="2686719" y="564388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8" name="모서리가 둥근 직사각형 287">
            <a:extLst>
              <a:ext uri="{FF2B5EF4-FFF2-40B4-BE49-F238E27FC236}">
                <a16:creationId xmlns:a16="http://schemas.microsoft.com/office/drawing/2014/main" id="{D44CAD39-0CCA-E684-D8DD-481FB731BB41}"/>
              </a:ext>
            </a:extLst>
          </p:cNvPr>
          <p:cNvSpPr/>
          <p:nvPr/>
        </p:nvSpPr>
        <p:spPr>
          <a:xfrm>
            <a:off x="2644700" y="557014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508008D8-0137-851F-1013-B728AE2ECFB3}"/>
              </a:ext>
            </a:extLst>
          </p:cNvPr>
          <p:cNvCxnSpPr/>
          <p:nvPr/>
        </p:nvCxnSpPr>
        <p:spPr>
          <a:xfrm flipH="1">
            <a:off x="2149144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2C50639-0463-A515-AA38-9994AECAFCAD}"/>
              </a:ext>
            </a:extLst>
          </p:cNvPr>
          <p:cNvCxnSpPr/>
          <p:nvPr/>
        </p:nvCxnSpPr>
        <p:spPr>
          <a:xfrm>
            <a:off x="1962354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4A71731E-C5F6-FE25-8BA6-5203EE9F242B}"/>
              </a:ext>
            </a:extLst>
          </p:cNvPr>
          <p:cNvCxnSpPr/>
          <p:nvPr/>
        </p:nvCxnSpPr>
        <p:spPr>
          <a:xfrm flipH="1">
            <a:off x="1675303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BB93DB79-B78E-13B3-1BE8-3B517E3469FE}"/>
              </a:ext>
            </a:extLst>
          </p:cNvPr>
          <p:cNvCxnSpPr/>
          <p:nvPr/>
        </p:nvCxnSpPr>
        <p:spPr>
          <a:xfrm flipH="1">
            <a:off x="1544189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모서리가 둥근 직사각형 325">
            <a:extLst>
              <a:ext uri="{FF2B5EF4-FFF2-40B4-BE49-F238E27FC236}">
                <a16:creationId xmlns:a16="http://schemas.microsoft.com/office/drawing/2014/main" id="{962F3C5E-5D8B-5FB9-DCB7-BE8092CC0FB0}"/>
              </a:ext>
            </a:extLst>
          </p:cNvPr>
          <p:cNvSpPr/>
          <p:nvPr/>
        </p:nvSpPr>
        <p:spPr>
          <a:xfrm>
            <a:off x="1901634" y="6056007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72DAFE3A-05C2-E0FF-84FD-CE612D9E29AD}"/>
              </a:ext>
            </a:extLst>
          </p:cNvPr>
          <p:cNvCxnSpPr/>
          <p:nvPr/>
        </p:nvCxnSpPr>
        <p:spPr>
          <a:xfrm flipH="1">
            <a:off x="1350183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DE65CCFF-489D-5FA8-826C-0200860F83BC}"/>
              </a:ext>
            </a:extLst>
          </p:cNvPr>
          <p:cNvCxnSpPr/>
          <p:nvPr/>
        </p:nvCxnSpPr>
        <p:spPr>
          <a:xfrm>
            <a:off x="1392202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236FA24D-4FFD-E0C5-EE08-835823E49FF9}"/>
              </a:ext>
            </a:extLst>
          </p:cNvPr>
          <p:cNvCxnSpPr/>
          <p:nvPr/>
        </p:nvCxnSpPr>
        <p:spPr>
          <a:xfrm>
            <a:off x="1302340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7C72C853-8359-6FCB-3EF1-2F5A8EA196CA}"/>
              </a:ext>
            </a:extLst>
          </p:cNvPr>
          <p:cNvCxnSpPr/>
          <p:nvPr/>
        </p:nvCxnSpPr>
        <p:spPr>
          <a:xfrm>
            <a:off x="1350183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70A7E44B-0510-7972-6798-DC3FFB5798CC}"/>
              </a:ext>
            </a:extLst>
          </p:cNvPr>
          <p:cNvCxnSpPr/>
          <p:nvPr/>
        </p:nvCxnSpPr>
        <p:spPr>
          <a:xfrm flipH="1">
            <a:off x="1300139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모서리가 둥근 직사각형 331">
            <a:extLst>
              <a:ext uri="{FF2B5EF4-FFF2-40B4-BE49-F238E27FC236}">
                <a16:creationId xmlns:a16="http://schemas.microsoft.com/office/drawing/2014/main" id="{65090546-41BA-3DBF-A614-F5383DC59D96}"/>
              </a:ext>
            </a:extLst>
          </p:cNvPr>
          <p:cNvSpPr/>
          <p:nvPr/>
        </p:nvSpPr>
        <p:spPr>
          <a:xfrm>
            <a:off x="1265015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" name="모서리가 둥근 직사각형 332">
            <a:extLst>
              <a:ext uri="{FF2B5EF4-FFF2-40B4-BE49-F238E27FC236}">
                <a16:creationId xmlns:a16="http://schemas.microsoft.com/office/drawing/2014/main" id="{3B065C63-FD82-36FE-79F6-E83E8B1F04A5}"/>
              </a:ext>
            </a:extLst>
          </p:cNvPr>
          <p:cNvSpPr/>
          <p:nvPr/>
        </p:nvSpPr>
        <p:spPr>
          <a:xfrm>
            <a:off x="1265015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4" name="모서리가 둥근 직사각형 333">
            <a:extLst>
              <a:ext uri="{FF2B5EF4-FFF2-40B4-BE49-F238E27FC236}">
                <a16:creationId xmlns:a16="http://schemas.microsoft.com/office/drawing/2014/main" id="{AB482498-A1F0-7468-78C1-F29021961969}"/>
              </a:ext>
            </a:extLst>
          </p:cNvPr>
          <p:cNvSpPr/>
          <p:nvPr/>
        </p:nvSpPr>
        <p:spPr>
          <a:xfrm>
            <a:off x="1354494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" name="모서리가 둥근 직사각형 334">
            <a:extLst>
              <a:ext uri="{FF2B5EF4-FFF2-40B4-BE49-F238E27FC236}">
                <a16:creationId xmlns:a16="http://schemas.microsoft.com/office/drawing/2014/main" id="{1FA7639D-F38D-D5F4-46B4-C9A06DF94925}"/>
              </a:ext>
            </a:extLst>
          </p:cNvPr>
          <p:cNvSpPr/>
          <p:nvPr/>
        </p:nvSpPr>
        <p:spPr>
          <a:xfrm>
            <a:off x="1354494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6" name="모서리가 둥근 직사각형 335">
            <a:extLst>
              <a:ext uri="{FF2B5EF4-FFF2-40B4-BE49-F238E27FC236}">
                <a16:creationId xmlns:a16="http://schemas.microsoft.com/office/drawing/2014/main" id="{D6710FF1-7F4C-D76B-4636-8B30A1B5E7CB}"/>
              </a:ext>
            </a:extLst>
          </p:cNvPr>
          <p:cNvSpPr/>
          <p:nvPr/>
        </p:nvSpPr>
        <p:spPr>
          <a:xfrm>
            <a:off x="1312475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6926D34A-21BF-0DFE-FBCF-AD110F15ECD3}"/>
              </a:ext>
            </a:extLst>
          </p:cNvPr>
          <p:cNvCxnSpPr/>
          <p:nvPr/>
        </p:nvCxnSpPr>
        <p:spPr>
          <a:xfrm>
            <a:off x="1545332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모서리가 둥근 직사각형 337">
            <a:extLst>
              <a:ext uri="{FF2B5EF4-FFF2-40B4-BE49-F238E27FC236}">
                <a16:creationId xmlns:a16="http://schemas.microsoft.com/office/drawing/2014/main" id="{D93AD4F0-F05B-1D93-DACA-F6E972DA69F6}"/>
              </a:ext>
            </a:extLst>
          </p:cNvPr>
          <p:cNvSpPr/>
          <p:nvPr/>
        </p:nvSpPr>
        <p:spPr>
          <a:xfrm>
            <a:off x="1512869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53370E97-5552-645B-5B36-81968E0B5150}"/>
              </a:ext>
            </a:extLst>
          </p:cNvPr>
          <p:cNvCxnSpPr/>
          <p:nvPr/>
        </p:nvCxnSpPr>
        <p:spPr>
          <a:xfrm>
            <a:off x="1480888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6BC46941-417A-B745-E710-7B36900D6D65}"/>
              </a:ext>
            </a:extLst>
          </p:cNvPr>
          <p:cNvCxnSpPr/>
          <p:nvPr/>
        </p:nvCxnSpPr>
        <p:spPr>
          <a:xfrm>
            <a:off x="1438869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모서리가 둥근 직사각형 340">
            <a:extLst>
              <a:ext uri="{FF2B5EF4-FFF2-40B4-BE49-F238E27FC236}">
                <a16:creationId xmlns:a16="http://schemas.microsoft.com/office/drawing/2014/main" id="{7E1519A1-DCE4-C59A-9E04-B386668424C3}"/>
              </a:ext>
            </a:extLst>
          </p:cNvPr>
          <p:cNvSpPr/>
          <p:nvPr/>
        </p:nvSpPr>
        <p:spPr>
          <a:xfrm>
            <a:off x="1443179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" name="모서리가 둥근 직사각형 341">
            <a:extLst>
              <a:ext uri="{FF2B5EF4-FFF2-40B4-BE49-F238E27FC236}">
                <a16:creationId xmlns:a16="http://schemas.microsoft.com/office/drawing/2014/main" id="{8C5F19A3-9D3F-0A24-BDDE-3160B2467435}"/>
              </a:ext>
            </a:extLst>
          </p:cNvPr>
          <p:cNvSpPr/>
          <p:nvPr/>
        </p:nvSpPr>
        <p:spPr>
          <a:xfrm>
            <a:off x="1443179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" name="모서리가 둥근 직사각형 342">
            <a:extLst>
              <a:ext uri="{FF2B5EF4-FFF2-40B4-BE49-F238E27FC236}">
                <a16:creationId xmlns:a16="http://schemas.microsoft.com/office/drawing/2014/main" id="{39A941FE-6A0E-F962-845E-DF4966C9FC5C}"/>
              </a:ext>
            </a:extLst>
          </p:cNvPr>
          <p:cNvSpPr/>
          <p:nvPr/>
        </p:nvSpPr>
        <p:spPr>
          <a:xfrm>
            <a:off x="1401161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E33859AE-C232-3398-B1AB-B537D8775545}"/>
              </a:ext>
            </a:extLst>
          </p:cNvPr>
          <p:cNvCxnSpPr/>
          <p:nvPr/>
        </p:nvCxnSpPr>
        <p:spPr>
          <a:xfrm flipH="1">
            <a:off x="1644698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43591BC8-3DCD-B936-24D9-DF6E376E74FC}"/>
              </a:ext>
            </a:extLst>
          </p:cNvPr>
          <p:cNvCxnSpPr/>
          <p:nvPr/>
        </p:nvCxnSpPr>
        <p:spPr>
          <a:xfrm>
            <a:off x="1686717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9E652A5B-5B4A-B6D5-7730-66F1F6245768}"/>
              </a:ext>
            </a:extLst>
          </p:cNvPr>
          <p:cNvCxnSpPr/>
          <p:nvPr/>
        </p:nvCxnSpPr>
        <p:spPr>
          <a:xfrm>
            <a:off x="1596855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512F7CD4-0C6A-419D-D3CE-3E0EE1D7BED8}"/>
              </a:ext>
            </a:extLst>
          </p:cNvPr>
          <p:cNvCxnSpPr/>
          <p:nvPr/>
        </p:nvCxnSpPr>
        <p:spPr>
          <a:xfrm>
            <a:off x="1644698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4DD0BF1A-4FF7-1CDB-5344-80A153B2E41D}"/>
              </a:ext>
            </a:extLst>
          </p:cNvPr>
          <p:cNvCxnSpPr/>
          <p:nvPr/>
        </p:nvCxnSpPr>
        <p:spPr>
          <a:xfrm flipH="1">
            <a:off x="1594654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모서리가 둥근 직사각형 348">
            <a:extLst>
              <a:ext uri="{FF2B5EF4-FFF2-40B4-BE49-F238E27FC236}">
                <a16:creationId xmlns:a16="http://schemas.microsoft.com/office/drawing/2014/main" id="{08383C1D-6F50-ED4E-32FF-68CA754421AE}"/>
              </a:ext>
            </a:extLst>
          </p:cNvPr>
          <p:cNvSpPr/>
          <p:nvPr/>
        </p:nvSpPr>
        <p:spPr>
          <a:xfrm>
            <a:off x="1559530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0" name="모서리가 둥근 직사각형 349">
            <a:extLst>
              <a:ext uri="{FF2B5EF4-FFF2-40B4-BE49-F238E27FC236}">
                <a16:creationId xmlns:a16="http://schemas.microsoft.com/office/drawing/2014/main" id="{BEE86E6D-84D2-52D3-6EB2-CB803F2BBA48}"/>
              </a:ext>
            </a:extLst>
          </p:cNvPr>
          <p:cNvSpPr/>
          <p:nvPr/>
        </p:nvSpPr>
        <p:spPr>
          <a:xfrm>
            <a:off x="1559530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" name="모서리가 둥근 직사각형 350">
            <a:extLst>
              <a:ext uri="{FF2B5EF4-FFF2-40B4-BE49-F238E27FC236}">
                <a16:creationId xmlns:a16="http://schemas.microsoft.com/office/drawing/2014/main" id="{5756EBB0-3E8C-3819-407E-E185F19887EF}"/>
              </a:ext>
            </a:extLst>
          </p:cNvPr>
          <p:cNvSpPr/>
          <p:nvPr/>
        </p:nvSpPr>
        <p:spPr>
          <a:xfrm>
            <a:off x="1649009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2" name="모서리가 둥근 직사각형 351">
            <a:extLst>
              <a:ext uri="{FF2B5EF4-FFF2-40B4-BE49-F238E27FC236}">
                <a16:creationId xmlns:a16="http://schemas.microsoft.com/office/drawing/2014/main" id="{7BACE417-3598-C1B0-95BD-4121AEC56E77}"/>
              </a:ext>
            </a:extLst>
          </p:cNvPr>
          <p:cNvSpPr/>
          <p:nvPr/>
        </p:nvSpPr>
        <p:spPr>
          <a:xfrm>
            <a:off x="1649009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" name="모서리가 둥근 직사각형 352">
            <a:extLst>
              <a:ext uri="{FF2B5EF4-FFF2-40B4-BE49-F238E27FC236}">
                <a16:creationId xmlns:a16="http://schemas.microsoft.com/office/drawing/2014/main" id="{988D9CB6-1D53-3DE0-9B4C-260D8C0FA0A8}"/>
              </a:ext>
            </a:extLst>
          </p:cNvPr>
          <p:cNvSpPr/>
          <p:nvPr/>
        </p:nvSpPr>
        <p:spPr>
          <a:xfrm>
            <a:off x="1606989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AC609F8E-0CD1-A398-1AF7-8E93DAE4975C}"/>
              </a:ext>
            </a:extLst>
          </p:cNvPr>
          <p:cNvCxnSpPr/>
          <p:nvPr/>
        </p:nvCxnSpPr>
        <p:spPr>
          <a:xfrm>
            <a:off x="1775402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6FE44B40-E250-DB6A-D33F-B51AEF9C449D}"/>
              </a:ext>
            </a:extLst>
          </p:cNvPr>
          <p:cNvCxnSpPr/>
          <p:nvPr/>
        </p:nvCxnSpPr>
        <p:spPr>
          <a:xfrm>
            <a:off x="1733383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모서리가 둥근 직사각형 355">
            <a:extLst>
              <a:ext uri="{FF2B5EF4-FFF2-40B4-BE49-F238E27FC236}">
                <a16:creationId xmlns:a16="http://schemas.microsoft.com/office/drawing/2014/main" id="{778C59F8-2301-34F7-125A-7327B545A702}"/>
              </a:ext>
            </a:extLst>
          </p:cNvPr>
          <p:cNvSpPr/>
          <p:nvPr/>
        </p:nvSpPr>
        <p:spPr>
          <a:xfrm>
            <a:off x="1737694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7" name="모서리가 둥근 직사각형 356">
            <a:extLst>
              <a:ext uri="{FF2B5EF4-FFF2-40B4-BE49-F238E27FC236}">
                <a16:creationId xmlns:a16="http://schemas.microsoft.com/office/drawing/2014/main" id="{F7307FA1-F3F9-27C9-A0C2-2648A90712B0}"/>
              </a:ext>
            </a:extLst>
          </p:cNvPr>
          <p:cNvSpPr/>
          <p:nvPr/>
        </p:nvSpPr>
        <p:spPr>
          <a:xfrm>
            <a:off x="1737694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" name="모서리가 둥근 직사각형 357">
            <a:extLst>
              <a:ext uri="{FF2B5EF4-FFF2-40B4-BE49-F238E27FC236}">
                <a16:creationId xmlns:a16="http://schemas.microsoft.com/office/drawing/2014/main" id="{BF299C1E-7B58-C04D-B6CC-D8ECF98653BA}"/>
              </a:ext>
            </a:extLst>
          </p:cNvPr>
          <p:cNvSpPr/>
          <p:nvPr/>
        </p:nvSpPr>
        <p:spPr>
          <a:xfrm>
            <a:off x="1695675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0" name="직선 연결선 359">
            <a:extLst>
              <a:ext uri="{FF2B5EF4-FFF2-40B4-BE49-F238E27FC236}">
                <a16:creationId xmlns:a16="http://schemas.microsoft.com/office/drawing/2014/main" id="{801CEC25-36DB-18A3-7147-9E44C5232FE4}"/>
              </a:ext>
            </a:extLst>
          </p:cNvPr>
          <p:cNvCxnSpPr/>
          <p:nvPr/>
        </p:nvCxnSpPr>
        <p:spPr>
          <a:xfrm flipH="1">
            <a:off x="1949887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직선 연결선 360">
            <a:extLst>
              <a:ext uri="{FF2B5EF4-FFF2-40B4-BE49-F238E27FC236}">
                <a16:creationId xmlns:a16="http://schemas.microsoft.com/office/drawing/2014/main" id="{7F98CEDE-7BF5-71CB-0EE5-502D0898765F}"/>
              </a:ext>
            </a:extLst>
          </p:cNvPr>
          <p:cNvCxnSpPr/>
          <p:nvPr/>
        </p:nvCxnSpPr>
        <p:spPr>
          <a:xfrm>
            <a:off x="1991906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>
            <a:extLst>
              <a:ext uri="{FF2B5EF4-FFF2-40B4-BE49-F238E27FC236}">
                <a16:creationId xmlns:a16="http://schemas.microsoft.com/office/drawing/2014/main" id="{710DC5C3-0A9F-B1B6-719C-493C946EE7A4}"/>
              </a:ext>
            </a:extLst>
          </p:cNvPr>
          <p:cNvCxnSpPr/>
          <p:nvPr/>
        </p:nvCxnSpPr>
        <p:spPr>
          <a:xfrm>
            <a:off x="1902044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>
            <a:extLst>
              <a:ext uri="{FF2B5EF4-FFF2-40B4-BE49-F238E27FC236}">
                <a16:creationId xmlns:a16="http://schemas.microsoft.com/office/drawing/2014/main" id="{BB587512-4845-4681-2EFC-B1C9D60BB93C}"/>
              </a:ext>
            </a:extLst>
          </p:cNvPr>
          <p:cNvCxnSpPr/>
          <p:nvPr/>
        </p:nvCxnSpPr>
        <p:spPr>
          <a:xfrm>
            <a:off x="1949887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연결선 363">
            <a:extLst>
              <a:ext uri="{FF2B5EF4-FFF2-40B4-BE49-F238E27FC236}">
                <a16:creationId xmlns:a16="http://schemas.microsoft.com/office/drawing/2014/main" id="{C33F54C4-9A38-9421-77C5-3E6E8CEC9348}"/>
              </a:ext>
            </a:extLst>
          </p:cNvPr>
          <p:cNvCxnSpPr/>
          <p:nvPr/>
        </p:nvCxnSpPr>
        <p:spPr>
          <a:xfrm flipH="1">
            <a:off x="1899843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모서리가 둥근 직사각형 364">
            <a:extLst>
              <a:ext uri="{FF2B5EF4-FFF2-40B4-BE49-F238E27FC236}">
                <a16:creationId xmlns:a16="http://schemas.microsoft.com/office/drawing/2014/main" id="{5C24068D-0331-FCA8-8218-B696F235944A}"/>
              </a:ext>
            </a:extLst>
          </p:cNvPr>
          <p:cNvSpPr/>
          <p:nvPr/>
        </p:nvSpPr>
        <p:spPr>
          <a:xfrm>
            <a:off x="1864719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6" name="모서리가 둥근 직사각형 365">
            <a:extLst>
              <a:ext uri="{FF2B5EF4-FFF2-40B4-BE49-F238E27FC236}">
                <a16:creationId xmlns:a16="http://schemas.microsoft.com/office/drawing/2014/main" id="{A20A8313-79C5-9A62-6A8B-64916D5AF8AF}"/>
              </a:ext>
            </a:extLst>
          </p:cNvPr>
          <p:cNvSpPr/>
          <p:nvPr/>
        </p:nvSpPr>
        <p:spPr>
          <a:xfrm>
            <a:off x="1864719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7" name="모서리가 둥근 직사각형 366">
            <a:extLst>
              <a:ext uri="{FF2B5EF4-FFF2-40B4-BE49-F238E27FC236}">
                <a16:creationId xmlns:a16="http://schemas.microsoft.com/office/drawing/2014/main" id="{F7D63C5D-3667-B0D9-9FA0-B9D41402FC3D}"/>
              </a:ext>
            </a:extLst>
          </p:cNvPr>
          <p:cNvSpPr/>
          <p:nvPr/>
        </p:nvSpPr>
        <p:spPr>
          <a:xfrm>
            <a:off x="1954198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8" name="모서리가 둥근 직사각형 367">
            <a:extLst>
              <a:ext uri="{FF2B5EF4-FFF2-40B4-BE49-F238E27FC236}">
                <a16:creationId xmlns:a16="http://schemas.microsoft.com/office/drawing/2014/main" id="{D60D2362-89EF-4C7D-211D-6627A5A77546}"/>
              </a:ext>
            </a:extLst>
          </p:cNvPr>
          <p:cNvSpPr/>
          <p:nvPr/>
        </p:nvSpPr>
        <p:spPr>
          <a:xfrm>
            <a:off x="1954198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9" name="모서리가 둥근 직사각형 368">
            <a:extLst>
              <a:ext uri="{FF2B5EF4-FFF2-40B4-BE49-F238E27FC236}">
                <a16:creationId xmlns:a16="http://schemas.microsoft.com/office/drawing/2014/main" id="{8EB760CF-8789-5919-2F6E-F1EDF3D21682}"/>
              </a:ext>
            </a:extLst>
          </p:cNvPr>
          <p:cNvSpPr/>
          <p:nvPr/>
        </p:nvSpPr>
        <p:spPr>
          <a:xfrm>
            <a:off x="1912178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B8A3CEF9-B95E-6532-89AA-3D2DA2DE80DA}"/>
              </a:ext>
            </a:extLst>
          </p:cNvPr>
          <p:cNvCxnSpPr/>
          <p:nvPr/>
        </p:nvCxnSpPr>
        <p:spPr>
          <a:xfrm>
            <a:off x="2145036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모서리가 둥근 직사각형 370">
            <a:extLst>
              <a:ext uri="{FF2B5EF4-FFF2-40B4-BE49-F238E27FC236}">
                <a16:creationId xmlns:a16="http://schemas.microsoft.com/office/drawing/2014/main" id="{ED0C5DE1-0E5B-9D5D-B1EF-9102BAE4B2B3}"/>
              </a:ext>
            </a:extLst>
          </p:cNvPr>
          <p:cNvSpPr/>
          <p:nvPr/>
        </p:nvSpPr>
        <p:spPr>
          <a:xfrm>
            <a:off x="2112573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EC40265B-E09D-38E7-BC69-C28180D9156D}"/>
              </a:ext>
            </a:extLst>
          </p:cNvPr>
          <p:cNvCxnSpPr/>
          <p:nvPr/>
        </p:nvCxnSpPr>
        <p:spPr>
          <a:xfrm>
            <a:off x="2080592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15A89EF7-FF7A-7E77-9E43-74647CABD763}"/>
              </a:ext>
            </a:extLst>
          </p:cNvPr>
          <p:cNvCxnSpPr/>
          <p:nvPr/>
        </p:nvCxnSpPr>
        <p:spPr>
          <a:xfrm>
            <a:off x="2038572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모서리가 둥근 직사각형 373">
            <a:extLst>
              <a:ext uri="{FF2B5EF4-FFF2-40B4-BE49-F238E27FC236}">
                <a16:creationId xmlns:a16="http://schemas.microsoft.com/office/drawing/2014/main" id="{F54829A5-E8AB-641B-EDC1-B79B4F99C282}"/>
              </a:ext>
            </a:extLst>
          </p:cNvPr>
          <p:cNvSpPr/>
          <p:nvPr/>
        </p:nvSpPr>
        <p:spPr>
          <a:xfrm>
            <a:off x="2042884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5" name="모서리가 둥근 직사각형 374">
            <a:extLst>
              <a:ext uri="{FF2B5EF4-FFF2-40B4-BE49-F238E27FC236}">
                <a16:creationId xmlns:a16="http://schemas.microsoft.com/office/drawing/2014/main" id="{6607ABF6-259C-4524-CBAC-C66DE02B2630}"/>
              </a:ext>
            </a:extLst>
          </p:cNvPr>
          <p:cNvSpPr/>
          <p:nvPr/>
        </p:nvSpPr>
        <p:spPr>
          <a:xfrm>
            <a:off x="2042884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76" name="모서리가 둥근 직사각형 375">
            <a:extLst>
              <a:ext uri="{FF2B5EF4-FFF2-40B4-BE49-F238E27FC236}">
                <a16:creationId xmlns:a16="http://schemas.microsoft.com/office/drawing/2014/main" id="{48248943-020E-C484-456D-FF3B6BF5EC3A}"/>
              </a:ext>
            </a:extLst>
          </p:cNvPr>
          <p:cNvSpPr/>
          <p:nvPr/>
        </p:nvSpPr>
        <p:spPr>
          <a:xfrm>
            <a:off x="2000864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53DEAEEE-CFAF-AB1B-498F-9F1B1DF29BAE}"/>
              </a:ext>
            </a:extLst>
          </p:cNvPr>
          <p:cNvCxnSpPr/>
          <p:nvPr/>
        </p:nvCxnSpPr>
        <p:spPr>
          <a:xfrm flipH="1">
            <a:off x="2244402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C4E1BD23-3838-942B-9A29-451BBFC79B83}"/>
              </a:ext>
            </a:extLst>
          </p:cNvPr>
          <p:cNvCxnSpPr/>
          <p:nvPr/>
        </p:nvCxnSpPr>
        <p:spPr>
          <a:xfrm>
            <a:off x="2286420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D22676BD-31CC-080C-769D-B385EE663401}"/>
              </a:ext>
            </a:extLst>
          </p:cNvPr>
          <p:cNvCxnSpPr/>
          <p:nvPr/>
        </p:nvCxnSpPr>
        <p:spPr>
          <a:xfrm>
            <a:off x="2196559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8E2E107D-93C2-A70F-F372-6FCE4112FE54}"/>
              </a:ext>
            </a:extLst>
          </p:cNvPr>
          <p:cNvCxnSpPr/>
          <p:nvPr/>
        </p:nvCxnSpPr>
        <p:spPr>
          <a:xfrm>
            <a:off x="2244401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3432726B-DA5E-6B0A-4D05-1EF95BAB197E}"/>
              </a:ext>
            </a:extLst>
          </p:cNvPr>
          <p:cNvCxnSpPr/>
          <p:nvPr/>
        </p:nvCxnSpPr>
        <p:spPr>
          <a:xfrm flipH="1">
            <a:off x="2194358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모서리가 둥근 직사각형 381">
            <a:extLst>
              <a:ext uri="{FF2B5EF4-FFF2-40B4-BE49-F238E27FC236}">
                <a16:creationId xmlns:a16="http://schemas.microsoft.com/office/drawing/2014/main" id="{6A927368-729D-9926-9366-BD4D456E1F7F}"/>
              </a:ext>
            </a:extLst>
          </p:cNvPr>
          <p:cNvSpPr/>
          <p:nvPr/>
        </p:nvSpPr>
        <p:spPr>
          <a:xfrm>
            <a:off x="2159233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3" name="모서리가 둥근 직사각형 382">
            <a:extLst>
              <a:ext uri="{FF2B5EF4-FFF2-40B4-BE49-F238E27FC236}">
                <a16:creationId xmlns:a16="http://schemas.microsoft.com/office/drawing/2014/main" id="{52531821-44DD-8478-71E9-4F838CB2F8D2}"/>
              </a:ext>
            </a:extLst>
          </p:cNvPr>
          <p:cNvSpPr/>
          <p:nvPr/>
        </p:nvSpPr>
        <p:spPr>
          <a:xfrm>
            <a:off x="2159233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4" name="모서리가 둥근 직사각형 383">
            <a:extLst>
              <a:ext uri="{FF2B5EF4-FFF2-40B4-BE49-F238E27FC236}">
                <a16:creationId xmlns:a16="http://schemas.microsoft.com/office/drawing/2014/main" id="{49230022-6538-1A66-F261-16E2A1E0D1C1}"/>
              </a:ext>
            </a:extLst>
          </p:cNvPr>
          <p:cNvSpPr/>
          <p:nvPr/>
        </p:nvSpPr>
        <p:spPr>
          <a:xfrm>
            <a:off x="2248712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5" name="모서리가 둥근 직사각형 384">
            <a:extLst>
              <a:ext uri="{FF2B5EF4-FFF2-40B4-BE49-F238E27FC236}">
                <a16:creationId xmlns:a16="http://schemas.microsoft.com/office/drawing/2014/main" id="{FFC3B9CF-EF4B-0F95-9243-6F960DAB6B0C}"/>
              </a:ext>
            </a:extLst>
          </p:cNvPr>
          <p:cNvSpPr/>
          <p:nvPr/>
        </p:nvSpPr>
        <p:spPr>
          <a:xfrm>
            <a:off x="2248712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86" name="모서리가 둥근 직사각형 385">
            <a:extLst>
              <a:ext uri="{FF2B5EF4-FFF2-40B4-BE49-F238E27FC236}">
                <a16:creationId xmlns:a16="http://schemas.microsoft.com/office/drawing/2014/main" id="{51CFCE9A-3679-F804-714A-0F30CD949BD7}"/>
              </a:ext>
            </a:extLst>
          </p:cNvPr>
          <p:cNvSpPr/>
          <p:nvPr/>
        </p:nvSpPr>
        <p:spPr>
          <a:xfrm>
            <a:off x="2206693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7D63EA5D-D15E-4619-A8C9-6AA080B716F3}"/>
              </a:ext>
            </a:extLst>
          </p:cNvPr>
          <p:cNvCxnSpPr/>
          <p:nvPr/>
        </p:nvCxnSpPr>
        <p:spPr>
          <a:xfrm>
            <a:off x="2375106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512DA36B-0B2B-B260-C032-BF085DA2F5A4}"/>
              </a:ext>
            </a:extLst>
          </p:cNvPr>
          <p:cNvCxnSpPr/>
          <p:nvPr/>
        </p:nvCxnSpPr>
        <p:spPr>
          <a:xfrm>
            <a:off x="2333087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모서리가 둥근 직사각형 388">
            <a:extLst>
              <a:ext uri="{FF2B5EF4-FFF2-40B4-BE49-F238E27FC236}">
                <a16:creationId xmlns:a16="http://schemas.microsoft.com/office/drawing/2014/main" id="{9D682C45-1081-3F75-8C83-D5A119BEDEC2}"/>
              </a:ext>
            </a:extLst>
          </p:cNvPr>
          <p:cNvSpPr/>
          <p:nvPr/>
        </p:nvSpPr>
        <p:spPr>
          <a:xfrm>
            <a:off x="2337398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90" name="모서리가 둥근 직사각형 389">
            <a:extLst>
              <a:ext uri="{FF2B5EF4-FFF2-40B4-BE49-F238E27FC236}">
                <a16:creationId xmlns:a16="http://schemas.microsoft.com/office/drawing/2014/main" id="{7780E965-841D-6618-633C-BB542E1F2BF1}"/>
              </a:ext>
            </a:extLst>
          </p:cNvPr>
          <p:cNvSpPr/>
          <p:nvPr/>
        </p:nvSpPr>
        <p:spPr>
          <a:xfrm>
            <a:off x="2337398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91" name="모서리가 둥근 직사각형 390">
            <a:extLst>
              <a:ext uri="{FF2B5EF4-FFF2-40B4-BE49-F238E27FC236}">
                <a16:creationId xmlns:a16="http://schemas.microsoft.com/office/drawing/2014/main" id="{CE787AD1-0FBE-C3C3-CA5D-CE2C94CDB74A}"/>
              </a:ext>
            </a:extLst>
          </p:cNvPr>
          <p:cNvSpPr/>
          <p:nvPr/>
        </p:nvSpPr>
        <p:spPr>
          <a:xfrm>
            <a:off x="2295379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92" name="직선 연결선 391">
            <a:extLst>
              <a:ext uri="{FF2B5EF4-FFF2-40B4-BE49-F238E27FC236}">
                <a16:creationId xmlns:a16="http://schemas.microsoft.com/office/drawing/2014/main" id="{515D1519-DD91-A725-9E0D-E972D8C1FEC0}"/>
              </a:ext>
            </a:extLst>
          </p:cNvPr>
          <p:cNvCxnSpPr/>
          <p:nvPr/>
        </p:nvCxnSpPr>
        <p:spPr>
          <a:xfrm>
            <a:off x="1670992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모서리가 둥근 직사각형 392">
            <a:extLst>
              <a:ext uri="{FF2B5EF4-FFF2-40B4-BE49-F238E27FC236}">
                <a16:creationId xmlns:a16="http://schemas.microsoft.com/office/drawing/2014/main" id="{C70AB894-DE91-CDD9-5128-E25D817EA3F5}"/>
              </a:ext>
            </a:extLst>
          </p:cNvPr>
          <p:cNvSpPr/>
          <p:nvPr/>
        </p:nvSpPr>
        <p:spPr>
          <a:xfrm>
            <a:off x="1638529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37935E5D-FE54-D665-1D45-A75D5825E538}"/>
              </a:ext>
            </a:extLst>
          </p:cNvPr>
          <p:cNvCxnSpPr/>
          <p:nvPr/>
        </p:nvCxnSpPr>
        <p:spPr>
          <a:xfrm flipH="1">
            <a:off x="1770358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직선 연결선 394">
            <a:extLst>
              <a:ext uri="{FF2B5EF4-FFF2-40B4-BE49-F238E27FC236}">
                <a16:creationId xmlns:a16="http://schemas.microsoft.com/office/drawing/2014/main" id="{D230D3C9-EB2A-D32B-FF38-99F698927788}"/>
              </a:ext>
            </a:extLst>
          </p:cNvPr>
          <p:cNvCxnSpPr/>
          <p:nvPr/>
        </p:nvCxnSpPr>
        <p:spPr>
          <a:xfrm>
            <a:off x="1812377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28CD5727-B36B-48EF-1667-D4461931C4CB}"/>
              </a:ext>
            </a:extLst>
          </p:cNvPr>
          <p:cNvCxnSpPr/>
          <p:nvPr/>
        </p:nvCxnSpPr>
        <p:spPr>
          <a:xfrm>
            <a:off x="1722515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직선 연결선 396">
            <a:extLst>
              <a:ext uri="{FF2B5EF4-FFF2-40B4-BE49-F238E27FC236}">
                <a16:creationId xmlns:a16="http://schemas.microsoft.com/office/drawing/2014/main" id="{5F087298-E050-D811-F4E5-CDBD5FC16C20}"/>
              </a:ext>
            </a:extLst>
          </p:cNvPr>
          <p:cNvCxnSpPr/>
          <p:nvPr/>
        </p:nvCxnSpPr>
        <p:spPr>
          <a:xfrm>
            <a:off x="1770358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직선 연결선 397">
            <a:extLst>
              <a:ext uri="{FF2B5EF4-FFF2-40B4-BE49-F238E27FC236}">
                <a16:creationId xmlns:a16="http://schemas.microsoft.com/office/drawing/2014/main" id="{3F08985C-B929-CD2D-64EF-292200017E2E}"/>
              </a:ext>
            </a:extLst>
          </p:cNvPr>
          <p:cNvCxnSpPr/>
          <p:nvPr/>
        </p:nvCxnSpPr>
        <p:spPr>
          <a:xfrm flipH="1">
            <a:off x="1720314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모서리가 둥근 직사각형 398">
            <a:extLst>
              <a:ext uri="{FF2B5EF4-FFF2-40B4-BE49-F238E27FC236}">
                <a16:creationId xmlns:a16="http://schemas.microsoft.com/office/drawing/2014/main" id="{67A0FF8F-FCEF-E1EB-7FE8-D3C0ECBEF656}"/>
              </a:ext>
            </a:extLst>
          </p:cNvPr>
          <p:cNvSpPr/>
          <p:nvPr/>
        </p:nvSpPr>
        <p:spPr>
          <a:xfrm>
            <a:off x="1685190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0" name="모서리가 둥근 직사각형 399">
            <a:extLst>
              <a:ext uri="{FF2B5EF4-FFF2-40B4-BE49-F238E27FC236}">
                <a16:creationId xmlns:a16="http://schemas.microsoft.com/office/drawing/2014/main" id="{7DC8525C-E26C-D867-2A09-C01E840A1A0F}"/>
              </a:ext>
            </a:extLst>
          </p:cNvPr>
          <p:cNvSpPr/>
          <p:nvPr/>
        </p:nvSpPr>
        <p:spPr>
          <a:xfrm>
            <a:off x="1685190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1" name="모서리가 둥근 직사각형 400">
            <a:extLst>
              <a:ext uri="{FF2B5EF4-FFF2-40B4-BE49-F238E27FC236}">
                <a16:creationId xmlns:a16="http://schemas.microsoft.com/office/drawing/2014/main" id="{CA5FCACE-13FD-4E34-8D2A-283B554BBF6E}"/>
              </a:ext>
            </a:extLst>
          </p:cNvPr>
          <p:cNvSpPr/>
          <p:nvPr/>
        </p:nvSpPr>
        <p:spPr>
          <a:xfrm>
            <a:off x="1774669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2" name="모서리가 둥근 직사각형 401">
            <a:extLst>
              <a:ext uri="{FF2B5EF4-FFF2-40B4-BE49-F238E27FC236}">
                <a16:creationId xmlns:a16="http://schemas.microsoft.com/office/drawing/2014/main" id="{6006CEFD-77A9-5ED9-C175-EB5B3A02307A}"/>
              </a:ext>
            </a:extLst>
          </p:cNvPr>
          <p:cNvSpPr/>
          <p:nvPr/>
        </p:nvSpPr>
        <p:spPr>
          <a:xfrm>
            <a:off x="1774669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3" name="모서리가 둥근 직사각형 402">
            <a:extLst>
              <a:ext uri="{FF2B5EF4-FFF2-40B4-BE49-F238E27FC236}">
                <a16:creationId xmlns:a16="http://schemas.microsoft.com/office/drawing/2014/main" id="{4281440A-9006-9B18-F792-A1366E247239}"/>
              </a:ext>
            </a:extLst>
          </p:cNvPr>
          <p:cNvSpPr/>
          <p:nvPr/>
        </p:nvSpPr>
        <p:spPr>
          <a:xfrm>
            <a:off x="1732650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04" name="직선 연결선 403">
            <a:extLst>
              <a:ext uri="{FF2B5EF4-FFF2-40B4-BE49-F238E27FC236}">
                <a16:creationId xmlns:a16="http://schemas.microsoft.com/office/drawing/2014/main" id="{3A4EEDC1-FA29-F85D-4722-A77EE72240A9}"/>
              </a:ext>
            </a:extLst>
          </p:cNvPr>
          <p:cNvCxnSpPr/>
          <p:nvPr/>
        </p:nvCxnSpPr>
        <p:spPr>
          <a:xfrm>
            <a:off x="1901062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>
            <a:extLst>
              <a:ext uri="{FF2B5EF4-FFF2-40B4-BE49-F238E27FC236}">
                <a16:creationId xmlns:a16="http://schemas.microsoft.com/office/drawing/2014/main" id="{E008FA6A-5D02-2808-F1E9-25A29DBEB67A}"/>
              </a:ext>
            </a:extLst>
          </p:cNvPr>
          <p:cNvCxnSpPr/>
          <p:nvPr/>
        </p:nvCxnSpPr>
        <p:spPr>
          <a:xfrm>
            <a:off x="1859043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모서리가 둥근 직사각형 405">
            <a:extLst>
              <a:ext uri="{FF2B5EF4-FFF2-40B4-BE49-F238E27FC236}">
                <a16:creationId xmlns:a16="http://schemas.microsoft.com/office/drawing/2014/main" id="{7CCCA2C5-4405-232F-6024-D995AD7FD6AF}"/>
              </a:ext>
            </a:extLst>
          </p:cNvPr>
          <p:cNvSpPr/>
          <p:nvPr/>
        </p:nvSpPr>
        <p:spPr>
          <a:xfrm>
            <a:off x="1863354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7" name="모서리가 둥근 직사각형 406">
            <a:extLst>
              <a:ext uri="{FF2B5EF4-FFF2-40B4-BE49-F238E27FC236}">
                <a16:creationId xmlns:a16="http://schemas.microsoft.com/office/drawing/2014/main" id="{EE918FB2-E7A4-876A-5405-5B9ED7B8FB4E}"/>
              </a:ext>
            </a:extLst>
          </p:cNvPr>
          <p:cNvSpPr/>
          <p:nvPr/>
        </p:nvSpPr>
        <p:spPr>
          <a:xfrm>
            <a:off x="1863354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08" name="모서리가 둥근 직사각형 407">
            <a:extLst>
              <a:ext uri="{FF2B5EF4-FFF2-40B4-BE49-F238E27FC236}">
                <a16:creationId xmlns:a16="http://schemas.microsoft.com/office/drawing/2014/main" id="{1B093CB8-197A-E809-45A8-1B4C2BECA84B}"/>
              </a:ext>
            </a:extLst>
          </p:cNvPr>
          <p:cNvSpPr/>
          <p:nvPr/>
        </p:nvSpPr>
        <p:spPr>
          <a:xfrm>
            <a:off x="1821335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09" name="직선 연결선 408">
            <a:extLst>
              <a:ext uri="{FF2B5EF4-FFF2-40B4-BE49-F238E27FC236}">
                <a16:creationId xmlns:a16="http://schemas.microsoft.com/office/drawing/2014/main" id="{CF4E2A7F-58ED-24B0-40EC-01F6FB485031}"/>
              </a:ext>
            </a:extLst>
          </p:cNvPr>
          <p:cNvCxnSpPr/>
          <p:nvPr/>
        </p:nvCxnSpPr>
        <p:spPr>
          <a:xfrm>
            <a:off x="2254698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모서리가 둥근 직사각형 409">
            <a:extLst>
              <a:ext uri="{FF2B5EF4-FFF2-40B4-BE49-F238E27FC236}">
                <a16:creationId xmlns:a16="http://schemas.microsoft.com/office/drawing/2014/main" id="{C7EA336A-EEFF-4DDF-171E-038A2900CFCF}"/>
              </a:ext>
            </a:extLst>
          </p:cNvPr>
          <p:cNvSpPr/>
          <p:nvPr/>
        </p:nvSpPr>
        <p:spPr>
          <a:xfrm>
            <a:off x="2222234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EFB32431-B76C-E944-A2F0-4EFA424DBB99}"/>
              </a:ext>
            </a:extLst>
          </p:cNvPr>
          <p:cNvCxnSpPr/>
          <p:nvPr/>
        </p:nvCxnSpPr>
        <p:spPr>
          <a:xfrm flipH="1">
            <a:off x="2354063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>
            <a:extLst>
              <a:ext uri="{FF2B5EF4-FFF2-40B4-BE49-F238E27FC236}">
                <a16:creationId xmlns:a16="http://schemas.microsoft.com/office/drawing/2014/main" id="{126631D2-EC74-9C84-0613-0030B3D736B5}"/>
              </a:ext>
            </a:extLst>
          </p:cNvPr>
          <p:cNvCxnSpPr/>
          <p:nvPr/>
        </p:nvCxnSpPr>
        <p:spPr>
          <a:xfrm>
            <a:off x="2396082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09BC52FC-EEC4-A751-A058-CD61733551EE}"/>
              </a:ext>
            </a:extLst>
          </p:cNvPr>
          <p:cNvCxnSpPr/>
          <p:nvPr/>
        </p:nvCxnSpPr>
        <p:spPr>
          <a:xfrm>
            <a:off x="2306220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>
            <a:extLst>
              <a:ext uri="{FF2B5EF4-FFF2-40B4-BE49-F238E27FC236}">
                <a16:creationId xmlns:a16="http://schemas.microsoft.com/office/drawing/2014/main" id="{F27B13E1-BEA2-A066-7118-1FC7D43F700F}"/>
              </a:ext>
            </a:extLst>
          </p:cNvPr>
          <p:cNvCxnSpPr/>
          <p:nvPr/>
        </p:nvCxnSpPr>
        <p:spPr>
          <a:xfrm>
            <a:off x="2354063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>
            <a:extLst>
              <a:ext uri="{FF2B5EF4-FFF2-40B4-BE49-F238E27FC236}">
                <a16:creationId xmlns:a16="http://schemas.microsoft.com/office/drawing/2014/main" id="{AC829094-2E83-80EC-9A94-A7AEFDBAB791}"/>
              </a:ext>
            </a:extLst>
          </p:cNvPr>
          <p:cNvCxnSpPr/>
          <p:nvPr/>
        </p:nvCxnSpPr>
        <p:spPr>
          <a:xfrm flipH="1">
            <a:off x="2304020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모서리가 둥근 직사각형 415">
            <a:extLst>
              <a:ext uri="{FF2B5EF4-FFF2-40B4-BE49-F238E27FC236}">
                <a16:creationId xmlns:a16="http://schemas.microsoft.com/office/drawing/2014/main" id="{A22C85FE-ED87-6FE9-0EEB-3C00CE266324}"/>
              </a:ext>
            </a:extLst>
          </p:cNvPr>
          <p:cNvSpPr/>
          <p:nvPr/>
        </p:nvSpPr>
        <p:spPr>
          <a:xfrm>
            <a:off x="2268896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7" name="모서리가 둥근 직사각형 416">
            <a:extLst>
              <a:ext uri="{FF2B5EF4-FFF2-40B4-BE49-F238E27FC236}">
                <a16:creationId xmlns:a16="http://schemas.microsoft.com/office/drawing/2014/main" id="{0488F50A-BF4F-4E5C-4E7E-1DD059496B2F}"/>
              </a:ext>
            </a:extLst>
          </p:cNvPr>
          <p:cNvSpPr/>
          <p:nvPr/>
        </p:nvSpPr>
        <p:spPr>
          <a:xfrm>
            <a:off x="2268896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8" name="모서리가 둥근 직사각형 417">
            <a:extLst>
              <a:ext uri="{FF2B5EF4-FFF2-40B4-BE49-F238E27FC236}">
                <a16:creationId xmlns:a16="http://schemas.microsoft.com/office/drawing/2014/main" id="{038A8DF2-6BD5-2B31-FAB2-36AF1D984651}"/>
              </a:ext>
            </a:extLst>
          </p:cNvPr>
          <p:cNvSpPr/>
          <p:nvPr/>
        </p:nvSpPr>
        <p:spPr>
          <a:xfrm>
            <a:off x="2358374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19" name="모서리가 둥근 직사각형 418">
            <a:extLst>
              <a:ext uri="{FF2B5EF4-FFF2-40B4-BE49-F238E27FC236}">
                <a16:creationId xmlns:a16="http://schemas.microsoft.com/office/drawing/2014/main" id="{F3E086E4-6192-31C7-8433-1A08967DF07B}"/>
              </a:ext>
            </a:extLst>
          </p:cNvPr>
          <p:cNvSpPr/>
          <p:nvPr/>
        </p:nvSpPr>
        <p:spPr>
          <a:xfrm>
            <a:off x="2358374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0" name="모서리가 둥근 직사각형 419">
            <a:extLst>
              <a:ext uri="{FF2B5EF4-FFF2-40B4-BE49-F238E27FC236}">
                <a16:creationId xmlns:a16="http://schemas.microsoft.com/office/drawing/2014/main" id="{2EAED75E-B33D-0055-454A-D82F6781DA0E}"/>
              </a:ext>
            </a:extLst>
          </p:cNvPr>
          <p:cNvSpPr/>
          <p:nvPr/>
        </p:nvSpPr>
        <p:spPr>
          <a:xfrm>
            <a:off x="2316354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421" name="직선 연결선 420">
            <a:extLst>
              <a:ext uri="{FF2B5EF4-FFF2-40B4-BE49-F238E27FC236}">
                <a16:creationId xmlns:a16="http://schemas.microsoft.com/office/drawing/2014/main" id="{F78CEAE8-0641-CBC9-E03A-3D3AEF97957B}"/>
              </a:ext>
            </a:extLst>
          </p:cNvPr>
          <p:cNvCxnSpPr/>
          <p:nvPr/>
        </p:nvCxnSpPr>
        <p:spPr>
          <a:xfrm>
            <a:off x="2484767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직선 연결선 421">
            <a:extLst>
              <a:ext uri="{FF2B5EF4-FFF2-40B4-BE49-F238E27FC236}">
                <a16:creationId xmlns:a16="http://schemas.microsoft.com/office/drawing/2014/main" id="{41F6FAFD-7C8D-41B1-21C6-DBAB9303D1FB}"/>
              </a:ext>
            </a:extLst>
          </p:cNvPr>
          <p:cNvCxnSpPr/>
          <p:nvPr/>
        </p:nvCxnSpPr>
        <p:spPr>
          <a:xfrm>
            <a:off x="2442748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" name="모서리가 둥근 직사각형 422">
            <a:extLst>
              <a:ext uri="{FF2B5EF4-FFF2-40B4-BE49-F238E27FC236}">
                <a16:creationId xmlns:a16="http://schemas.microsoft.com/office/drawing/2014/main" id="{727F7FF6-B608-38EC-4A05-3B453BC2013B}"/>
              </a:ext>
            </a:extLst>
          </p:cNvPr>
          <p:cNvSpPr/>
          <p:nvPr/>
        </p:nvSpPr>
        <p:spPr>
          <a:xfrm>
            <a:off x="2447060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4" name="모서리가 둥근 직사각형 423">
            <a:extLst>
              <a:ext uri="{FF2B5EF4-FFF2-40B4-BE49-F238E27FC236}">
                <a16:creationId xmlns:a16="http://schemas.microsoft.com/office/drawing/2014/main" id="{CA81BC5C-0B1E-DDD1-918E-C02F25D90628}"/>
              </a:ext>
            </a:extLst>
          </p:cNvPr>
          <p:cNvSpPr/>
          <p:nvPr/>
        </p:nvSpPr>
        <p:spPr>
          <a:xfrm>
            <a:off x="2447060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425" name="모서리가 둥근 직사각형 424">
            <a:extLst>
              <a:ext uri="{FF2B5EF4-FFF2-40B4-BE49-F238E27FC236}">
                <a16:creationId xmlns:a16="http://schemas.microsoft.com/office/drawing/2014/main" id="{7BFBE61E-1074-5758-2511-883248E0A565}"/>
              </a:ext>
            </a:extLst>
          </p:cNvPr>
          <p:cNvSpPr/>
          <p:nvPr/>
        </p:nvSpPr>
        <p:spPr>
          <a:xfrm>
            <a:off x="2405040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426" name="모서리가 둥근 직사각형 425">
            <a:extLst>
              <a:ext uri="{FF2B5EF4-FFF2-40B4-BE49-F238E27FC236}">
                <a16:creationId xmlns:a16="http://schemas.microsoft.com/office/drawing/2014/main" id="{FD2E1A7B-9B96-8300-49AD-AED8D712BD09}"/>
              </a:ext>
            </a:extLst>
          </p:cNvPr>
          <p:cNvSpPr/>
          <p:nvPr/>
        </p:nvSpPr>
        <p:spPr>
          <a:xfrm>
            <a:off x="1482412" y="5283643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sp>
        <p:nvSpPr>
          <p:cNvPr id="1557" name="모서리가 둥근 직사각형 1556">
            <a:extLst>
              <a:ext uri="{FF2B5EF4-FFF2-40B4-BE49-F238E27FC236}">
                <a16:creationId xmlns:a16="http://schemas.microsoft.com/office/drawing/2014/main" id="{E041C964-EF10-5980-70A1-1F4D41E261E5}"/>
              </a:ext>
            </a:extLst>
          </p:cNvPr>
          <p:cNvSpPr/>
          <p:nvPr/>
        </p:nvSpPr>
        <p:spPr>
          <a:xfrm>
            <a:off x="2596364" y="3586829"/>
            <a:ext cx="572759" cy="477642"/>
          </a:xfrm>
          <a:prstGeom prst="roundRect">
            <a:avLst>
              <a:gd name="adj" fmla="val 50000"/>
            </a:avLst>
          </a:prstGeom>
          <a:solidFill>
            <a:srgbClr val="FF7C8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단장</a:t>
            </a:r>
          </a:p>
        </p:txBody>
      </p:sp>
      <p:cxnSp>
        <p:nvCxnSpPr>
          <p:cNvPr id="1558" name="직선 연결선 1557">
            <a:extLst>
              <a:ext uri="{FF2B5EF4-FFF2-40B4-BE49-F238E27FC236}">
                <a16:creationId xmlns:a16="http://schemas.microsoft.com/office/drawing/2014/main" id="{C489F6C8-BF56-7B29-FBAE-1F43EE1C6E15}"/>
              </a:ext>
            </a:extLst>
          </p:cNvPr>
          <p:cNvCxnSpPr/>
          <p:nvPr/>
        </p:nvCxnSpPr>
        <p:spPr>
          <a:xfrm flipH="1">
            <a:off x="2597692" y="4187913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직선 연결선 1558">
            <a:extLst>
              <a:ext uri="{FF2B5EF4-FFF2-40B4-BE49-F238E27FC236}">
                <a16:creationId xmlns:a16="http://schemas.microsoft.com/office/drawing/2014/main" id="{30622DB2-0CCF-27A2-897C-045F67867179}"/>
              </a:ext>
            </a:extLst>
          </p:cNvPr>
          <p:cNvCxnSpPr/>
          <p:nvPr/>
        </p:nvCxnSpPr>
        <p:spPr>
          <a:xfrm flipH="1" flipV="1">
            <a:off x="2322746" y="4120018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직선 연결선 1582">
            <a:extLst>
              <a:ext uri="{FF2B5EF4-FFF2-40B4-BE49-F238E27FC236}">
                <a16:creationId xmlns:a16="http://schemas.microsoft.com/office/drawing/2014/main" id="{E49707DD-E0FB-0DD5-DFF8-5C935C0BF85E}"/>
              </a:ext>
            </a:extLst>
          </p:cNvPr>
          <p:cNvCxnSpPr/>
          <p:nvPr/>
        </p:nvCxnSpPr>
        <p:spPr>
          <a:xfrm flipH="1">
            <a:off x="3040558" y="421955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4" name="직선 연결선 1583">
            <a:extLst>
              <a:ext uri="{FF2B5EF4-FFF2-40B4-BE49-F238E27FC236}">
                <a16:creationId xmlns:a16="http://schemas.microsoft.com/office/drawing/2014/main" id="{CDA7C0BA-4C87-1C99-496F-243725AD4FC0}"/>
              </a:ext>
            </a:extLst>
          </p:cNvPr>
          <p:cNvCxnSpPr/>
          <p:nvPr/>
        </p:nvCxnSpPr>
        <p:spPr>
          <a:xfrm>
            <a:off x="2972005" y="4174574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5" name="모서리가 둥근 직사각형 1584">
            <a:extLst>
              <a:ext uri="{FF2B5EF4-FFF2-40B4-BE49-F238E27FC236}">
                <a16:creationId xmlns:a16="http://schemas.microsoft.com/office/drawing/2014/main" id="{2A632A50-0DE9-80C4-EBF5-63ED760FBCEE}"/>
              </a:ext>
            </a:extLst>
          </p:cNvPr>
          <p:cNvSpPr/>
          <p:nvPr/>
        </p:nvSpPr>
        <p:spPr>
          <a:xfrm>
            <a:off x="2915805" y="4142945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587" name="직선 연결선 1586">
            <a:extLst>
              <a:ext uri="{FF2B5EF4-FFF2-40B4-BE49-F238E27FC236}">
                <a16:creationId xmlns:a16="http://schemas.microsoft.com/office/drawing/2014/main" id="{CAAABB35-DF82-41B9-8B6A-A89EA2B334E8}"/>
              </a:ext>
            </a:extLst>
          </p:cNvPr>
          <p:cNvCxnSpPr/>
          <p:nvPr/>
        </p:nvCxnSpPr>
        <p:spPr>
          <a:xfrm flipH="1">
            <a:off x="2841300" y="4493457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직선 연결선 1587">
            <a:extLst>
              <a:ext uri="{FF2B5EF4-FFF2-40B4-BE49-F238E27FC236}">
                <a16:creationId xmlns:a16="http://schemas.microsoft.com/office/drawing/2014/main" id="{C52F7FBE-4E0B-CF9D-7D0B-2267D678150B}"/>
              </a:ext>
            </a:extLst>
          </p:cNvPr>
          <p:cNvCxnSpPr/>
          <p:nvPr/>
        </p:nvCxnSpPr>
        <p:spPr>
          <a:xfrm>
            <a:off x="2883320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9" name="직선 연결선 1588">
            <a:extLst>
              <a:ext uri="{FF2B5EF4-FFF2-40B4-BE49-F238E27FC236}">
                <a16:creationId xmlns:a16="http://schemas.microsoft.com/office/drawing/2014/main" id="{BE818BB4-8B01-7F46-04F6-8F29C6485451}"/>
              </a:ext>
            </a:extLst>
          </p:cNvPr>
          <p:cNvCxnSpPr/>
          <p:nvPr/>
        </p:nvCxnSpPr>
        <p:spPr>
          <a:xfrm>
            <a:off x="2793458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직선 연결선 1589">
            <a:extLst>
              <a:ext uri="{FF2B5EF4-FFF2-40B4-BE49-F238E27FC236}">
                <a16:creationId xmlns:a16="http://schemas.microsoft.com/office/drawing/2014/main" id="{8B8D3A65-6B18-B893-704D-C8CA77607542}"/>
              </a:ext>
            </a:extLst>
          </p:cNvPr>
          <p:cNvCxnSpPr/>
          <p:nvPr/>
        </p:nvCxnSpPr>
        <p:spPr>
          <a:xfrm>
            <a:off x="2841300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직선 연결선 1590">
            <a:extLst>
              <a:ext uri="{FF2B5EF4-FFF2-40B4-BE49-F238E27FC236}">
                <a16:creationId xmlns:a16="http://schemas.microsoft.com/office/drawing/2014/main" id="{AFAD87FB-46C4-B8B7-FD41-ADA1BE09B080}"/>
              </a:ext>
            </a:extLst>
          </p:cNvPr>
          <p:cNvCxnSpPr/>
          <p:nvPr/>
        </p:nvCxnSpPr>
        <p:spPr>
          <a:xfrm flipH="1">
            <a:off x="2791257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2" name="모서리가 둥근 직사각형 1591">
            <a:extLst>
              <a:ext uri="{FF2B5EF4-FFF2-40B4-BE49-F238E27FC236}">
                <a16:creationId xmlns:a16="http://schemas.microsoft.com/office/drawing/2014/main" id="{06DA1D5B-A11B-AD63-D0E4-026D23765EAB}"/>
              </a:ext>
            </a:extLst>
          </p:cNvPr>
          <p:cNvSpPr/>
          <p:nvPr/>
        </p:nvSpPr>
        <p:spPr>
          <a:xfrm>
            <a:off x="2756132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93" name="모서리가 둥근 직사각형 1592">
            <a:extLst>
              <a:ext uri="{FF2B5EF4-FFF2-40B4-BE49-F238E27FC236}">
                <a16:creationId xmlns:a16="http://schemas.microsoft.com/office/drawing/2014/main" id="{A6124507-8881-3BAF-0754-0D21823B0FB8}"/>
              </a:ext>
            </a:extLst>
          </p:cNvPr>
          <p:cNvSpPr/>
          <p:nvPr/>
        </p:nvSpPr>
        <p:spPr>
          <a:xfrm>
            <a:off x="2756132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94" name="모서리가 둥근 직사각형 1593">
            <a:extLst>
              <a:ext uri="{FF2B5EF4-FFF2-40B4-BE49-F238E27FC236}">
                <a16:creationId xmlns:a16="http://schemas.microsoft.com/office/drawing/2014/main" id="{7E2238A4-4835-A38B-87B5-9D539734CBC5}"/>
              </a:ext>
            </a:extLst>
          </p:cNvPr>
          <p:cNvSpPr/>
          <p:nvPr/>
        </p:nvSpPr>
        <p:spPr>
          <a:xfrm>
            <a:off x="2845611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95" name="모서리가 둥근 직사각형 1594">
            <a:extLst>
              <a:ext uri="{FF2B5EF4-FFF2-40B4-BE49-F238E27FC236}">
                <a16:creationId xmlns:a16="http://schemas.microsoft.com/office/drawing/2014/main" id="{BD0AF340-66E1-A82C-7D67-8DD6FEBFEB56}"/>
              </a:ext>
            </a:extLst>
          </p:cNvPr>
          <p:cNvSpPr/>
          <p:nvPr/>
        </p:nvSpPr>
        <p:spPr>
          <a:xfrm>
            <a:off x="2845611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96" name="모서리가 둥근 직사각형 1595">
            <a:extLst>
              <a:ext uri="{FF2B5EF4-FFF2-40B4-BE49-F238E27FC236}">
                <a16:creationId xmlns:a16="http://schemas.microsoft.com/office/drawing/2014/main" id="{A64D5B76-0772-2F8C-7732-1C1D7726E3B2}"/>
              </a:ext>
            </a:extLst>
          </p:cNvPr>
          <p:cNvSpPr/>
          <p:nvPr/>
        </p:nvSpPr>
        <p:spPr>
          <a:xfrm>
            <a:off x="2803592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97" name="직선 연결선 1596">
            <a:extLst>
              <a:ext uri="{FF2B5EF4-FFF2-40B4-BE49-F238E27FC236}">
                <a16:creationId xmlns:a16="http://schemas.microsoft.com/office/drawing/2014/main" id="{EFDACAA9-A0E7-3B99-4DBF-33FE25F19536}"/>
              </a:ext>
            </a:extLst>
          </p:cNvPr>
          <p:cNvCxnSpPr/>
          <p:nvPr/>
        </p:nvCxnSpPr>
        <p:spPr>
          <a:xfrm>
            <a:off x="3036450" y="449423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8" name="모서리가 둥근 직사각형 1597">
            <a:extLst>
              <a:ext uri="{FF2B5EF4-FFF2-40B4-BE49-F238E27FC236}">
                <a16:creationId xmlns:a16="http://schemas.microsoft.com/office/drawing/2014/main" id="{1B2203C1-0A59-84BF-E702-36097AAFE166}"/>
              </a:ext>
            </a:extLst>
          </p:cNvPr>
          <p:cNvSpPr/>
          <p:nvPr/>
        </p:nvSpPr>
        <p:spPr>
          <a:xfrm>
            <a:off x="3003986" y="446856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599" name="직선 연결선 1598">
            <a:extLst>
              <a:ext uri="{FF2B5EF4-FFF2-40B4-BE49-F238E27FC236}">
                <a16:creationId xmlns:a16="http://schemas.microsoft.com/office/drawing/2014/main" id="{3E69BE30-897A-D59E-0F40-2CB055811B59}"/>
              </a:ext>
            </a:extLst>
          </p:cNvPr>
          <p:cNvCxnSpPr/>
          <p:nvPr/>
        </p:nvCxnSpPr>
        <p:spPr>
          <a:xfrm>
            <a:off x="2972005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직선 연결선 1599">
            <a:extLst>
              <a:ext uri="{FF2B5EF4-FFF2-40B4-BE49-F238E27FC236}">
                <a16:creationId xmlns:a16="http://schemas.microsoft.com/office/drawing/2014/main" id="{15D62305-7C67-56F7-F8B0-B0BAEFB7168B}"/>
              </a:ext>
            </a:extLst>
          </p:cNvPr>
          <p:cNvCxnSpPr/>
          <p:nvPr/>
        </p:nvCxnSpPr>
        <p:spPr>
          <a:xfrm>
            <a:off x="2929986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1" name="모서리가 둥근 직사각형 1600">
            <a:extLst>
              <a:ext uri="{FF2B5EF4-FFF2-40B4-BE49-F238E27FC236}">
                <a16:creationId xmlns:a16="http://schemas.microsoft.com/office/drawing/2014/main" id="{E15D8432-19A3-41EC-416B-3FEEA6F64ECC}"/>
              </a:ext>
            </a:extLst>
          </p:cNvPr>
          <p:cNvSpPr/>
          <p:nvPr/>
        </p:nvSpPr>
        <p:spPr>
          <a:xfrm>
            <a:off x="2934297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02" name="모서리가 둥근 직사각형 1601">
            <a:extLst>
              <a:ext uri="{FF2B5EF4-FFF2-40B4-BE49-F238E27FC236}">
                <a16:creationId xmlns:a16="http://schemas.microsoft.com/office/drawing/2014/main" id="{515BC51A-3831-D8EE-9171-9DCAE7D4388F}"/>
              </a:ext>
            </a:extLst>
          </p:cNvPr>
          <p:cNvSpPr/>
          <p:nvPr/>
        </p:nvSpPr>
        <p:spPr>
          <a:xfrm>
            <a:off x="2934297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03" name="모서리가 둥근 직사각형 1602">
            <a:extLst>
              <a:ext uri="{FF2B5EF4-FFF2-40B4-BE49-F238E27FC236}">
                <a16:creationId xmlns:a16="http://schemas.microsoft.com/office/drawing/2014/main" id="{6389C0B0-F65E-1897-47FE-D6D32759C95D}"/>
              </a:ext>
            </a:extLst>
          </p:cNvPr>
          <p:cNvSpPr/>
          <p:nvPr/>
        </p:nvSpPr>
        <p:spPr>
          <a:xfrm>
            <a:off x="2892278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04" name="직선 연결선 1603">
            <a:extLst>
              <a:ext uri="{FF2B5EF4-FFF2-40B4-BE49-F238E27FC236}">
                <a16:creationId xmlns:a16="http://schemas.microsoft.com/office/drawing/2014/main" id="{0AF55FD4-8604-99A0-6CB5-E2048798AD5B}"/>
              </a:ext>
            </a:extLst>
          </p:cNvPr>
          <p:cNvCxnSpPr/>
          <p:nvPr/>
        </p:nvCxnSpPr>
        <p:spPr>
          <a:xfrm flipH="1">
            <a:off x="3135815" y="456093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5" name="직선 연결선 1604">
            <a:extLst>
              <a:ext uri="{FF2B5EF4-FFF2-40B4-BE49-F238E27FC236}">
                <a16:creationId xmlns:a16="http://schemas.microsoft.com/office/drawing/2014/main" id="{401B6A28-F24A-3470-9A0E-71A1888E186B}"/>
              </a:ext>
            </a:extLst>
          </p:cNvPr>
          <p:cNvCxnSpPr/>
          <p:nvPr/>
        </p:nvCxnSpPr>
        <p:spPr>
          <a:xfrm>
            <a:off x="3177834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6" name="직선 연결선 1605">
            <a:extLst>
              <a:ext uri="{FF2B5EF4-FFF2-40B4-BE49-F238E27FC236}">
                <a16:creationId xmlns:a16="http://schemas.microsoft.com/office/drawing/2014/main" id="{A74AB5B5-590F-197A-0E83-0F9D732B5B99}"/>
              </a:ext>
            </a:extLst>
          </p:cNvPr>
          <p:cNvCxnSpPr/>
          <p:nvPr/>
        </p:nvCxnSpPr>
        <p:spPr>
          <a:xfrm>
            <a:off x="3087972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7" name="직선 연결선 1606">
            <a:extLst>
              <a:ext uri="{FF2B5EF4-FFF2-40B4-BE49-F238E27FC236}">
                <a16:creationId xmlns:a16="http://schemas.microsoft.com/office/drawing/2014/main" id="{AF53505F-F6EA-771A-8524-53A539309D2F}"/>
              </a:ext>
            </a:extLst>
          </p:cNvPr>
          <p:cNvCxnSpPr/>
          <p:nvPr/>
        </p:nvCxnSpPr>
        <p:spPr>
          <a:xfrm>
            <a:off x="3135815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8" name="직선 연결선 1607">
            <a:extLst>
              <a:ext uri="{FF2B5EF4-FFF2-40B4-BE49-F238E27FC236}">
                <a16:creationId xmlns:a16="http://schemas.microsoft.com/office/drawing/2014/main" id="{03E9FB2C-E715-C461-20D0-562B007B6327}"/>
              </a:ext>
            </a:extLst>
          </p:cNvPr>
          <p:cNvCxnSpPr/>
          <p:nvPr/>
        </p:nvCxnSpPr>
        <p:spPr>
          <a:xfrm flipH="1">
            <a:off x="3085772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9" name="모서리가 둥근 직사각형 1608">
            <a:extLst>
              <a:ext uri="{FF2B5EF4-FFF2-40B4-BE49-F238E27FC236}">
                <a16:creationId xmlns:a16="http://schemas.microsoft.com/office/drawing/2014/main" id="{4C20B282-1475-A81C-264E-AB7DC40330F3}"/>
              </a:ext>
            </a:extLst>
          </p:cNvPr>
          <p:cNvSpPr/>
          <p:nvPr/>
        </p:nvSpPr>
        <p:spPr>
          <a:xfrm>
            <a:off x="3050647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0" name="모서리가 둥근 직사각형 1609">
            <a:extLst>
              <a:ext uri="{FF2B5EF4-FFF2-40B4-BE49-F238E27FC236}">
                <a16:creationId xmlns:a16="http://schemas.microsoft.com/office/drawing/2014/main" id="{B1CE9B93-4213-7680-116F-E81BA0E85100}"/>
              </a:ext>
            </a:extLst>
          </p:cNvPr>
          <p:cNvSpPr/>
          <p:nvPr/>
        </p:nvSpPr>
        <p:spPr>
          <a:xfrm>
            <a:off x="3050647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1" name="모서리가 둥근 직사각형 1610">
            <a:extLst>
              <a:ext uri="{FF2B5EF4-FFF2-40B4-BE49-F238E27FC236}">
                <a16:creationId xmlns:a16="http://schemas.microsoft.com/office/drawing/2014/main" id="{96FAB0AE-C2E2-F051-08A5-7B7EDB833696}"/>
              </a:ext>
            </a:extLst>
          </p:cNvPr>
          <p:cNvSpPr/>
          <p:nvPr/>
        </p:nvSpPr>
        <p:spPr>
          <a:xfrm>
            <a:off x="3140126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2" name="모서리가 둥근 직사각형 1611">
            <a:extLst>
              <a:ext uri="{FF2B5EF4-FFF2-40B4-BE49-F238E27FC236}">
                <a16:creationId xmlns:a16="http://schemas.microsoft.com/office/drawing/2014/main" id="{F415F51E-73E9-1852-3D1D-866B0A52533E}"/>
              </a:ext>
            </a:extLst>
          </p:cNvPr>
          <p:cNvSpPr/>
          <p:nvPr/>
        </p:nvSpPr>
        <p:spPr>
          <a:xfrm>
            <a:off x="3140126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3" name="모서리가 둥근 직사각형 1612">
            <a:extLst>
              <a:ext uri="{FF2B5EF4-FFF2-40B4-BE49-F238E27FC236}">
                <a16:creationId xmlns:a16="http://schemas.microsoft.com/office/drawing/2014/main" id="{0A1F2FE9-C48A-C4F3-0709-4D6487129CF9}"/>
              </a:ext>
            </a:extLst>
          </p:cNvPr>
          <p:cNvSpPr/>
          <p:nvPr/>
        </p:nvSpPr>
        <p:spPr>
          <a:xfrm>
            <a:off x="3098107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14" name="직선 연결선 1613">
            <a:extLst>
              <a:ext uri="{FF2B5EF4-FFF2-40B4-BE49-F238E27FC236}">
                <a16:creationId xmlns:a16="http://schemas.microsoft.com/office/drawing/2014/main" id="{F8216B5A-E3E4-697D-6500-13B04C1D488B}"/>
              </a:ext>
            </a:extLst>
          </p:cNvPr>
          <p:cNvCxnSpPr/>
          <p:nvPr/>
        </p:nvCxnSpPr>
        <p:spPr>
          <a:xfrm>
            <a:off x="3266520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5" name="직선 연결선 1614">
            <a:extLst>
              <a:ext uri="{FF2B5EF4-FFF2-40B4-BE49-F238E27FC236}">
                <a16:creationId xmlns:a16="http://schemas.microsoft.com/office/drawing/2014/main" id="{1C9E886B-DCCB-21DF-63F0-FEBE0D252FA2}"/>
              </a:ext>
            </a:extLst>
          </p:cNvPr>
          <p:cNvCxnSpPr/>
          <p:nvPr/>
        </p:nvCxnSpPr>
        <p:spPr>
          <a:xfrm>
            <a:off x="3224501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6" name="모서리가 둥근 직사각형 1615">
            <a:extLst>
              <a:ext uri="{FF2B5EF4-FFF2-40B4-BE49-F238E27FC236}">
                <a16:creationId xmlns:a16="http://schemas.microsoft.com/office/drawing/2014/main" id="{D994BF89-0DA5-D541-26F2-3CE14F51FA21}"/>
              </a:ext>
            </a:extLst>
          </p:cNvPr>
          <p:cNvSpPr/>
          <p:nvPr/>
        </p:nvSpPr>
        <p:spPr>
          <a:xfrm>
            <a:off x="3228811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7" name="모서리가 둥근 직사각형 1616">
            <a:extLst>
              <a:ext uri="{FF2B5EF4-FFF2-40B4-BE49-F238E27FC236}">
                <a16:creationId xmlns:a16="http://schemas.microsoft.com/office/drawing/2014/main" id="{09EC07B5-7EB8-9DA2-4C53-1439B286464E}"/>
              </a:ext>
            </a:extLst>
          </p:cNvPr>
          <p:cNvSpPr/>
          <p:nvPr/>
        </p:nvSpPr>
        <p:spPr>
          <a:xfrm>
            <a:off x="3228811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18" name="모서리가 둥근 직사각형 1617">
            <a:extLst>
              <a:ext uri="{FF2B5EF4-FFF2-40B4-BE49-F238E27FC236}">
                <a16:creationId xmlns:a16="http://schemas.microsoft.com/office/drawing/2014/main" id="{F4AC99C3-CA00-86CA-1D42-655FC7EABC96}"/>
              </a:ext>
            </a:extLst>
          </p:cNvPr>
          <p:cNvSpPr/>
          <p:nvPr/>
        </p:nvSpPr>
        <p:spPr>
          <a:xfrm>
            <a:off x="3186792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19" name="직선 연결선 1618">
            <a:extLst>
              <a:ext uri="{FF2B5EF4-FFF2-40B4-BE49-F238E27FC236}">
                <a16:creationId xmlns:a16="http://schemas.microsoft.com/office/drawing/2014/main" id="{BD96307C-B60B-A56F-5A7E-45F00EA9BFFB}"/>
              </a:ext>
            </a:extLst>
          </p:cNvPr>
          <p:cNvCxnSpPr/>
          <p:nvPr/>
        </p:nvCxnSpPr>
        <p:spPr>
          <a:xfrm>
            <a:off x="3146111" y="421872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0" name="모서리가 둥근 직사각형 1619">
            <a:extLst>
              <a:ext uri="{FF2B5EF4-FFF2-40B4-BE49-F238E27FC236}">
                <a16:creationId xmlns:a16="http://schemas.microsoft.com/office/drawing/2014/main" id="{2E0966AA-815D-38BE-6EF4-5E88B2C56802}"/>
              </a:ext>
            </a:extLst>
          </p:cNvPr>
          <p:cNvSpPr/>
          <p:nvPr/>
        </p:nvSpPr>
        <p:spPr>
          <a:xfrm>
            <a:off x="3113648" y="419305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621" name="직선 연결선 1620">
            <a:extLst>
              <a:ext uri="{FF2B5EF4-FFF2-40B4-BE49-F238E27FC236}">
                <a16:creationId xmlns:a16="http://schemas.microsoft.com/office/drawing/2014/main" id="{54E1572D-4EB0-FE43-13DF-5D48E11ECC08}"/>
              </a:ext>
            </a:extLst>
          </p:cNvPr>
          <p:cNvCxnSpPr/>
          <p:nvPr/>
        </p:nvCxnSpPr>
        <p:spPr>
          <a:xfrm flipH="1">
            <a:off x="3245477" y="428542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2" name="직선 연결선 1621">
            <a:extLst>
              <a:ext uri="{FF2B5EF4-FFF2-40B4-BE49-F238E27FC236}">
                <a16:creationId xmlns:a16="http://schemas.microsoft.com/office/drawing/2014/main" id="{529DE6CF-4935-AF1B-9E7A-00BE3139C4D2}"/>
              </a:ext>
            </a:extLst>
          </p:cNvPr>
          <p:cNvCxnSpPr/>
          <p:nvPr/>
        </p:nvCxnSpPr>
        <p:spPr>
          <a:xfrm>
            <a:off x="3287495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3" name="직선 연결선 1622">
            <a:extLst>
              <a:ext uri="{FF2B5EF4-FFF2-40B4-BE49-F238E27FC236}">
                <a16:creationId xmlns:a16="http://schemas.microsoft.com/office/drawing/2014/main" id="{BD1CB4D4-3437-6040-2DD9-69D6196C573A}"/>
              </a:ext>
            </a:extLst>
          </p:cNvPr>
          <p:cNvCxnSpPr/>
          <p:nvPr/>
        </p:nvCxnSpPr>
        <p:spPr>
          <a:xfrm>
            <a:off x="3197634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4" name="직선 연결선 1623">
            <a:extLst>
              <a:ext uri="{FF2B5EF4-FFF2-40B4-BE49-F238E27FC236}">
                <a16:creationId xmlns:a16="http://schemas.microsoft.com/office/drawing/2014/main" id="{878B968A-FFD6-074C-7747-DD4EB13F21A6}"/>
              </a:ext>
            </a:extLst>
          </p:cNvPr>
          <p:cNvCxnSpPr/>
          <p:nvPr/>
        </p:nvCxnSpPr>
        <p:spPr>
          <a:xfrm>
            <a:off x="3245476" y="43366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5" name="직선 연결선 1624">
            <a:extLst>
              <a:ext uri="{FF2B5EF4-FFF2-40B4-BE49-F238E27FC236}">
                <a16:creationId xmlns:a16="http://schemas.microsoft.com/office/drawing/2014/main" id="{15208920-29A6-A9B2-2015-7C010E698FE0}"/>
              </a:ext>
            </a:extLst>
          </p:cNvPr>
          <p:cNvCxnSpPr/>
          <p:nvPr/>
        </p:nvCxnSpPr>
        <p:spPr>
          <a:xfrm flipH="1">
            <a:off x="3195433" y="43333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6" name="모서리가 둥근 직사각형 1625">
            <a:extLst>
              <a:ext uri="{FF2B5EF4-FFF2-40B4-BE49-F238E27FC236}">
                <a16:creationId xmlns:a16="http://schemas.microsoft.com/office/drawing/2014/main" id="{EC5BE0FA-9166-A859-6B5F-C066F23A3B46}"/>
              </a:ext>
            </a:extLst>
          </p:cNvPr>
          <p:cNvSpPr/>
          <p:nvPr/>
        </p:nvSpPr>
        <p:spPr>
          <a:xfrm>
            <a:off x="3160308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7" name="모서리가 둥근 직사각형 1626">
            <a:extLst>
              <a:ext uri="{FF2B5EF4-FFF2-40B4-BE49-F238E27FC236}">
                <a16:creationId xmlns:a16="http://schemas.microsoft.com/office/drawing/2014/main" id="{16C0A095-D6EA-B123-79E3-90A58F8CB3E0}"/>
              </a:ext>
            </a:extLst>
          </p:cNvPr>
          <p:cNvSpPr/>
          <p:nvPr/>
        </p:nvSpPr>
        <p:spPr>
          <a:xfrm>
            <a:off x="3160308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8" name="모서리가 둥근 직사각형 1627">
            <a:extLst>
              <a:ext uri="{FF2B5EF4-FFF2-40B4-BE49-F238E27FC236}">
                <a16:creationId xmlns:a16="http://schemas.microsoft.com/office/drawing/2014/main" id="{7046CCF6-7EFC-AF38-7268-7632E82D59B9}"/>
              </a:ext>
            </a:extLst>
          </p:cNvPr>
          <p:cNvSpPr/>
          <p:nvPr/>
        </p:nvSpPr>
        <p:spPr>
          <a:xfrm>
            <a:off x="3249787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29" name="모서리가 둥근 직사각형 1628">
            <a:extLst>
              <a:ext uri="{FF2B5EF4-FFF2-40B4-BE49-F238E27FC236}">
                <a16:creationId xmlns:a16="http://schemas.microsoft.com/office/drawing/2014/main" id="{770BA75E-4DDD-5D8D-9FF6-9D9551F00575}"/>
              </a:ext>
            </a:extLst>
          </p:cNvPr>
          <p:cNvSpPr/>
          <p:nvPr/>
        </p:nvSpPr>
        <p:spPr>
          <a:xfrm>
            <a:off x="3249787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0" name="모서리가 둥근 직사각형 1629">
            <a:extLst>
              <a:ext uri="{FF2B5EF4-FFF2-40B4-BE49-F238E27FC236}">
                <a16:creationId xmlns:a16="http://schemas.microsoft.com/office/drawing/2014/main" id="{4BB7BF6B-D428-4864-355A-A1E0E95E7517}"/>
              </a:ext>
            </a:extLst>
          </p:cNvPr>
          <p:cNvSpPr/>
          <p:nvPr/>
        </p:nvSpPr>
        <p:spPr>
          <a:xfrm>
            <a:off x="3207768" y="430691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31" name="직선 연결선 1630">
            <a:extLst>
              <a:ext uri="{FF2B5EF4-FFF2-40B4-BE49-F238E27FC236}">
                <a16:creationId xmlns:a16="http://schemas.microsoft.com/office/drawing/2014/main" id="{94B5C635-9288-4EC5-CDB0-3CA6F670647C}"/>
              </a:ext>
            </a:extLst>
          </p:cNvPr>
          <p:cNvCxnSpPr/>
          <p:nvPr/>
        </p:nvCxnSpPr>
        <p:spPr>
          <a:xfrm>
            <a:off x="3376181" y="43587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직선 연결선 1631">
            <a:extLst>
              <a:ext uri="{FF2B5EF4-FFF2-40B4-BE49-F238E27FC236}">
                <a16:creationId xmlns:a16="http://schemas.microsoft.com/office/drawing/2014/main" id="{B5097836-4C56-0870-88D9-C053815162C0}"/>
              </a:ext>
            </a:extLst>
          </p:cNvPr>
          <p:cNvCxnSpPr/>
          <p:nvPr/>
        </p:nvCxnSpPr>
        <p:spPr>
          <a:xfrm>
            <a:off x="3334162" y="42860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3" name="모서리가 둥근 직사각형 1632">
            <a:extLst>
              <a:ext uri="{FF2B5EF4-FFF2-40B4-BE49-F238E27FC236}">
                <a16:creationId xmlns:a16="http://schemas.microsoft.com/office/drawing/2014/main" id="{44CD94E3-DB30-66A9-92E3-F61E98366093}"/>
              </a:ext>
            </a:extLst>
          </p:cNvPr>
          <p:cNvSpPr/>
          <p:nvPr/>
        </p:nvSpPr>
        <p:spPr>
          <a:xfrm>
            <a:off x="3338473" y="44037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4" name="모서리가 둥근 직사각형 1633">
            <a:extLst>
              <a:ext uri="{FF2B5EF4-FFF2-40B4-BE49-F238E27FC236}">
                <a16:creationId xmlns:a16="http://schemas.microsoft.com/office/drawing/2014/main" id="{BE26DAEB-A393-3EB4-8539-93A946743313}"/>
              </a:ext>
            </a:extLst>
          </p:cNvPr>
          <p:cNvSpPr/>
          <p:nvPr/>
        </p:nvSpPr>
        <p:spPr>
          <a:xfrm>
            <a:off x="3338473" y="43299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35" name="모서리가 둥근 직사각형 1634">
            <a:extLst>
              <a:ext uri="{FF2B5EF4-FFF2-40B4-BE49-F238E27FC236}">
                <a16:creationId xmlns:a16="http://schemas.microsoft.com/office/drawing/2014/main" id="{8CCE348C-BF7E-E313-5F51-F6EB5674B377}"/>
              </a:ext>
            </a:extLst>
          </p:cNvPr>
          <p:cNvSpPr/>
          <p:nvPr/>
        </p:nvSpPr>
        <p:spPr>
          <a:xfrm>
            <a:off x="3296454" y="42562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36" name="직선 연결선 1635">
            <a:extLst>
              <a:ext uri="{FF2B5EF4-FFF2-40B4-BE49-F238E27FC236}">
                <a16:creationId xmlns:a16="http://schemas.microsoft.com/office/drawing/2014/main" id="{4294473C-CD2E-4521-257B-2E1C903046BA}"/>
              </a:ext>
            </a:extLst>
          </p:cNvPr>
          <p:cNvCxnSpPr/>
          <p:nvPr/>
        </p:nvCxnSpPr>
        <p:spPr>
          <a:xfrm flipH="1">
            <a:off x="2800898" y="4877074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직선 연결선 1636">
            <a:extLst>
              <a:ext uri="{FF2B5EF4-FFF2-40B4-BE49-F238E27FC236}">
                <a16:creationId xmlns:a16="http://schemas.microsoft.com/office/drawing/2014/main" id="{79F0C223-801D-9E19-7FB1-6F9C4ABFC068}"/>
              </a:ext>
            </a:extLst>
          </p:cNvPr>
          <p:cNvCxnSpPr/>
          <p:nvPr/>
        </p:nvCxnSpPr>
        <p:spPr>
          <a:xfrm>
            <a:off x="2614107" y="477878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직선 연결선 1637">
            <a:extLst>
              <a:ext uri="{FF2B5EF4-FFF2-40B4-BE49-F238E27FC236}">
                <a16:creationId xmlns:a16="http://schemas.microsoft.com/office/drawing/2014/main" id="{DF0D5449-2BCB-9509-15A9-A28D1BD9BE74}"/>
              </a:ext>
            </a:extLst>
          </p:cNvPr>
          <p:cNvCxnSpPr/>
          <p:nvPr/>
        </p:nvCxnSpPr>
        <p:spPr>
          <a:xfrm flipH="1">
            <a:off x="2327056" y="477048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직선 연결선 1638">
            <a:extLst>
              <a:ext uri="{FF2B5EF4-FFF2-40B4-BE49-F238E27FC236}">
                <a16:creationId xmlns:a16="http://schemas.microsoft.com/office/drawing/2014/main" id="{5A42675F-1C1F-5F7B-4EE2-FD0D46D9BAC5}"/>
              </a:ext>
            </a:extLst>
          </p:cNvPr>
          <p:cNvCxnSpPr/>
          <p:nvPr/>
        </p:nvCxnSpPr>
        <p:spPr>
          <a:xfrm flipH="1">
            <a:off x="2195942" y="487657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0" name="모서리가 둥근 직사각형 1639">
            <a:extLst>
              <a:ext uri="{FF2B5EF4-FFF2-40B4-BE49-F238E27FC236}">
                <a16:creationId xmlns:a16="http://schemas.microsoft.com/office/drawing/2014/main" id="{2E7A0960-5E34-544B-0C6F-2F35BFF27C35}"/>
              </a:ext>
            </a:extLst>
          </p:cNvPr>
          <p:cNvSpPr/>
          <p:nvPr/>
        </p:nvSpPr>
        <p:spPr>
          <a:xfrm>
            <a:off x="2553388" y="47421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641" name="직선 연결선 1640">
            <a:extLst>
              <a:ext uri="{FF2B5EF4-FFF2-40B4-BE49-F238E27FC236}">
                <a16:creationId xmlns:a16="http://schemas.microsoft.com/office/drawing/2014/main" id="{F8448293-4FE6-DD50-6887-DEDDA70EB8EC}"/>
              </a:ext>
            </a:extLst>
          </p:cNvPr>
          <p:cNvCxnSpPr/>
          <p:nvPr/>
        </p:nvCxnSpPr>
        <p:spPr>
          <a:xfrm flipH="1">
            <a:off x="2001937" y="5144715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직선 연결선 1641">
            <a:extLst>
              <a:ext uri="{FF2B5EF4-FFF2-40B4-BE49-F238E27FC236}">
                <a16:creationId xmlns:a16="http://schemas.microsoft.com/office/drawing/2014/main" id="{FC886805-54D0-F0C8-4B5F-3799CD94E935}"/>
              </a:ext>
            </a:extLst>
          </p:cNvPr>
          <p:cNvCxnSpPr/>
          <p:nvPr/>
        </p:nvCxnSpPr>
        <p:spPr>
          <a:xfrm>
            <a:off x="2043955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3" name="직선 연결선 1642">
            <a:extLst>
              <a:ext uri="{FF2B5EF4-FFF2-40B4-BE49-F238E27FC236}">
                <a16:creationId xmlns:a16="http://schemas.microsoft.com/office/drawing/2014/main" id="{1E1107CA-BB32-15D2-1471-BD486A321EF5}"/>
              </a:ext>
            </a:extLst>
          </p:cNvPr>
          <p:cNvCxnSpPr/>
          <p:nvPr/>
        </p:nvCxnSpPr>
        <p:spPr>
          <a:xfrm>
            <a:off x="1954094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4" name="직선 연결선 1643">
            <a:extLst>
              <a:ext uri="{FF2B5EF4-FFF2-40B4-BE49-F238E27FC236}">
                <a16:creationId xmlns:a16="http://schemas.microsoft.com/office/drawing/2014/main" id="{13C1EA27-BACE-F5D2-8A2E-16C7605CA34E}"/>
              </a:ext>
            </a:extLst>
          </p:cNvPr>
          <p:cNvCxnSpPr/>
          <p:nvPr/>
        </p:nvCxnSpPr>
        <p:spPr>
          <a:xfrm>
            <a:off x="2001936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5" name="직선 연결선 1644">
            <a:extLst>
              <a:ext uri="{FF2B5EF4-FFF2-40B4-BE49-F238E27FC236}">
                <a16:creationId xmlns:a16="http://schemas.microsoft.com/office/drawing/2014/main" id="{F6ABDC48-0540-BEB1-5201-C885F992EE1F}"/>
              </a:ext>
            </a:extLst>
          </p:cNvPr>
          <p:cNvCxnSpPr/>
          <p:nvPr/>
        </p:nvCxnSpPr>
        <p:spPr>
          <a:xfrm flipH="1">
            <a:off x="1951893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6" name="모서리가 둥근 직사각형 1645">
            <a:extLst>
              <a:ext uri="{FF2B5EF4-FFF2-40B4-BE49-F238E27FC236}">
                <a16:creationId xmlns:a16="http://schemas.microsoft.com/office/drawing/2014/main" id="{4A75E160-C286-682B-2DF5-5487A1FB0BAF}"/>
              </a:ext>
            </a:extLst>
          </p:cNvPr>
          <p:cNvSpPr/>
          <p:nvPr/>
        </p:nvSpPr>
        <p:spPr>
          <a:xfrm>
            <a:off x="1916768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7" name="모서리가 둥근 직사각형 1646">
            <a:extLst>
              <a:ext uri="{FF2B5EF4-FFF2-40B4-BE49-F238E27FC236}">
                <a16:creationId xmlns:a16="http://schemas.microsoft.com/office/drawing/2014/main" id="{C3AA5042-20D3-B9EE-5093-EFAAC164E1B5}"/>
              </a:ext>
            </a:extLst>
          </p:cNvPr>
          <p:cNvSpPr/>
          <p:nvPr/>
        </p:nvSpPr>
        <p:spPr>
          <a:xfrm>
            <a:off x="1916768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8" name="모서리가 둥근 직사각형 1647">
            <a:extLst>
              <a:ext uri="{FF2B5EF4-FFF2-40B4-BE49-F238E27FC236}">
                <a16:creationId xmlns:a16="http://schemas.microsoft.com/office/drawing/2014/main" id="{4DF2CBBE-33F8-A64F-9C53-F3FC6C36C71E}"/>
              </a:ext>
            </a:extLst>
          </p:cNvPr>
          <p:cNvSpPr/>
          <p:nvPr/>
        </p:nvSpPr>
        <p:spPr>
          <a:xfrm>
            <a:off x="2006247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49" name="모서리가 둥근 직사각형 1648">
            <a:extLst>
              <a:ext uri="{FF2B5EF4-FFF2-40B4-BE49-F238E27FC236}">
                <a16:creationId xmlns:a16="http://schemas.microsoft.com/office/drawing/2014/main" id="{BA313777-A20E-897A-4426-647FB378792A}"/>
              </a:ext>
            </a:extLst>
          </p:cNvPr>
          <p:cNvSpPr/>
          <p:nvPr/>
        </p:nvSpPr>
        <p:spPr>
          <a:xfrm>
            <a:off x="2006247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0" name="모서리가 둥근 직사각형 1649">
            <a:extLst>
              <a:ext uri="{FF2B5EF4-FFF2-40B4-BE49-F238E27FC236}">
                <a16:creationId xmlns:a16="http://schemas.microsoft.com/office/drawing/2014/main" id="{A84D5114-1427-44ED-91E6-FDCB2B58D822}"/>
              </a:ext>
            </a:extLst>
          </p:cNvPr>
          <p:cNvSpPr/>
          <p:nvPr/>
        </p:nvSpPr>
        <p:spPr>
          <a:xfrm>
            <a:off x="1964228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51" name="직선 연결선 1650">
            <a:extLst>
              <a:ext uri="{FF2B5EF4-FFF2-40B4-BE49-F238E27FC236}">
                <a16:creationId xmlns:a16="http://schemas.microsoft.com/office/drawing/2014/main" id="{77107F91-B045-E5E6-6803-24D7D58A0AA6}"/>
              </a:ext>
            </a:extLst>
          </p:cNvPr>
          <p:cNvCxnSpPr/>
          <p:nvPr/>
        </p:nvCxnSpPr>
        <p:spPr>
          <a:xfrm>
            <a:off x="2197086" y="514549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2" name="모서리가 둥근 직사각형 1651">
            <a:extLst>
              <a:ext uri="{FF2B5EF4-FFF2-40B4-BE49-F238E27FC236}">
                <a16:creationId xmlns:a16="http://schemas.microsoft.com/office/drawing/2014/main" id="{536D7DA9-6771-5713-8681-BCB5689596AB}"/>
              </a:ext>
            </a:extLst>
          </p:cNvPr>
          <p:cNvSpPr/>
          <p:nvPr/>
        </p:nvSpPr>
        <p:spPr>
          <a:xfrm>
            <a:off x="2164622" y="511981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653" name="직선 연결선 1652">
            <a:extLst>
              <a:ext uri="{FF2B5EF4-FFF2-40B4-BE49-F238E27FC236}">
                <a16:creationId xmlns:a16="http://schemas.microsoft.com/office/drawing/2014/main" id="{B57CB338-6928-37C4-4C32-23BE040DEA57}"/>
              </a:ext>
            </a:extLst>
          </p:cNvPr>
          <p:cNvCxnSpPr/>
          <p:nvPr/>
        </p:nvCxnSpPr>
        <p:spPr>
          <a:xfrm>
            <a:off x="2132641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4" name="직선 연결선 1653">
            <a:extLst>
              <a:ext uri="{FF2B5EF4-FFF2-40B4-BE49-F238E27FC236}">
                <a16:creationId xmlns:a16="http://schemas.microsoft.com/office/drawing/2014/main" id="{0AB5AAED-6340-E8B2-17BF-C7BAC3DBE79B}"/>
              </a:ext>
            </a:extLst>
          </p:cNvPr>
          <p:cNvCxnSpPr/>
          <p:nvPr/>
        </p:nvCxnSpPr>
        <p:spPr>
          <a:xfrm>
            <a:off x="2090622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5" name="모서리가 둥근 직사각형 1654">
            <a:extLst>
              <a:ext uri="{FF2B5EF4-FFF2-40B4-BE49-F238E27FC236}">
                <a16:creationId xmlns:a16="http://schemas.microsoft.com/office/drawing/2014/main" id="{7131AB03-DECC-8287-A775-A09935FC8E8F}"/>
              </a:ext>
            </a:extLst>
          </p:cNvPr>
          <p:cNvSpPr/>
          <p:nvPr/>
        </p:nvSpPr>
        <p:spPr>
          <a:xfrm>
            <a:off x="2094933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6" name="모서리가 둥근 직사각형 1655">
            <a:extLst>
              <a:ext uri="{FF2B5EF4-FFF2-40B4-BE49-F238E27FC236}">
                <a16:creationId xmlns:a16="http://schemas.microsoft.com/office/drawing/2014/main" id="{0E05B21D-1733-ED43-3719-A317C0AC6D7A}"/>
              </a:ext>
            </a:extLst>
          </p:cNvPr>
          <p:cNvSpPr/>
          <p:nvPr/>
        </p:nvSpPr>
        <p:spPr>
          <a:xfrm>
            <a:off x="2094933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57" name="모서리가 둥근 직사각형 1656">
            <a:extLst>
              <a:ext uri="{FF2B5EF4-FFF2-40B4-BE49-F238E27FC236}">
                <a16:creationId xmlns:a16="http://schemas.microsoft.com/office/drawing/2014/main" id="{413873CE-A739-7E70-BEDB-2AB41429ACDA}"/>
              </a:ext>
            </a:extLst>
          </p:cNvPr>
          <p:cNvSpPr/>
          <p:nvPr/>
        </p:nvSpPr>
        <p:spPr>
          <a:xfrm>
            <a:off x="2052914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58" name="직선 연결선 1657">
            <a:extLst>
              <a:ext uri="{FF2B5EF4-FFF2-40B4-BE49-F238E27FC236}">
                <a16:creationId xmlns:a16="http://schemas.microsoft.com/office/drawing/2014/main" id="{F5477D08-F370-5823-83A8-ADCA9CA3E609}"/>
              </a:ext>
            </a:extLst>
          </p:cNvPr>
          <p:cNvCxnSpPr/>
          <p:nvPr/>
        </p:nvCxnSpPr>
        <p:spPr>
          <a:xfrm flipH="1">
            <a:off x="2296451" y="521219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9" name="직선 연결선 1658">
            <a:extLst>
              <a:ext uri="{FF2B5EF4-FFF2-40B4-BE49-F238E27FC236}">
                <a16:creationId xmlns:a16="http://schemas.microsoft.com/office/drawing/2014/main" id="{D2C7E0F7-0F4D-1745-8669-1382A43C288C}"/>
              </a:ext>
            </a:extLst>
          </p:cNvPr>
          <p:cNvCxnSpPr/>
          <p:nvPr/>
        </p:nvCxnSpPr>
        <p:spPr>
          <a:xfrm>
            <a:off x="2338470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직선 연결선 1659">
            <a:extLst>
              <a:ext uri="{FF2B5EF4-FFF2-40B4-BE49-F238E27FC236}">
                <a16:creationId xmlns:a16="http://schemas.microsoft.com/office/drawing/2014/main" id="{AB5BED49-D9D4-7DCA-8D93-2CECF23AEA3F}"/>
              </a:ext>
            </a:extLst>
          </p:cNvPr>
          <p:cNvCxnSpPr/>
          <p:nvPr/>
        </p:nvCxnSpPr>
        <p:spPr>
          <a:xfrm>
            <a:off x="2248608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직선 연결선 1660">
            <a:extLst>
              <a:ext uri="{FF2B5EF4-FFF2-40B4-BE49-F238E27FC236}">
                <a16:creationId xmlns:a16="http://schemas.microsoft.com/office/drawing/2014/main" id="{991C0E9B-3046-CFAF-1DD9-ADEA84D54DC4}"/>
              </a:ext>
            </a:extLst>
          </p:cNvPr>
          <p:cNvCxnSpPr/>
          <p:nvPr/>
        </p:nvCxnSpPr>
        <p:spPr>
          <a:xfrm>
            <a:off x="2296451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2" name="직선 연결선 1661">
            <a:extLst>
              <a:ext uri="{FF2B5EF4-FFF2-40B4-BE49-F238E27FC236}">
                <a16:creationId xmlns:a16="http://schemas.microsoft.com/office/drawing/2014/main" id="{EA25CEDC-29BB-CFFE-BD72-5F1EA87E3F46}"/>
              </a:ext>
            </a:extLst>
          </p:cNvPr>
          <p:cNvCxnSpPr/>
          <p:nvPr/>
        </p:nvCxnSpPr>
        <p:spPr>
          <a:xfrm flipH="1">
            <a:off x="2246408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모서리가 둥근 직사각형 1662">
            <a:extLst>
              <a:ext uri="{FF2B5EF4-FFF2-40B4-BE49-F238E27FC236}">
                <a16:creationId xmlns:a16="http://schemas.microsoft.com/office/drawing/2014/main" id="{422BF82B-DBC2-59ED-0D07-39690BC75708}"/>
              </a:ext>
            </a:extLst>
          </p:cNvPr>
          <p:cNvSpPr/>
          <p:nvPr/>
        </p:nvSpPr>
        <p:spPr>
          <a:xfrm>
            <a:off x="2211283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4" name="모서리가 둥근 직사각형 1663">
            <a:extLst>
              <a:ext uri="{FF2B5EF4-FFF2-40B4-BE49-F238E27FC236}">
                <a16:creationId xmlns:a16="http://schemas.microsoft.com/office/drawing/2014/main" id="{E0144E6F-CA34-D478-2E2D-6A9BA2A29A5E}"/>
              </a:ext>
            </a:extLst>
          </p:cNvPr>
          <p:cNvSpPr/>
          <p:nvPr/>
        </p:nvSpPr>
        <p:spPr>
          <a:xfrm>
            <a:off x="2211283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5" name="모서리가 둥근 직사각형 1664">
            <a:extLst>
              <a:ext uri="{FF2B5EF4-FFF2-40B4-BE49-F238E27FC236}">
                <a16:creationId xmlns:a16="http://schemas.microsoft.com/office/drawing/2014/main" id="{EABF2C30-E39E-CFBD-784B-EF14FA43C153}"/>
              </a:ext>
            </a:extLst>
          </p:cNvPr>
          <p:cNvSpPr/>
          <p:nvPr/>
        </p:nvSpPr>
        <p:spPr>
          <a:xfrm>
            <a:off x="2300762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6" name="모서리가 둥근 직사각형 1665">
            <a:extLst>
              <a:ext uri="{FF2B5EF4-FFF2-40B4-BE49-F238E27FC236}">
                <a16:creationId xmlns:a16="http://schemas.microsoft.com/office/drawing/2014/main" id="{CBCEBFBC-5ED4-7BF6-8BE8-EBA8DA4A0C6E}"/>
              </a:ext>
            </a:extLst>
          </p:cNvPr>
          <p:cNvSpPr/>
          <p:nvPr/>
        </p:nvSpPr>
        <p:spPr>
          <a:xfrm>
            <a:off x="2300762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67" name="모서리가 둥근 직사각형 1666">
            <a:extLst>
              <a:ext uri="{FF2B5EF4-FFF2-40B4-BE49-F238E27FC236}">
                <a16:creationId xmlns:a16="http://schemas.microsoft.com/office/drawing/2014/main" id="{2522203D-457C-B581-21A2-EF13640368D0}"/>
              </a:ext>
            </a:extLst>
          </p:cNvPr>
          <p:cNvSpPr/>
          <p:nvPr/>
        </p:nvSpPr>
        <p:spPr>
          <a:xfrm>
            <a:off x="2258742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68" name="직선 연결선 1667">
            <a:extLst>
              <a:ext uri="{FF2B5EF4-FFF2-40B4-BE49-F238E27FC236}">
                <a16:creationId xmlns:a16="http://schemas.microsoft.com/office/drawing/2014/main" id="{3482C5EF-6A71-8317-B7FF-F4652C0DBFFF}"/>
              </a:ext>
            </a:extLst>
          </p:cNvPr>
          <p:cNvCxnSpPr/>
          <p:nvPr/>
        </p:nvCxnSpPr>
        <p:spPr>
          <a:xfrm>
            <a:off x="2427156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9" name="직선 연결선 1668">
            <a:extLst>
              <a:ext uri="{FF2B5EF4-FFF2-40B4-BE49-F238E27FC236}">
                <a16:creationId xmlns:a16="http://schemas.microsoft.com/office/drawing/2014/main" id="{D76B1FCA-CB0A-2004-2023-709104F4980B}"/>
              </a:ext>
            </a:extLst>
          </p:cNvPr>
          <p:cNvCxnSpPr/>
          <p:nvPr/>
        </p:nvCxnSpPr>
        <p:spPr>
          <a:xfrm>
            <a:off x="2385137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0" name="모서리가 둥근 직사각형 1669">
            <a:extLst>
              <a:ext uri="{FF2B5EF4-FFF2-40B4-BE49-F238E27FC236}">
                <a16:creationId xmlns:a16="http://schemas.microsoft.com/office/drawing/2014/main" id="{68185AB5-3077-65CA-A1A0-3D7304D1C40C}"/>
              </a:ext>
            </a:extLst>
          </p:cNvPr>
          <p:cNvSpPr/>
          <p:nvPr/>
        </p:nvSpPr>
        <p:spPr>
          <a:xfrm>
            <a:off x="2389448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71" name="모서리가 둥근 직사각형 1670">
            <a:extLst>
              <a:ext uri="{FF2B5EF4-FFF2-40B4-BE49-F238E27FC236}">
                <a16:creationId xmlns:a16="http://schemas.microsoft.com/office/drawing/2014/main" id="{2B76B048-A406-15F7-34F5-E69A31C2D6CB}"/>
              </a:ext>
            </a:extLst>
          </p:cNvPr>
          <p:cNvSpPr/>
          <p:nvPr/>
        </p:nvSpPr>
        <p:spPr>
          <a:xfrm>
            <a:off x="2389448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72" name="모서리가 둥근 직사각형 1671">
            <a:extLst>
              <a:ext uri="{FF2B5EF4-FFF2-40B4-BE49-F238E27FC236}">
                <a16:creationId xmlns:a16="http://schemas.microsoft.com/office/drawing/2014/main" id="{2D2A52B3-8ABB-ACFD-ADFD-51ECF956B658}"/>
              </a:ext>
            </a:extLst>
          </p:cNvPr>
          <p:cNvSpPr/>
          <p:nvPr/>
        </p:nvSpPr>
        <p:spPr>
          <a:xfrm>
            <a:off x="2347428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74" name="직선 연결선 1673">
            <a:extLst>
              <a:ext uri="{FF2B5EF4-FFF2-40B4-BE49-F238E27FC236}">
                <a16:creationId xmlns:a16="http://schemas.microsoft.com/office/drawing/2014/main" id="{69DC7BDB-E23D-3DC2-2774-3EC76921166D}"/>
              </a:ext>
            </a:extLst>
          </p:cNvPr>
          <p:cNvCxnSpPr/>
          <p:nvPr/>
        </p:nvCxnSpPr>
        <p:spPr>
          <a:xfrm flipH="1">
            <a:off x="2601640" y="515098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5" name="직선 연결선 1674">
            <a:extLst>
              <a:ext uri="{FF2B5EF4-FFF2-40B4-BE49-F238E27FC236}">
                <a16:creationId xmlns:a16="http://schemas.microsoft.com/office/drawing/2014/main" id="{0412963A-2FAF-E59A-E684-DF0751AF60A8}"/>
              </a:ext>
            </a:extLst>
          </p:cNvPr>
          <p:cNvCxnSpPr/>
          <p:nvPr/>
        </p:nvCxnSpPr>
        <p:spPr>
          <a:xfrm>
            <a:off x="2643660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6" name="직선 연결선 1675">
            <a:extLst>
              <a:ext uri="{FF2B5EF4-FFF2-40B4-BE49-F238E27FC236}">
                <a16:creationId xmlns:a16="http://schemas.microsoft.com/office/drawing/2014/main" id="{EEE5083F-FCFB-A44C-F100-1AE4CA508260}"/>
              </a:ext>
            </a:extLst>
          </p:cNvPr>
          <p:cNvCxnSpPr/>
          <p:nvPr/>
        </p:nvCxnSpPr>
        <p:spPr>
          <a:xfrm>
            <a:off x="2553798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7" name="직선 연결선 1676">
            <a:extLst>
              <a:ext uri="{FF2B5EF4-FFF2-40B4-BE49-F238E27FC236}">
                <a16:creationId xmlns:a16="http://schemas.microsoft.com/office/drawing/2014/main" id="{238954E3-9923-3E65-A214-9D1E05C609E9}"/>
              </a:ext>
            </a:extLst>
          </p:cNvPr>
          <p:cNvCxnSpPr/>
          <p:nvPr/>
        </p:nvCxnSpPr>
        <p:spPr>
          <a:xfrm>
            <a:off x="2601641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8" name="직선 연결선 1677">
            <a:extLst>
              <a:ext uri="{FF2B5EF4-FFF2-40B4-BE49-F238E27FC236}">
                <a16:creationId xmlns:a16="http://schemas.microsoft.com/office/drawing/2014/main" id="{D099BED6-6223-FC81-D1E8-1DE2F4DF26B6}"/>
              </a:ext>
            </a:extLst>
          </p:cNvPr>
          <p:cNvCxnSpPr/>
          <p:nvPr/>
        </p:nvCxnSpPr>
        <p:spPr>
          <a:xfrm flipH="1">
            <a:off x="2551597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" name="모서리가 둥근 직사각형 1678">
            <a:extLst>
              <a:ext uri="{FF2B5EF4-FFF2-40B4-BE49-F238E27FC236}">
                <a16:creationId xmlns:a16="http://schemas.microsoft.com/office/drawing/2014/main" id="{AB4065C5-CD11-7C47-2143-F3E32FD029F1}"/>
              </a:ext>
            </a:extLst>
          </p:cNvPr>
          <p:cNvSpPr/>
          <p:nvPr/>
        </p:nvSpPr>
        <p:spPr>
          <a:xfrm>
            <a:off x="2516473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0" name="모서리가 둥근 직사각형 1679">
            <a:extLst>
              <a:ext uri="{FF2B5EF4-FFF2-40B4-BE49-F238E27FC236}">
                <a16:creationId xmlns:a16="http://schemas.microsoft.com/office/drawing/2014/main" id="{F1E48999-6A10-9352-CB02-BEE0AB342269}"/>
              </a:ext>
            </a:extLst>
          </p:cNvPr>
          <p:cNvSpPr/>
          <p:nvPr/>
        </p:nvSpPr>
        <p:spPr>
          <a:xfrm>
            <a:off x="2516473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1" name="모서리가 둥근 직사각형 1680">
            <a:extLst>
              <a:ext uri="{FF2B5EF4-FFF2-40B4-BE49-F238E27FC236}">
                <a16:creationId xmlns:a16="http://schemas.microsoft.com/office/drawing/2014/main" id="{4E1A94EB-7B81-5E54-E755-127CFDD67E5E}"/>
              </a:ext>
            </a:extLst>
          </p:cNvPr>
          <p:cNvSpPr/>
          <p:nvPr/>
        </p:nvSpPr>
        <p:spPr>
          <a:xfrm>
            <a:off x="2605951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2" name="모서리가 둥근 직사각형 1681">
            <a:extLst>
              <a:ext uri="{FF2B5EF4-FFF2-40B4-BE49-F238E27FC236}">
                <a16:creationId xmlns:a16="http://schemas.microsoft.com/office/drawing/2014/main" id="{A1958916-8D65-5C0D-DDC7-D990275184F2}"/>
              </a:ext>
            </a:extLst>
          </p:cNvPr>
          <p:cNvSpPr/>
          <p:nvPr/>
        </p:nvSpPr>
        <p:spPr>
          <a:xfrm>
            <a:off x="2605951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3" name="모서리가 둥근 직사각형 1682">
            <a:extLst>
              <a:ext uri="{FF2B5EF4-FFF2-40B4-BE49-F238E27FC236}">
                <a16:creationId xmlns:a16="http://schemas.microsoft.com/office/drawing/2014/main" id="{FEDDC442-9154-2C0B-6F81-647E13D77064}"/>
              </a:ext>
            </a:extLst>
          </p:cNvPr>
          <p:cNvSpPr/>
          <p:nvPr/>
        </p:nvSpPr>
        <p:spPr>
          <a:xfrm>
            <a:off x="2563932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84" name="직선 연결선 1683">
            <a:extLst>
              <a:ext uri="{FF2B5EF4-FFF2-40B4-BE49-F238E27FC236}">
                <a16:creationId xmlns:a16="http://schemas.microsoft.com/office/drawing/2014/main" id="{957793CE-C3B9-0CB3-397D-596E0EC6AC61}"/>
              </a:ext>
            </a:extLst>
          </p:cNvPr>
          <p:cNvCxnSpPr/>
          <p:nvPr/>
        </p:nvCxnSpPr>
        <p:spPr>
          <a:xfrm>
            <a:off x="2796790" y="515176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5" name="모서리가 둥근 직사각형 1684">
            <a:extLst>
              <a:ext uri="{FF2B5EF4-FFF2-40B4-BE49-F238E27FC236}">
                <a16:creationId xmlns:a16="http://schemas.microsoft.com/office/drawing/2014/main" id="{FF7DC4B9-9F01-AF57-0979-EEF4560E9F40}"/>
              </a:ext>
            </a:extLst>
          </p:cNvPr>
          <p:cNvSpPr/>
          <p:nvPr/>
        </p:nvSpPr>
        <p:spPr>
          <a:xfrm>
            <a:off x="2764326" y="512608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686" name="직선 연결선 1685">
            <a:extLst>
              <a:ext uri="{FF2B5EF4-FFF2-40B4-BE49-F238E27FC236}">
                <a16:creationId xmlns:a16="http://schemas.microsoft.com/office/drawing/2014/main" id="{386EE0F2-233F-FE35-1D1C-237D0045C1B7}"/>
              </a:ext>
            </a:extLst>
          </p:cNvPr>
          <p:cNvCxnSpPr/>
          <p:nvPr/>
        </p:nvCxnSpPr>
        <p:spPr>
          <a:xfrm>
            <a:off x="2732345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" name="직선 연결선 1686">
            <a:extLst>
              <a:ext uri="{FF2B5EF4-FFF2-40B4-BE49-F238E27FC236}">
                <a16:creationId xmlns:a16="http://schemas.microsoft.com/office/drawing/2014/main" id="{7B6CD566-72DA-4306-2502-2B78595A60F5}"/>
              </a:ext>
            </a:extLst>
          </p:cNvPr>
          <p:cNvCxnSpPr/>
          <p:nvPr/>
        </p:nvCxnSpPr>
        <p:spPr>
          <a:xfrm>
            <a:off x="2690326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8" name="모서리가 둥근 직사각형 1687">
            <a:extLst>
              <a:ext uri="{FF2B5EF4-FFF2-40B4-BE49-F238E27FC236}">
                <a16:creationId xmlns:a16="http://schemas.microsoft.com/office/drawing/2014/main" id="{E3545DD3-A1BE-4294-CCB1-A4C4BE6D0708}"/>
              </a:ext>
            </a:extLst>
          </p:cNvPr>
          <p:cNvSpPr/>
          <p:nvPr/>
        </p:nvSpPr>
        <p:spPr>
          <a:xfrm>
            <a:off x="2694637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89" name="모서리가 둥근 직사각형 1688">
            <a:extLst>
              <a:ext uri="{FF2B5EF4-FFF2-40B4-BE49-F238E27FC236}">
                <a16:creationId xmlns:a16="http://schemas.microsoft.com/office/drawing/2014/main" id="{E5D57C11-56B4-B125-954E-A998AFD7FCED}"/>
              </a:ext>
            </a:extLst>
          </p:cNvPr>
          <p:cNvSpPr/>
          <p:nvPr/>
        </p:nvSpPr>
        <p:spPr>
          <a:xfrm>
            <a:off x="2694637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90" name="모서리가 둥근 직사각형 1689">
            <a:extLst>
              <a:ext uri="{FF2B5EF4-FFF2-40B4-BE49-F238E27FC236}">
                <a16:creationId xmlns:a16="http://schemas.microsoft.com/office/drawing/2014/main" id="{AE0C237D-E39B-1A2C-53FE-56719DB8ACCD}"/>
              </a:ext>
            </a:extLst>
          </p:cNvPr>
          <p:cNvSpPr/>
          <p:nvPr/>
        </p:nvSpPr>
        <p:spPr>
          <a:xfrm>
            <a:off x="2652618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691" name="직선 연결선 1690">
            <a:extLst>
              <a:ext uri="{FF2B5EF4-FFF2-40B4-BE49-F238E27FC236}">
                <a16:creationId xmlns:a16="http://schemas.microsoft.com/office/drawing/2014/main" id="{305F76B9-00C5-B553-A305-41AF3B4AA754}"/>
              </a:ext>
            </a:extLst>
          </p:cNvPr>
          <p:cNvCxnSpPr/>
          <p:nvPr/>
        </p:nvCxnSpPr>
        <p:spPr>
          <a:xfrm flipH="1">
            <a:off x="2896155" y="521846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직선 연결선 1691">
            <a:extLst>
              <a:ext uri="{FF2B5EF4-FFF2-40B4-BE49-F238E27FC236}">
                <a16:creationId xmlns:a16="http://schemas.microsoft.com/office/drawing/2014/main" id="{0CAB33DC-6035-6540-B82D-7CA625A4E06D}"/>
              </a:ext>
            </a:extLst>
          </p:cNvPr>
          <p:cNvCxnSpPr/>
          <p:nvPr/>
        </p:nvCxnSpPr>
        <p:spPr>
          <a:xfrm>
            <a:off x="2938174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직선 연결선 1692">
            <a:extLst>
              <a:ext uri="{FF2B5EF4-FFF2-40B4-BE49-F238E27FC236}">
                <a16:creationId xmlns:a16="http://schemas.microsoft.com/office/drawing/2014/main" id="{6CF10F77-604C-7DCF-7012-3ACA8B2C6ABE}"/>
              </a:ext>
            </a:extLst>
          </p:cNvPr>
          <p:cNvCxnSpPr/>
          <p:nvPr/>
        </p:nvCxnSpPr>
        <p:spPr>
          <a:xfrm>
            <a:off x="2848312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직선 연결선 1693">
            <a:extLst>
              <a:ext uri="{FF2B5EF4-FFF2-40B4-BE49-F238E27FC236}">
                <a16:creationId xmlns:a16="http://schemas.microsoft.com/office/drawing/2014/main" id="{DD65BF11-CDB5-A5DA-E916-877A2C822EE0}"/>
              </a:ext>
            </a:extLst>
          </p:cNvPr>
          <p:cNvCxnSpPr/>
          <p:nvPr/>
        </p:nvCxnSpPr>
        <p:spPr>
          <a:xfrm>
            <a:off x="2896155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5" name="직선 연결선 1694">
            <a:extLst>
              <a:ext uri="{FF2B5EF4-FFF2-40B4-BE49-F238E27FC236}">
                <a16:creationId xmlns:a16="http://schemas.microsoft.com/office/drawing/2014/main" id="{CD320F99-4DDD-E9C2-4579-9E87348CF136}"/>
              </a:ext>
            </a:extLst>
          </p:cNvPr>
          <p:cNvCxnSpPr/>
          <p:nvPr/>
        </p:nvCxnSpPr>
        <p:spPr>
          <a:xfrm flipH="1">
            <a:off x="2846112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6" name="모서리가 둥근 직사각형 1695">
            <a:extLst>
              <a:ext uri="{FF2B5EF4-FFF2-40B4-BE49-F238E27FC236}">
                <a16:creationId xmlns:a16="http://schemas.microsoft.com/office/drawing/2014/main" id="{491A2FFE-EED7-D677-0BFA-87DC66C82151}"/>
              </a:ext>
            </a:extLst>
          </p:cNvPr>
          <p:cNvSpPr/>
          <p:nvPr/>
        </p:nvSpPr>
        <p:spPr>
          <a:xfrm>
            <a:off x="2810987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97" name="모서리가 둥근 직사각형 1696">
            <a:extLst>
              <a:ext uri="{FF2B5EF4-FFF2-40B4-BE49-F238E27FC236}">
                <a16:creationId xmlns:a16="http://schemas.microsoft.com/office/drawing/2014/main" id="{047CB934-EF64-49C1-9C1B-9F908F8CDB00}"/>
              </a:ext>
            </a:extLst>
          </p:cNvPr>
          <p:cNvSpPr/>
          <p:nvPr/>
        </p:nvSpPr>
        <p:spPr>
          <a:xfrm>
            <a:off x="2810987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98" name="모서리가 둥근 직사각형 1697">
            <a:extLst>
              <a:ext uri="{FF2B5EF4-FFF2-40B4-BE49-F238E27FC236}">
                <a16:creationId xmlns:a16="http://schemas.microsoft.com/office/drawing/2014/main" id="{3E4FA903-3BA0-92D4-B821-3AE6FC69BFFE}"/>
              </a:ext>
            </a:extLst>
          </p:cNvPr>
          <p:cNvSpPr/>
          <p:nvPr/>
        </p:nvSpPr>
        <p:spPr>
          <a:xfrm>
            <a:off x="2900466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699" name="모서리가 둥근 직사각형 1698">
            <a:extLst>
              <a:ext uri="{FF2B5EF4-FFF2-40B4-BE49-F238E27FC236}">
                <a16:creationId xmlns:a16="http://schemas.microsoft.com/office/drawing/2014/main" id="{1C7155D1-558F-7987-2E18-830189519766}"/>
              </a:ext>
            </a:extLst>
          </p:cNvPr>
          <p:cNvSpPr/>
          <p:nvPr/>
        </p:nvSpPr>
        <p:spPr>
          <a:xfrm>
            <a:off x="2900466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00" name="모서리가 둥근 직사각형 1699">
            <a:extLst>
              <a:ext uri="{FF2B5EF4-FFF2-40B4-BE49-F238E27FC236}">
                <a16:creationId xmlns:a16="http://schemas.microsoft.com/office/drawing/2014/main" id="{3E45201B-4303-0BE1-3582-46414D07E7F4}"/>
              </a:ext>
            </a:extLst>
          </p:cNvPr>
          <p:cNvSpPr/>
          <p:nvPr/>
        </p:nvSpPr>
        <p:spPr>
          <a:xfrm>
            <a:off x="2858447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01" name="직선 연결선 1700">
            <a:extLst>
              <a:ext uri="{FF2B5EF4-FFF2-40B4-BE49-F238E27FC236}">
                <a16:creationId xmlns:a16="http://schemas.microsoft.com/office/drawing/2014/main" id="{9B933CA5-0606-75DA-4B62-3E2F1BD9DFB0}"/>
              </a:ext>
            </a:extLst>
          </p:cNvPr>
          <p:cNvCxnSpPr/>
          <p:nvPr/>
        </p:nvCxnSpPr>
        <p:spPr>
          <a:xfrm>
            <a:off x="3026860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2" name="직선 연결선 1701">
            <a:extLst>
              <a:ext uri="{FF2B5EF4-FFF2-40B4-BE49-F238E27FC236}">
                <a16:creationId xmlns:a16="http://schemas.microsoft.com/office/drawing/2014/main" id="{E6E2E74F-AA78-1A37-9CBA-AB4FEF08EA30}"/>
              </a:ext>
            </a:extLst>
          </p:cNvPr>
          <p:cNvCxnSpPr/>
          <p:nvPr/>
        </p:nvCxnSpPr>
        <p:spPr>
          <a:xfrm>
            <a:off x="2984841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3" name="모서리가 둥근 직사각형 1702">
            <a:extLst>
              <a:ext uri="{FF2B5EF4-FFF2-40B4-BE49-F238E27FC236}">
                <a16:creationId xmlns:a16="http://schemas.microsoft.com/office/drawing/2014/main" id="{6F792E8F-D8CA-28F2-187E-E6F97EF1CC5E}"/>
              </a:ext>
            </a:extLst>
          </p:cNvPr>
          <p:cNvSpPr/>
          <p:nvPr/>
        </p:nvSpPr>
        <p:spPr>
          <a:xfrm>
            <a:off x="2989151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04" name="모서리가 둥근 직사각형 1703">
            <a:extLst>
              <a:ext uri="{FF2B5EF4-FFF2-40B4-BE49-F238E27FC236}">
                <a16:creationId xmlns:a16="http://schemas.microsoft.com/office/drawing/2014/main" id="{21EE6847-15E0-F81D-FF67-7D9E90D9D265}"/>
              </a:ext>
            </a:extLst>
          </p:cNvPr>
          <p:cNvSpPr/>
          <p:nvPr/>
        </p:nvSpPr>
        <p:spPr>
          <a:xfrm>
            <a:off x="2989151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05" name="모서리가 둥근 직사각형 1704">
            <a:extLst>
              <a:ext uri="{FF2B5EF4-FFF2-40B4-BE49-F238E27FC236}">
                <a16:creationId xmlns:a16="http://schemas.microsoft.com/office/drawing/2014/main" id="{CD057864-8BD5-8EFE-6CE1-0A778A2CF89C}"/>
              </a:ext>
            </a:extLst>
          </p:cNvPr>
          <p:cNvSpPr/>
          <p:nvPr/>
        </p:nvSpPr>
        <p:spPr>
          <a:xfrm>
            <a:off x="2947132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06" name="직선 연결선 1705">
            <a:extLst>
              <a:ext uri="{FF2B5EF4-FFF2-40B4-BE49-F238E27FC236}">
                <a16:creationId xmlns:a16="http://schemas.microsoft.com/office/drawing/2014/main" id="{AE8C7EA9-3717-C9F9-4E23-D345C32A018C}"/>
              </a:ext>
            </a:extLst>
          </p:cNvPr>
          <p:cNvCxnSpPr/>
          <p:nvPr/>
        </p:nvCxnSpPr>
        <p:spPr>
          <a:xfrm>
            <a:off x="2322746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7" name="모서리가 둥근 직사각형 1706">
            <a:extLst>
              <a:ext uri="{FF2B5EF4-FFF2-40B4-BE49-F238E27FC236}">
                <a16:creationId xmlns:a16="http://schemas.microsoft.com/office/drawing/2014/main" id="{178F745A-FAAF-ADF6-8925-880374747248}"/>
              </a:ext>
            </a:extLst>
          </p:cNvPr>
          <p:cNvSpPr/>
          <p:nvPr/>
        </p:nvSpPr>
        <p:spPr>
          <a:xfrm>
            <a:off x="2290282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08" name="직선 연결선 1707">
            <a:extLst>
              <a:ext uri="{FF2B5EF4-FFF2-40B4-BE49-F238E27FC236}">
                <a16:creationId xmlns:a16="http://schemas.microsoft.com/office/drawing/2014/main" id="{9C245F1A-C7CE-E16F-3711-B1EFA39959A7}"/>
              </a:ext>
            </a:extLst>
          </p:cNvPr>
          <p:cNvCxnSpPr/>
          <p:nvPr/>
        </p:nvCxnSpPr>
        <p:spPr>
          <a:xfrm flipH="1">
            <a:off x="2422112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9" name="직선 연결선 1708">
            <a:extLst>
              <a:ext uri="{FF2B5EF4-FFF2-40B4-BE49-F238E27FC236}">
                <a16:creationId xmlns:a16="http://schemas.microsoft.com/office/drawing/2014/main" id="{11B5A460-10C0-5F69-52F1-A76F7E269A36}"/>
              </a:ext>
            </a:extLst>
          </p:cNvPr>
          <p:cNvCxnSpPr/>
          <p:nvPr/>
        </p:nvCxnSpPr>
        <p:spPr>
          <a:xfrm>
            <a:off x="2464130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0" name="직선 연결선 1709">
            <a:extLst>
              <a:ext uri="{FF2B5EF4-FFF2-40B4-BE49-F238E27FC236}">
                <a16:creationId xmlns:a16="http://schemas.microsoft.com/office/drawing/2014/main" id="{85D4527D-9B1F-8405-CB70-185E8D83FA37}"/>
              </a:ext>
            </a:extLst>
          </p:cNvPr>
          <p:cNvCxnSpPr/>
          <p:nvPr/>
        </p:nvCxnSpPr>
        <p:spPr>
          <a:xfrm>
            <a:off x="2374269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1" name="직선 연결선 1710">
            <a:extLst>
              <a:ext uri="{FF2B5EF4-FFF2-40B4-BE49-F238E27FC236}">
                <a16:creationId xmlns:a16="http://schemas.microsoft.com/office/drawing/2014/main" id="{87F7D18E-0201-A462-F07D-0774D50CA3B6}"/>
              </a:ext>
            </a:extLst>
          </p:cNvPr>
          <p:cNvCxnSpPr/>
          <p:nvPr/>
        </p:nvCxnSpPr>
        <p:spPr>
          <a:xfrm>
            <a:off x="2422111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" name="직선 연결선 1711">
            <a:extLst>
              <a:ext uri="{FF2B5EF4-FFF2-40B4-BE49-F238E27FC236}">
                <a16:creationId xmlns:a16="http://schemas.microsoft.com/office/drawing/2014/main" id="{2F41B7BE-78DF-3CA3-9627-A9FE5E4BA246}"/>
              </a:ext>
            </a:extLst>
          </p:cNvPr>
          <p:cNvCxnSpPr/>
          <p:nvPr/>
        </p:nvCxnSpPr>
        <p:spPr>
          <a:xfrm flipH="1">
            <a:off x="2372068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3" name="모서리가 둥근 직사각형 1712">
            <a:extLst>
              <a:ext uri="{FF2B5EF4-FFF2-40B4-BE49-F238E27FC236}">
                <a16:creationId xmlns:a16="http://schemas.microsoft.com/office/drawing/2014/main" id="{AF116F3A-E516-7EEE-FC23-56A387B7EBCC}"/>
              </a:ext>
            </a:extLst>
          </p:cNvPr>
          <p:cNvSpPr/>
          <p:nvPr/>
        </p:nvSpPr>
        <p:spPr>
          <a:xfrm>
            <a:off x="2336943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4" name="모서리가 둥근 직사각형 1713">
            <a:extLst>
              <a:ext uri="{FF2B5EF4-FFF2-40B4-BE49-F238E27FC236}">
                <a16:creationId xmlns:a16="http://schemas.microsoft.com/office/drawing/2014/main" id="{E084A0DF-9419-D456-175F-4BFD20FC459C}"/>
              </a:ext>
            </a:extLst>
          </p:cNvPr>
          <p:cNvSpPr/>
          <p:nvPr/>
        </p:nvSpPr>
        <p:spPr>
          <a:xfrm>
            <a:off x="2336943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5" name="모서리가 둥근 직사각형 1714">
            <a:extLst>
              <a:ext uri="{FF2B5EF4-FFF2-40B4-BE49-F238E27FC236}">
                <a16:creationId xmlns:a16="http://schemas.microsoft.com/office/drawing/2014/main" id="{6BB0F56D-51F6-3295-9272-56AB8C296D21}"/>
              </a:ext>
            </a:extLst>
          </p:cNvPr>
          <p:cNvSpPr/>
          <p:nvPr/>
        </p:nvSpPr>
        <p:spPr>
          <a:xfrm>
            <a:off x="2426423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6" name="모서리가 둥근 직사각형 1715">
            <a:extLst>
              <a:ext uri="{FF2B5EF4-FFF2-40B4-BE49-F238E27FC236}">
                <a16:creationId xmlns:a16="http://schemas.microsoft.com/office/drawing/2014/main" id="{36CCE2C7-1103-E4AB-DA4A-61085BDE3467}"/>
              </a:ext>
            </a:extLst>
          </p:cNvPr>
          <p:cNvSpPr/>
          <p:nvPr/>
        </p:nvSpPr>
        <p:spPr>
          <a:xfrm>
            <a:off x="2426423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17" name="모서리가 둥근 직사각형 1716">
            <a:extLst>
              <a:ext uri="{FF2B5EF4-FFF2-40B4-BE49-F238E27FC236}">
                <a16:creationId xmlns:a16="http://schemas.microsoft.com/office/drawing/2014/main" id="{C11CA61D-C261-BEEE-627D-1FECAD2889A3}"/>
              </a:ext>
            </a:extLst>
          </p:cNvPr>
          <p:cNvSpPr/>
          <p:nvPr/>
        </p:nvSpPr>
        <p:spPr>
          <a:xfrm>
            <a:off x="2384403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18" name="직선 연결선 1717">
            <a:extLst>
              <a:ext uri="{FF2B5EF4-FFF2-40B4-BE49-F238E27FC236}">
                <a16:creationId xmlns:a16="http://schemas.microsoft.com/office/drawing/2014/main" id="{F566C336-F406-BCB1-68F1-A5A00B73B6D8}"/>
              </a:ext>
            </a:extLst>
          </p:cNvPr>
          <p:cNvCxnSpPr/>
          <p:nvPr/>
        </p:nvCxnSpPr>
        <p:spPr>
          <a:xfrm>
            <a:off x="2552816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9" name="직선 연결선 1718">
            <a:extLst>
              <a:ext uri="{FF2B5EF4-FFF2-40B4-BE49-F238E27FC236}">
                <a16:creationId xmlns:a16="http://schemas.microsoft.com/office/drawing/2014/main" id="{413A5375-3C1E-356E-1077-A23CF03F8FC1}"/>
              </a:ext>
            </a:extLst>
          </p:cNvPr>
          <p:cNvCxnSpPr/>
          <p:nvPr/>
        </p:nvCxnSpPr>
        <p:spPr>
          <a:xfrm>
            <a:off x="2510797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0" name="모서리가 둥근 직사각형 1719">
            <a:extLst>
              <a:ext uri="{FF2B5EF4-FFF2-40B4-BE49-F238E27FC236}">
                <a16:creationId xmlns:a16="http://schemas.microsoft.com/office/drawing/2014/main" id="{28F04DA8-3178-10D5-B84C-7A9A5BB5F656}"/>
              </a:ext>
            </a:extLst>
          </p:cNvPr>
          <p:cNvSpPr/>
          <p:nvPr/>
        </p:nvSpPr>
        <p:spPr>
          <a:xfrm>
            <a:off x="2515108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21" name="모서리가 둥근 직사각형 1720">
            <a:extLst>
              <a:ext uri="{FF2B5EF4-FFF2-40B4-BE49-F238E27FC236}">
                <a16:creationId xmlns:a16="http://schemas.microsoft.com/office/drawing/2014/main" id="{135D665C-76F5-687A-0CF8-5371B026346E}"/>
              </a:ext>
            </a:extLst>
          </p:cNvPr>
          <p:cNvSpPr/>
          <p:nvPr/>
        </p:nvSpPr>
        <p:spPr>
          <a:xfrm>
            <a:off x="2515108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22" name="모서리가 둥근 직사각형 1721">
            <a:extLst>
              <a:ext uri="{FF2B5EF4-FFF2-40B4-BE49-F238E27FC236}">
                <a16:creationId xmlns:a16="http://schemas.microsoft.com/office/drawing/2014/main" id="{C9C6312F-360B-B131-99EE-1A810C0EDE45}"/>
              </a:ext>
            </a:extLst>
          </p:cNvPr>
          <p:cNvSpPr/>
          <p:nvPr/>
        </p:nvSpPr>
        <p:spPr>
          <a:xfrm>
            <a:off x="2473089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23" name="직선 연결선 1722">
            <a:extLst>
              <a:ext uri="{FF2B5EF4-FFF2-40B4-BE49-F238E27FC236}">
                <a16:creationId xmlns:a16="http://schemas.microsoft.com/office/drawing/2014/main" id="{C1B4D23A-EE17-D18B-248F-A022C393AD4B}"/>
              </a:ext>
            </a:extLst>
          </p:cNvPr>
          <p:cNvCxnSpPr/>
          <p:nvPr/>
        </p:nvCxnSpPr>
        <p:spPr>
          <a:xfrm>
            <a:off x="2906452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" name="모서리가 둥근 직사각형 1723">
            <a:extLst>
              <a:ext uri="{FF2B5EF4-FFF2-40B4-BE49-F238E27FC236}">
                <a16:creationId xmlns:a16="http://schemas.microsoft.com/office/drawing/2014/main" id="{57F2C425-3B1F-A7BF-5B43-0FE42E5848AB}"/>
              </a:ext>
            </a:extLst>
          </p:cNvPr>
          <p:cNvSpPr/>
          <p:nvPr/>
        </p:nvSpPr>
        <p:spPr>
          <a:xfrm>
            <a:off x="2873987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25" name="직선 연결선 1724">
            <a:extLst>
              <a:ext uri="{FF2B5EF4-FFF2-40B4-BE49-F238E27FC236}">
                <a16:creationId xmlns:a16="http://schemas.microsoft.com/office/drawing/2014/main" id="{51BE7B29-3EE3-35F4-CF8D-FF05C0E025B9}"/>
              </a:ext>
            </a:extLst>
          </p:cNvPr>
          <p:cNvCxnSpPr/>
          <p:nvPr/>
        </p:nvCxnSpPr>
        <p:spPr>
          <a:xfrm flipH="1">
            <a:off x="3005817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6" name="직선 연결선 1725">
            <a:extLst>
              <a:ext uri="{FF2B5EF4-FFF2-40B4-BE49-F238E27FC236}">
                <a16:creationId xmlns:a16="http://schemas.microsoft.com/office/drawing/2014/main" id="{2CC1E6E2-FCF6-25DE-22D2-A3EC5BEA264E}"/>
              </a:ext>
            </a:extLst>
          </p:cNvPr>
          <p:cNvCxnSpPr/>
          <p:nvPr/>
        </p:nvCxnSpPr>
        <p:spPr>
          <a:xfrm>
            <a:off x="3047836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7" name="직선 연결선 1726">
            <a:extLst>
              <a:ext uri="{FF2B5EF4-FFF2-40B4-BE49-F238E27FC236}">
                <a16:creationId xmlns:a16="http://schemas.microsoft.com/office/drawing/2014/main" id="{C519A402-9D25-A617-85BF-7250601C5589}"/>
              </a:ext>
            </a:extLst>
          </p:cNvPr>
          <p:cNvCxnSpPr/>
          <p:nvPr/>
        </p:nvCxnSpPr>
        <p:spPr>
          <a:xfrm>
            <a:off x="2957974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8" name="직선 연결선 1727">
            <a:extLst>
              <a:ext uri="{FF2B5EF4-FFF2-40B4-BE49-F238E27FC236}">
                <a16:creationId xmlns:a16="http://schemas.microsoft.com/office/drawing/2014/main" id="{8CEFC027-C650-E737-EF16-EE9C3304286E}"/>
              </a:ext>
            </a:extLst>
          </p:cNvPr>
          <p:cNvCxnSpPr/>
          <p:nvPr/>
        </p:nvCxnSpPr>
        <p:spPr>
          <a:xfrm>
            <a:off x="3005817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9" name="직선 연결선 1728">
            <a:extLst>
              <a:ext uri="{FF2B5EF4-FFF2-40B4-BE49-F238E27FC236}">
                <a16:creationId xmlns:a16="http://schemas.microsoft.com/office/drawing/2014/main" id="{B438C1EB-38A7-2BB1-2678-466E2B90F89D}"/>
              </a:ext>
            </a:extLst>
          </p:cNvPr>
          <p:cNvCxnSpPr/>
          <p:nvPr/>
        </p:nvCxnSpPr>
        <p:spPr>
          <a:xfrm flipH="1">
            <a:off x="2955773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0" name="모서리가 둥근 직사각형 1729">
            <a:extLst>
              <a:ext uri="{FF2B5EF4-FFF2-40B4-BE49-F238E27FC236}">
                <a16:creationId xmlns:a16="http://schemas.microsoft.com/office/drawing/2014/main" id="{D03EAF23-DA83-4F2A-E3F5-4387B1D0528E}"/>
              </a:ext>
            </a:extLst>
          </p:cNvPr>
          <p:cNvSpPr/>
          <p:nvPr/>
        </p:nvSpPr>
        <p:spPr>
          <a:xfrm>
            <a:off x="2920649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1" name="모서리가 둥근 직사각형 1730">
            <a:extLst>
              <a:ext uri="{FF2B5EF4-FFF2-40B4-BE49-F238E27FC236}">
                <a16:creationId xmlns:a16="http://schemas.microsoft.com/office/drawing/2014/main" id="{89B92143-DCE4-C62E-F93E-4637017BFCC8}"/>
              </a:ext>
            </a:extLst>
          </p:cNvPr>
          <p:cNvSpPr/>
          <p:nvPr/>
        </p:nvSpPr>
        <p:spPr>
          <a:xfrm>
            <a:off x="2920649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2" name="모서리가 둥근 직사각형 1731">
            <a:extLst>
              <a:ext uri="{FF2B5EF4-FFF2-40B4-BE49-F238E27FC236}">
                <a16:creationId xmlns:a16="http://schemas.microsoft.com/office/drawing/2014/main" id="{AF377852-518D-F49D-FCE3-D912C9F58ADB}"/>
              </a:ext>
            </a:extLst>
          </p:cNvPr>
          <p:cNvSpPr/>
          <p:nvPr/>
        </p:nvSpPr>
        <p:spPr>
          <a:xfrm>
            <a:off x="3010127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3" name="모서리가 둥근 직사각형 1732">
            <a:extLst>
              <a:ext uri="{FF2B5EF4-FFF2-40B4-BE49-F238E27FC236}">
                <a16:creationId xmlns:a16="http://schemas.microsoft.com/office/drawing/2014/main" id="{EB9723D9-F1ED-36E7-DD1F-5BDF9C76E837}"/>
              </a:ext>
            </a:extLst>
          </p:cNvPr>
          <p:cNvSpPr/>
          <p:nvPr/>
        </p:nvSpPr>
        <p:spPr>
          <a:xfrm>
            <a:off x="3010127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4" name="모서리가 둥근 직사각형 1733">
            <a:extLst>
              <a:ext uri="{FF2B5EF4-FFF2-40B4-BE49-F238E27FC236}">
                <a16:creationId xmlns:a16="http://schemas.microsoft.com/office/drawing/2014/main" id="{A6383850-4D4E-1939-5C7E-6A9ECC9FEFFE}"/>
              </a:ext>
            </a:extLst>
          </p:cNvPr>
          <p:cNvSpPr/>
          <p:nvPr/>
        </p:nvSpPr>
        <p:spPr>
          <a:xfrm>
            <a:off x="2968108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35" name="직선 연결선 1734">
            <a:extLst>
              <a:ext uri="{FF2B5EF4-FFF2-40B4-BE49-F238E27FC236}">
                <a16:creationId xmlns:a16="http://schemas.microsoft.com/office/drawing/2014/main" id="{9A3FABFB-CC38-F478-DB2E-91FAA98B31B9}"/>
              </a:ext>
            </a:extLst>
          </p:cNvPr>
          <p:cNvCxnSpPr/>
          <p:nvPr/>
        </p:nvCxnSpPr>
        <p:spPr>
          <a:xfrm>
            <a:off x="3136521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6" name="직선 연결선 1735">
            <a:extLst>
              <a:ext uri="{FF2B5EF4-FFF2-40B4-BE49-F238E27FC236}">
                <a16:creationId xmlns:a16="http://schemas.microsoft.com/office/drawing/2014/main" id="{81DE62AE-F169-1909-F657-32640D6185CA}"/>
              </a:ext>
            </a:extLst>
          </p:cNvPr>
          <p:cNvCxnSpPr/>
          <p:nvPr/>
        </p:nvCxnSpPr>
        <p:spPr>
          <a:xfrm>
            <a:off x="3094502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7" name="모서리가 둥근 직사각형 1736">
            <a:extLst>
              <a:ext uri="{FF2B5EF4-FFF2-40B4-BE49-F238E27FC236}">
                <a16:creationId xmlns:a16="http://schemas.microsoft.com/office/drawing/2014/main" id="{05ED3663-9863-FDA5-2D42-40BACF27886B}"/>
              </a:ext>
            </a:extLst>
          </p:cNvPr>
          <p:cNvSpPr/>
          <p:nvPr/>
        </p:nvSpPr>
        <p:spPr>
          <a:xfrm>
            <a:off x="3098813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8" name="모서리가 둥근 직사각형 1737">
            <a:extLst>
              <a:ext uri="{FF2B5EF4-FFF2-40B4-BE49-F238E27FC236}">
                <a16:creationId xmlns:a16="http://schemas.microsoft.com/office/drawing/2014/main" id="{BE27A329-3E7B-AAE6-EF90-F4E16C75B13A}"/>
              </a:ext>
            </a:extLst>
          </p:cNvPr>
          <p:cNvSpPr/>
          <p:nvPr/>
        </p:nvSpPr>
        <p:spPr>
          <a:xfrm>
            <a:off x="3098813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39" name="모서리가 둥근 직사각형 1738">
            <a:extLst>
              <a:ext uri="{FF2B5EF4-FFF2-40B4-BE49-F238E27FC236}">
                <a16:creationId xmlns:a16="http://schemas.microsoft.com/office/drawing/2014/main" id="{1D2D0390-FE2A-1E25-6108-AE2C1AD447F0}"/>
              </a:ext>
            </a:extLst>
          </p:cNvPr>
          <p:cNvSpPr/>
          <p:nvPr/>
        </p:nvSpPr>
        <p:spPr>
          <a:xfrm>
            <a:off x="3056794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740" name="모서리가 둥근 직사각형 1739">
            <a:extLst>
              <a:ext uri="{FF2B5EF4-FFF2-40B4-BE49-F238E27FC236}">
                <a16:creationId xmlns:a16="http://schemas.microsoft.com/office/drawing/2014/main" id="{C862D35B-8CCA-BF8E-5D38-A6495E1218C5}"/>
              </a:ext>
            </a:extLst>
          </p:cNvPr>
          <p:cNvSpPr/>
          <p:nvPr/>
        </p:nvSpPr>
        <p:spPr>
          <a:xfrm>
            <a:off x="2134166" y="3969742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741" name="직선 연결선 1740">
            <a:extLst>
              <a:ext uri="{FF2B5EF4-FFF2-40B4-BE49-F238E27FC236}">
                <a16:creationId xmlns:a16="http://schemas.microsoft.com/office/drawing/2014/main" id="{6433CBDF-A91E-9C9E-7849-23A945911A58}"/>
              </a:ext>
            </a:extLst>
          </p:cNvPr>
          <p:cNvCxnSpPr/>
          <p:nvPr/>
        </p:nvCxnSpPr>
        <p:spPr>
          <a:xfrm flipH="1">
            <a:off x="4887726" y="4187913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2" name="직선 연결선 1741">
            <a:extLst>
              <a:ext uri="{FF2B5EF4-FFF2-40B4-BE49-F238E27FC236}">
                <a16:creationId xmlns:a16="http://schemas.microsoft.com/office/drawing/2014/main" id="{51B3A24F-8CAA-1984-67DA-E511093FFF1F}"/>
              </a:ext>
            </a:extLst>
          </p:cNvPr>
          <p:cNvCxnSpPr/>
          <p:nvPr/>
        </p:nvCxnSpPr>
        <p:spPr>
          <a:xfrm flipH="1" flipV="1">
            <a:off x="4612780" y="4120018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" name="직선 연결선 1742">
            <a:extLst>
              <a:ext uri="{FF2B5EF4-FFF2-40B4-BE49-F238E27FC236}">
                <a16:creationId xmlns:a16="http://schemas.microsoft.com/office/drawing/2014/main" id="{AE9B1805-37A3-31FE-CDCB-A44D876D8628}"/>
              </a:ext>
            </a:extLst>
          </p:cNvPr>
          <p:cNvCxnSpPr/>
          <p:nvPr/>
        </p:nvCxnSpPr>
        <p:spPr>
          <a:xfrm flipH="1">
            <a:off x="5330592" y="421955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4" name="직선 연결선 1743">
            <a:extLst>
              <a:ext uri="{FF2B5EF4-FFF2-40B4-BE49-F238E27FC236}">
                <a16:creationId xmlns:a16="http://schemas.microsoft.com/office/drawing/2014/main" id="{F1B32083-DF32-5A27-C3D7-78D25B1307E3}"/>
              </a:ext>
            </a:extLst>
          </p:cNvPr>
          <p:cNvCxnSpPr/>
          <p:nvPr/>
        </p:nvCxnSpPr>
        <p:spPr>
          <a:xfrm>
            <a:off x="5262038" y="4174574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5" name="모서리가 둥근 직사각형 1744">
            <a:extLst>
              <a:ext uri="{FF2B5EF4-FFF2-40B4-BE49-F238E27FC236}">
                <a16:creationId xmlns:a16="http://schemas.microsoft.com/office/drawing/2014/main" id="{BB62AC67-2C6A-B221-35B1-BE323A4F806A}"/>
              </a:ext>
            </a:extLst>
          </p:cNvPr>
          <p:cNvSpPr/>
          <p:nvPr/>
        </p:nvSpPr>
        <p:spPr>
          <a:xfrm>
            <a:off x="5205839" y="4142945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747" name="직선 연결선 1746">
            <a:extLst>
              <a:ext uri="{FF2B5EF4-FFF2-40B4-BE49-F238E27FC236}">
                <a16:creationId xmlns:a16="http://schemas.microsoft.com/office/drawing/2014/main" id="{0F275E84-EEF1-DD3B-707B-699C8ACFBAE6}"/>
              </a:ext>
            </a:extLst>
          </p:cNvPr>
          <p:cNvCxnSpPr/>
          <p:nvPr/>
        </p:nvCxnSpPr>
        <p:spPr>
          <a:xfrm flipH="1">
            <a:off x="5131335" y="4493457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직선 연결선 1747">
            <a:extLst>
              <a:ext uri="{FF2B5EF4-FFF2-40B4-BE49-F238E27FC236}">
                <a16:creationId xmlns:a16="http://schemas.microsoft.com/office/drawing/2014/main" id="{3AEF3BDF-5A83-9B41-D9DE-9FAB45C85C65}"/>
              </a:ext>
            </a:extLst>
          </p:cNvPr>
          <p:cNvCxnSpPr/>
          <p:nvPr/>
        </p:nvCxnSpPr>
        <p:spPr>
          <a:xfrm>
            <a:off x="5173354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직선 연결선 1748">
            <a:extLst>
              <a:ext uri="{FF2B5EF4-FFF2-40B4-BE49-F238E27FC236}">
                <a16:creationId xmlns:a16="http://schemas.microsoft.com/office/drawing/2014/main" id="{3B5DC4F1-7391-B8CE-D9E0-881ADA49F476}"/>
              </a:ext>
            </a:extLst>
          </p:cNvPr>
          <p:cNvCxnSpPr/>
          <p:nvPr/>
        </p:nvCxnSpPr>
        <p:spPr>
          <a:xfrm>
            <a:off x="5083492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직선 연결선 1749">
            <a:extLst>
              <a:ext uri="{FF2B5EF4-FFF2-40B4-BE49-F238E27FC236}">
                <a16:creationId xmlns:a16="http://schemas.microsoft.com/office/drawing/2014/main" id="{1AB41FD2-8188-2D61-AD99-0AB5F0CB0E3E}"/>
              </a:ext>
            </a:extLst>
          </p:cNvPr>
          <p:cNvCxnSpPr/>
          <p:nvPr/>
        </p:nvCxnSpPr>
        <p:spPr>
          <a:xfrm>
            <a:off x="5131335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직선 연결선 1750">
            <a:extLst>
              <a:ext uri="{FF2B5EF4-FFF2-40B4-BE49-F238E27FC236}">
                <a16:creationId xmlns:a16="http://schemas.microsoft.com/office/drawing/2014/main" id="{8111A4CA-EBE1-E0E2-FEFF-DD08AC47A244}"/>
              </a:ext>
            </a:extLst>
          </p:cNvPr>
          <p:cNvCxnSpPr/>
          <p:nvPr/>
        </p:nvCxnSpPr>
        <p:spPr>
          <a:xfrm flipH="1">
            <a:off x="5081291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2" name="모서리가 둥근 직사각형 1751">
            <a:extLst>
              <a:ext uri="{FF2B5EF4-FFF2-40B4-BE49-F238E27FC236}">
                <a16:creationId xmlns:a16="http://schemas.microsoft.com/office/drawing/2014/main" id="{06D26406-2E9D-23DB-62D8-960F3891FECA}"/>
              </a:ext>
            </a:extLst>
          </p:cNvPr>
          <p:cNvSpPr/>
          <p:nvPr/>
        </p:nvSpPr>
        <p:spPr>
          <a:xfrm>
            <a:off x="5046167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53" name="모서리가 둥근 직사각형 1752">
            <a:extLst>
              <a:ext uri="{FF2B5EF4-FFF2-40B4-BE49-F238E27FC236}">
                <a16:creationId xmlns:a16="http://schemas.microsoft.com/office/drawing/2014/main" id="{0DDC1F9C-9EFC-38C0-B88E-4B18E9F09A92}"/>
              </a:ext>
            </a:extLst>
          </p:cNvPr>
          <p:cNvSpPr/>
          <p:nvPr/>
        </p:nvSpPr>
        <p:spPr>
          <a:xfrm>
            <a:off x="5046167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54" name="모서리가 둥근 직사각형 1753">
            <a:extLst>
              <a:ext uri="{FF2B5EF4-FFF2-40B4-BE49-F238E27FC236}">
                <a16:creationId xmlns:a16="http://schemas.microsoft.com/office/drawing/2014/main" id="{1E1DBB4D-9A7E-3131-F5C2-FB73390F122B}"/>
              </a:ext>
            </a:extLst>
          </p:cNvPr>
          <p:cNvSpPr/>
          <p:nvPr/>
        </p:nvSpPr>
        <p:spPr>
          <a:xfrm>
            <a:off x="5135645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55" name="모서리가 둥근 직사각형 1754">
            <a:extLst>
              <a:ext uri="{FF2B5EF4-FFF2-40B4-BE49-F238E27FC236}">
                <a16:creationId xmlns:a16="http://schemas.microsoft.com/office/drawing/2014/main" id="{CC56B11F-65E3-A05F-9EEC-7743DD5A9B85}"/>
              </a:ext>
            </a:extLst>
          </p:cNvPr>
          <p:cNvSpPr/>
          <p:nvPr/>
        </p:nvSpPr>
        <p:spPr>
          <a:xfrm>
            <a:off x="5135645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56" name="모서리가 둥근 직사각형 1755">
            <a:extLst>
              <a:ext uri="{FF2B5EF4-FFF2-40B4-BE49-F238E27FC236}">
                <a16:creationId xmlns:a16="http://schemas.microsoft.com/office/drawing/2014/main" id="{B988DC35-DEF7-7313-6F26-F5400F1982E3}"/>
              </a:ext>
            </a:extLst>
          </p:cNvPr>
          <p:cNvSpPr/>
          <p:nvPr/>
        </p:nvSpPr>
        <p:spPr>
          <a:xfrm>
            <a:off x="5093626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57" name="직선 연결선 1756">
            <a:extLst>
              <a:ext uri="{FF2B5EF4-FFF2-40B4-BE49-F238E27FC236}">
                <a16:creationId xmlns:a16="http://schemas.microsoft.com/office/drawing/2014/main" id="{4EE5BDA3-85A2-2123-4206-99888E8CC75F}"/>
              </a:ext>
            </a:extLst>
          </p:cNvPr>
          <p:cNvCxnSpPr/>
          <p:nvPr/>
        </p:nvCxnSpPr>
        <p:spPr>
          <a:xfrm>
            <a:off x="5326484" y="449423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8" name="모서리가 둥근 직사각형 1757">
            <a:extLst>
              <a:ext uri="{FF2B5EF4-FFF2-40B4-BE49-F238E27FC236}">
                <a16:creationId xmlns:a16="http://schemas.microsoft.com/office/drawing/2014/main" id="{DAC37BB9-970C-89E9-A3D7-D44F9A61721C}"/>
              </a:ext>
            </a:extLst>
          </p:cNvPr>
          <p:cNvSpPr/>
          <p:nvPr/>
        </p:nvSpPr>
        <p:spPr>
          <a:xfrm>
            <a:off x="5294020" y="446856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59" name="직선 연결선 1758">
            <a:extLst>
              <a:ext uri="{FF2B5EF4-FFF2-40B4-BE49-F238E27FC236}">
                <a16:creationId xmlns:a16="http://schemas.microsoft.com/office/drawing/2014/main" id="{B1309E7D-A2E8-0FD3-B62B-630F63439D26}"/>
              </a:ext>
            </a:extLst>
          </p:cNvPr>
          <p:cNvCxnSpPr/>
          <p:nvPr/>
        </p:nvCxnSpPr>
        <p:spPr>
          <a:xfrm>
            <a:off x="5262039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직선 연결선 1759">
            <a:extLst>
              <a:ext uri="{FF2B5EF4-FFF2-40B4-BE49-F238E27FC236}">
                <a16:creationId xmlns:a16="http://schemas.microsoft.com/office/drawing/2014/main" id="{F58AD719-429D-79E1-9F07-3825B564FAD5}"/>
              </a:ext>
            </a:extLst>
          </p:cNvPr>
          <p:cNvCxnSpPr/>
          <p:nvPr/>
        </p:nvCxnSpPr>
        <p:spPr>
          <a:xfrm>
            <a:off x="5220020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1" name="모서리가 둥근 직사각형 1760">
            <a:extLst>
              <a:ext uri="{FF2B5EF4-FFF2-40B4-BE49-F238E27FC236}">
                <a16:creationId xmlns:a16="http://schemas.microsoft.com/office/drawing/2014/main" id="{FC3786EF-5C8F-4499-2B1A-33BE8E76470D}"/>
              </a:ext>
            </a:extLst>
          </p:cNvPr>
          <p:cNvSpPr/>
          <p:nvPr/>
        </p:nvSpPr>
        <p:spPr>
          <a:xfrm>
            <a:off x="5224331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62" name="모서리가 둥근 직사각형 1761">
            <a:extLst>
              <a:ext uri="{FF2B5EF4-FFF2-40B4-BE49-F238E27FC236}">
                <a16:creationId xmlns:a16="http://schemas.microsoft.com/office/drawing/2014/main" id="{D09962FA-81F1-CF3D-DE19-42A8AD04CDAE}"/>
              </a:ext>
            </a:extLst>
          </p:cNvPr>
          <p:cNvSpPr/>
          <p:nvPr/>
        </p:nvSpPr>
        <p:spPr>
          <a:xfrm>
            <a:off x="5224331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63" name="모서리가 둥근 직사각형 1762">
            <a:extLst>
              <a:ext uri="{FF2B5EF4-FFF2-40B4-BE49-F238E27FC236}">
                <a16:creationId xmlns:a16="http://schemas.microsoft.com/office/drawing/2014/main" id="{F17208A9-201F-D129-AB84-B50C505E3D0B}"/>
              </a:ext>
            </a:extLst>
          </p:cNvPr>
          <p:cNvSpPr/>
          <p:nvPr/>
        </p:nvSpPr>
        <p:spPr>
          <a:xfrm>
            <a:off x="5182312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64" name="직선 연결선 1763">
            <a:extLst>
              <a:ext uri="{FF2B5EF4-FFF2-40B4-BE49-F238E27FC236}">
                <a16:creationId xmlns:a16="http://schemas.microsoft.com/office/drawing/2014/main" id="{B8B90BB8-9D5C-9A1A-DB20-2E35E21A027E}"/>
              </a:ext>
            </a:extLst>
          </p:cNvPr>
          <p:cNvCxnSpPr/>
          <p:nvPr/>
        </p:nvCxnSpPr>
        <p:spPr>
          <a:xfrm flipH="1">
            <a:off x="5425849" y="456093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5" name="직선 연결선 1764">
            <a:extLst>
              <a:ext uri="{FF2B5EF4-FFF2-40B4-BE49-F238E27FC236}">
                <a16:creationId xmlns:a16="http://schemas.microsoft.com/office/drawing/2014/main" id="{7F25EA80-26F8-E62D-A0C9-0E9B86A4D352}"/>
              </a:ext>
            </a:extLst>
          </p:cNvPr>
          <p:cNvCxnSpPr/>
          <p:nvPr/>
        </p:nvCxnSpPr>
        <p:spPr>
          <a:xfrm>
            <a:off x="5467868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6" name="직선 연결선 1765">
            <a:extLst>
              <a:ext uri="{FF2B5EF4-FFF2-40B4-BE49-F238E27FC236}">
                <a16:creationId xmlns:a16="http://schemas.microsoft.com/office/drawing/2014/main" id="{58FEC489-A777-0094-98FF-6636DB18E011}"/>
              </a:ext>
            </a:extLst>
          </p:cNvPr>
          <p:cNvCxnSpPr/>
          <p:nvPr/>
        </p:nvCxnSpPr>
        <p:spPr>
          <a:xfrm>
            <a:off x="5378006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7" name="직선 연결선 1766">
            <a:extLst>
              <a:ext uri="{FF2B5EF4-FFF2-40B4-BE49-F238E27FC236}">
                <a16:creationId xmlns:a16="http://schemas.microsoft.com/office/drawing/2014/main" id="{D1771B60-8E47-CD78-4754-C77374EE789F}"/>
              </a:ext>
            </a:extLst>
          </p:cNvPr>
          <p:cNvCxnSpPr/>
          <p:nvPr/>
        </p:nvCxnSpPr>
        <p:spPr>
          <a:xfrm>
            <a:off x="5425849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8" name="직선 연결선 1767">
            <a:extLst>
              <a:ext uri="{FF2B5EF4-FFF2-40B4-BE49-F238E27FC236}">
                <a16:creationId xmlns:a16="http://schemas.microsoft.com/office/drawing/2014/main" id="{85F368D9-1F39-F0A7-E2F4-6556AF87312C}"/>
              </a:ext>
            </a:extLst>
          </p:cNvPr>
          <p:cNvCxnSpPr/>
          <p:nvPr/>
        </p:nvCxnSpPr>
        <p:spPr>
          <a:xfrm flipH="1">
            <a:off x="5375806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9" name="모서리가 둥근 직사각형 1768">
            <a:extLst>
              <a:ext uri="{FF2B5EF4-FFF2-40B4-BE49-F238E27FC236}">
                <a16:creationId xmlns:a16="http://schemas.microsoft.com/office/drawing/2014/main" id="{CCAB9B11-E2B0-8332-D933-D8FDB55C6C03}"/>
              </a:ext>
            </a:extLst>
          </p:cNvPr>
          <p:cNvSpPr/>
          <p:nvPr/>
        </p:nvSpPr>
        <p:spPr>
          <a:xfrm>
            <a:off x="5340681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0" name="모서리가 둥근 직사각형 1769">
            <a:extLst>
              <a:ext uri="{FF2B5EF4-FFF2-40B4-BE49-F238E27FC236}">
                <a16:creationId xmlns:a16="http://schemas.microsoft.com/office/drawing/2014/main" id="{C4AABCDE-7A30-C4A1-0E36-60A10B875BCE}"/>
              </a:ext>
            </a:extLst>
          </p:cNvPr>
          <p:cNvSpPr/>
          <p:nvPr/>
        </p:nvSpPr>
        <p:spPr>
          <a:xfrm>
            <a:off x="5340681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1" name="모서리가 둥근 직사각형 1770">
            <a:extLst>
              <a:ext uri="{FF2B5EF4-FFF2-40B4-BE49-F238E27FC236}">
                <a16:creationId xmlns:a16="http://schemas.microsoft.com/office/drawing/2014/main" id="{18837C88-4A17-DB80-7A37-56991F9E9D55}"/>
              </a:ext>
            </a:extLst>
          </p:cNvPr>
          <p:cNvSpPr/>
          <p:nvPr/>
        </p:nvSpPr>
        <p:spPr>
          <a:xfrm>
            <a:off x="5430160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2" name="모서리가 둥근 직사각형 1771">
            <a:extLst>
              <a:ext uri="{FF2B5EF4-FFF2-40B4-BE49-F238E27FC236}">
                <a16:creationId xmlns:a16="http://schemas.microsoft.com/office/drawing/2014/main" id="{8E44EB11-7ECF-8DAD-6811-FBB3BE35D60D}"/>
              </a:ext>
            </a:extLst>
          </p:cNvPr>
          <p:cNvSpPr/>
          <p:nvPr/>
        </p:nvSpPr>
        <p:spPr>
          <a:xfrm>
            <a:off x="5430160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3" name="모서리가 둥근 직사각형 1772">
            <a:extLst>
              <a:ext uri="{FF2B5EF4-FFF2-40B4-BE49-F238E27FC236}">
                <a16:creationId xmlns:a16="http://schemas.microsoft.com/office/drawing/2014/main" id="{3CD136F7-AC29-E40A-1A38-0EF8A88171CB}"/>
              </a:ext>
            </a:extLst>
          </p:cNvPr>
          <p:cNvSpPr/>
          <p:nvPr/>
        </p:nvSpPr>
        <p:spPr>
          <a:xfrm>
            <a:off x="5388141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74" name="직선 연결선 1773">
            <a:extLst>
              <a:ext uri="{FF2B5EF4-FFF2-40B4-BE49-F238E27FC236}">
                <a16:creationId xmlns:a16="http://schemas.microsoft.com/office/drawing/2014/main" id="{2FAEF167-2A76-DDFC-9FCD-92D9D52D6748}"/>
              </a:ext>
            </a:extLst>
          </p:cNvPr>
          <p:cNvCxnSpPr/>
          <p:nvPr/>
        </p:nvCxnSpPr>
        <p:spPr>
          <a:xfrm>
            <a:off x="5556554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" name="직선 연결선 1774">
            <a:extLst>
              <a:ext uri="{FF2B5EF4-FFF2-40B4-BE49-F238E27FC236}">
                <a16:creationId xmlns:a16="http://schemas.microsoft.com/office/drawing/2014/main" id="{2A35738D-1773-9BD8-E1B6-1D32942673D2}"/>
              </a:ext>
            </a:extLst>
          </p:cNvPr>
          <p:cNvCxnSpPr/>
          <p:nvPr/>
        </p:nvCxnSpPr>
        <p:spPr>
          <a:xfrm>
            <a:off x="5514535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6" name="모서리가 둥근 직사각형 1775">
            <a:extLst>
              <a:ext uri="{FF2B5EF4-FFF2-40B4-BE49-F238E27FC236}">
                <a16:creationId xmlns:a16="http://schemas.microsoft.com/office/drawing/2014/main" id="{BD780F30-DF42-5BA9-4579-96C0DCD64A2D}"/>
              </a:ext>
            </a:extLst>
          </p:cNvPr>
          <p:cNvSpPr/>
          <p:nvPr/>
        </p:nvSpPr>
        <p:spPr>
          <a:xfrm>
            <a:off x="5518846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7" name="모서리가 둥근 직사각형 1776">
            <a:extLst>
              <a:ext uri="{FF2B5EF4-FFF2-40B4-BE49-F238E27FC236}">
                <a16:creationId xmlns:a16="http://schemas.microsoft.com/office/drawing/2014/main" id="{8B2564FE-B60B-00B3-5B27-4DBE0E44F864}"/>
              </a:ext>
            </a:extLst>
          </p:cNvPr>
          <p:cNvSpPr/>
          <p:nvPr/>
        </p:nvSpPr>
        <p:spPr>
          <a:xfrm>
            <a:off x="5518846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78" name="모서리가 둥근 직사각형 1777">
            <a:extLst>
              <a:ext uri="{FF2B5EF4-FFF2-40B4-BE49-F238E27FC236}">
                <a16:creationId xmlns:a16="http://schemas.microsoft.com/office/drawing/2014/main" id="{798D7AB1-D7D1-00A0-3B00-C253B8921FAE}"/>
              </a:ext>
            </a:extLst>
          </p:cNvPr>
          <p:cNvSpPr/>
          <p:nvPr/>
        </p:nvSpPr>
        <p:spPr>
          <a:xfrm>
            <a:off x="5476826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79" name="직선 연결선 1778">
            <a:extLst>
              <a:ext uri="{FF2B5EF4-FFF2-40B4-BE49-F238E27FC236}">
                <a16:creationId xmlns:a16="http://schemas.microsoft.com/office/drawing/2014/main" id="{946D5FF5-A8C9-2CEA-90E0-183F4337022D}"/>
              </a:ext>
            </a:extLst>
          </p:cNvPr>
          <p:cNvCxnSpPr/>
          <p:nvPr/>
        </p:nvCxnSpPr>
        <p:spPr>
          <a:xfrm>
            <a:off x="5436145" y="421872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0" name="모서리가 둥근 직사각형 1779">
            <a:extLst>
              <a:ext uri="{FF2B5EF4-FFF2-40B4-BE49-F238E27FC236}">
                <a16:creationId xmlns:a16="http://schemas.microsoft.com/office/drawing/2014/main" id="{C0A85711-E9AF-52CC-8B70-B547AC4FF2AC}"/>
              </a:ext>
            </a:extLst>
          </p:cNvPr>
          <p:cNvSpPr/>
          <p:nvPr/>
        </p:nvSpPr>
        <p:spPr>
          <a:xfrm>
            <a:off x="5403681" y="419305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781" name="직선 연결선 1780">
            <a:extLst>
              <a:ext uri="{FF2B5EF4-FFF2-40B4-BE49-F238E27FC236}">
                <a16:creationId xmlns:a16="http://schemas.microsoft.com/office/drawing/2014/main" id="{39C1BEF6-3F80-AA96-0BBF-00A6C116B528}"/>
              </a:ext>
            </a:extLst>
          </p:cNvPr>
          <p:cNvCxnSpPr/>
          <p:nvPr/>
        </p:nvCxnSpPr>
        <p:spPr>
          <a:xfrm flipH="1">
            <a:off x="5535510" y="428542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2" name="직선 연결선 1781">
            <a:extLst>
              <a:ext uri="{FF2B5EF4-FFF2-40B4-BE49-F238E27FC236}">
                <a16:creationId xmlns:a16="http://schemas.microsoft.com/office/drawing/2014/main" id="{3705354E-B85D-F839-C4FC-2917AA21ACB4}"/>
              </a:ext>
            </a:extLst>
          </p:cNvPr>
          <p:cNvCxnSpPr/>
          <p:nvPr/>
        </p:nvCxnSpPr>
        <p:spPr>
          <a:xfrm>
            <a:off x="5577529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3" name="직선 연결선 1782">
            <a:extLst>
              <a:ext uri="{FF2B5EF4-FFF2-40B4-BE49-F238E27FC236}">
                <a16:creationId xmlns:a16="http://schemas.microsoft.com/office/drawing/2014/main" id="{89822050-C88A-AFD0-5834-3FF50BB87979}"/>
              </a:ext>
            </a:extLst>
          </p:cNvPr>
          <p:cNvCxnSpPr/>
          <p:nvPr/>
        </p:nvCxnSpPr>
        <p:spPr>
          <a:xfrm>
            <a:off x="5487668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4" name="직선 연결선 1783">
            <a:extLst>
              <a:ext uri="{FF2B5EF4-FFF2-40B4-BE49-F238E27FC236}">
                <a16:creationId xmlns:a16="http://schemas.microsoft.com/office/drawing/2014/main" id="{DFB0CB8C-2EF7-AA34-CCA3-6345BDC1832E}"/>
              </a:ext>
            </a:extLst>
          </p:cNvPr>
          <p:cNvCxnSpPr/>
          <p:nvPr/>
        </p:nvCxnSpPr>
        <p:spPr>
          <a:xfrm>
            <a:off x="5535510" y="43366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5" name="직선 연결선 1784">
            <a:extLst>
              <a:ext uri="{FF2B5EF4-FFF2-40B4-BE49-F238E27FC236}">
                <a16:creationId xmlns:a16="http://schemas.microsoft.com/office/drawing/2014/main" id="{1FE31066-CE58-279D-5B87-8703C9CE9C2E}"/>
              </a:ext>
            </a:extLst>
          </p:cNvPr>
          <p:cNvCxnSpPr/>
          <p:nvPr/>
        </p:nvCxnSpPr>
        <p:spPr>
          <a:xfrm flipH="1">
            <a:off x="5485467" y="43333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6" name="모서리가 둥근 직사각형 1785">
            <a:extLst>
              <a:ext uri="{FF2B5EF4-FFF2-40B4-BE49-F238E27FC236}">
                <a16:creationId xmlns:a16="http://schemas.microsoft.com/office/drawing/2014/main" id="{CAA04082-4DB0-80A3-FCAF-0086084A7EC4}"/>
              </a:ext>
            </a:extLst>
          </p:cNvPr>
          <p:cNvSpPr/>
          <p:nvPr/>
        </p:nvSpPr>
        <p:spPr>
          <a:xfrm>
            <a:off x="5450343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7" name="모서리가 둥근 직사각형 1786">
            <a:extLst>
              <a:ext uri="{FF2B5EF4-FFF2-40B4-BE49-F238E27FC236}">
                <a16:creationId xmlns:a16="http://schemas.microsoft.com/office/drawing/2014/main" id="{6EC34AC9-FFBF-8770-82F2-8E3519F797E8}"/>
              </a:ext>
            </a:extLst>
          </p:cNvPr>
          <p:cNvSpPr/>
          <p:nvPr/>
        </p:nvSpPr>
        <p:spPr>
          <a:xfrm>
            <a:off x="5450343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8" name="모서리가 둥근 직사각형 1787">
            <a:extLst>
              <a:ext uri="{FF2B5EF4-FFF2-40B4-BE49-F238E27FC236}">
                <a16:creationId xmlns:a16="http://schemas.microsoft.com/office/drawing/2014/main" id="{0F1D9A83-BB0C-4AD4-A75C-D7E7F87B7D7F}"/>
              </a:ext>
            </a:extLst>
          </p:cNvPr>
          <p:cNvSpPr/>
          <p:nvPr/>
        </p:nvSpPr>
        <p:spPr>
          <a:xfrm>
            <a:off x="5539821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89" name="모서리가 둥근 직사각형 1788">
            <a:extLst>
              <a:ext uri="{FF2B5EF4-FFF2-40B4-BE49-F238E27FC236}">
                <a16:creationId xmlns:a16="http://schemas.microsoft.com/office/drawing/2014/main" id="{BECC0123-F67D-1DC4-E7CC-4C9F8BADD183}"/>
              </a:ext>
            </a:extLst>
          </p:cNvPr>
          <p:cNvSpPr/>
          <p:nvPr/>
        </p:nvSpPr>
        <p:spPr>
          <a:xfrm>
            <a:off x="5539821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0" name="모서리가 둥근 직사각형 1789">
            <a:extLst>
              <a:ext uri="{FF2B5EF4-FFF2-40B4-BE49-F238E27FC236}">
                <a16:creationId xmlns:a16="http://schemas.microsoft.com/office/drawing/2014/main" id="{8F0F885B-9424-2A2D-706F-4B7659D560C1}"/>
              </a:ext>
            </a:extLst>
          </p:cNvPr>
          <p:cNvSpPr/>
          <p:nvPr/>
        </p:nvSpPr>
        <p:spPr>
          <a:xfrm>
            <a:off x="5497802" y="430691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91" name="직선 연결선 1790">
            <a:extLst>
              <a:ext uri="{FF2B5EF4-FFF2-40B4-BE49-F238E27FC236}">
                <a16:creationId xmlns:a16="http://schemas.microsoft.com/office/drawing/2014/main" id="{A54EB608-5078-F427-F6B1-0026050989E8}"/>
              </a:ext>
            </a:extLst>
          </p:cNvPr>
          <p:cNvCxnSpPr/>
          <p:nvPr/>
        </p:nvCxnSpPr>
        <p:spPr>
          <a:xfrm>
            <a:off x="5666215" y="43587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직선 연결선 1791">
            <a:extLst>
              <a:ext uri="{FF2B5EF4-FFF2-40B4-BE49-F238E27FC236}">
                <a16:creationId xmlns:a16="http://schemas.microsoft.com/office/drawing/2014/main" id="{6C9ADBA3-26F4-A244-8672-63B60ACB44B2}"/>
              </a:ext>
            </a:extLst>
          </p:cNvPr>
          <p:cNvCxnSpPr/>
          <p:nvPr/>
        </p:nvCxnSpPr>
        <p:spPr>
          <a:xfrm>
            <a:off x="5624196" y="42860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3" name="모서리가 둥근 직사각형 1792">
            <a:extLst>
              <a:ext uri="{FF2B5EF4-FFF2-40B4-BE49-F238E27FC236}">
                <a16:creationId xmlns:a16="http://schemas.microsoft.com/office/drawing/2014/main" id="{E779E826-C351-6243-D9EF-9B22D66879C4}"/>
              </a:ext>
            </a:extLst>
          </p:cNvPr>
          <p:cNvSpPr/>
          <p:nvPr/>
        </p:nvSpPr>
        <p:spPr>
          <a:xfrm>
            <a:off x="5628507" y="44037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4" name="모서리가 둥근 직사각형 1793">
            <a:extLst>
              <a:ext uri="{FF2B5EF4-FFF2-40B4-BE49-F238E27FC236}">
                <a16:creationId xmlns:a16="http://schemas.microsoft.com/office/drawing/2014/main" id="{F501707E-3607-B3B5-F0B5-2F1BC3EE6D47}"/>
              </a:ext>
            </a:extLst>
          </p:cNvPr>
          <p:cNvSpPr/>
          <p:nvPr/>
        </p:nvSpPr>
        <p:spPr>
          <a:xfrm>
            <a:off x="5628507" y="43299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795" name="모서리가 둥근 직사각형 1794">
            <a:extLst>
              <a:ext uri="{FF2B5EF4-FFF2-40B4-BE49-F238E27FC236}">
                <a16:creationId xmlns:a16="http://schemas.microsoft.com/office/drawing/2014/main" id="{803A45FB-366E-0B58-B786-4F487C7D93EB}"/>
              </a:ext>
            </a:extLst>
          </p:cNvPr>
          <p:cNvSpPr/>
          <p:nvPr/>
        </p:nvSpPr>
        <p:spPr>
          <a:xfrm>
            <a:off x="5586487" y="42562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796" name="직선 연결선 1795">
            <a:extLst>
              <a:ext uri="{FF2B5EF4-FFF2-40B4-BE49-F238E27FC236}">
                <a16:creationId xmlns:a16="http://schemas.microsoft.com/office/drawing/2014/main" id="{6C60F976-6D6E-A414-E826-109E1E181EB4}"/>
              </a:ext>
            </a:extLst>
          </p:cNvPr>
          <p:cNvCxnSpPr/>
          <p:nvPr/>
        </p:nvCxnSpPr>
        <p:spPr>
          <a:xfrm flipH="1">
            <a:off x="5090932" y="4877074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7" name="직선 연결선 1796">
            <a:extLst>
              <a:ext uri="{FF2B5EF4-FFF2-40B4-BE49-F238E27FC236}">
                <a16:creationId xmlns:a16="http://schemas.microsoft.com/office/drawing/2014/main" id="{B1411159-8D69-5D7E-D87F-757D80B4068F}"/>
              </a:ext>
            </a:extLst>
          </p:cNvPr>
          <p:cNvCxnSpPr/>
          <p:nvPr/>
        </p:nvCxnSpPr>
        <p:spPr>
          <a:xfrm>
            <a:off x="4904141" y="477878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8" name="직선 연결선 1797">
            <a:extLst>
              <a:ext uri="{FF2B5EF4-FFF2-40B4-BE49-F238E27FC236}">
                <a16:creationId xmlns:a16="http://schemas.microsoft.com/office/drawing/2014/main" id="{084D4235-C208-8C3C-725C-03E11DA6F80D}"/>
              </a:ext>
            </a:extLst>
          </p:cNvPr>
          <p:cNvCxnSpPr/>
          <p:nvPr/>
        </p:nvCxnSpPr>
        <p:spPr>
          <a:xfrm flipH="1">
            <a:off x="4617090" y="477048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9" name="직선 연결선 1798">
            <a:extLst>
              <a:ext uri="{FF2B5EF4-FFF2-40B4-BE49-F238E27FC236}">
                <a16:creationId xmlns:a16="http://schemas.microsoft.com/office/drawing/2014/main" id="{B611C7CA-BD15-0539-7C6C-554CF43795A8}"/>
              </a:ext>
            </a:extLst>
          </p:cNvPr>
          <p:cNvCxnSpPr/>
          <p:nvPr/>
        </p:nvCxnSpPr>
        <p:spPr>
          <a:xfrm flipH="1">
            <a:off x="4485977" y="487657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0" name="모서리가 둥근 직사각형 1799">
            <a:extLst>
              <a:ext uri="{FF2B5EF4-FFF2-40B4-BE49-F238E27FC236}">
                <a16:creationId xmlns:a16="http://schemas.microsoft.com/office/drawing/2014/main" id="{92D3EB86-3108-9FC8-F8E8-643F131D8F40}"/>
              </a:ext>
            </a:extLst>
          </p:cNvPr>
          <p:cNvSpPr/>
          <p:nvPr/>
        </p:nvSpPr>
        <p:spPr>
          <a:xfrm>
            <a:off x="4843421" y="47421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801" name="직선 연결선 1800">
            <a:extLst>
              <a:ext uri="{FF2B5EF4-FFF2-40B4-BE49-F238E27FC236}">
                <a16:creationId xmlns:a16="http://schemas.microsoft.com/office/drawing/2014/main" id="{DB34C627-D807-B9C9-00AA-3A1A903D8B77}"/>
              </a:ext>
            </a:extLst>
          </p:cNvPr>
          <p:cNvCxnSpPr/>
          <p:nvPr/>
        </p:nvCxnSpPr>
        <p:spPr>
          <a:xfrm flipH="1">
            <a:off x="4291970" y="5144715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직선 연결선 1801">
            <a:extLst>
              <a:ext uri="{FF2B5EF4-FFF2-40B4-BE49-F238E27FC236}">
                <a16:creationId xmlns:a16="http://schemas.microsoft.com/office/drawing/2014/main" id="{DB631C30-2045-EB2B-4BB4-1AEE90341788}"/>
              </a:ext>
            </a:extLst>
          </p:cNvPr>
          <p:cNvCxnSpPr/>
          <p:nvPr/>
        </p:nvCxnSpPr>
        <p:spPr>
          <a:xfrm>
            <a:off x="4333989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직선 연결선 1802">
            <a:extLst>
              <a:ext uri="{FF2B5EF4-FFF2-40B4-BE49-F238E27FC236}">
                <a16:creationId xmlns:a16="http://schemas.microsoft.com/office/drawing/2014/main" id="{26FB1B79-79B5-CBD4-2CB8-5C138326376D}"/>
              </a:ext>
            </a:extLst>
          </p:cNvPr>
          <p:cNvCxnSpPr/>
          <p:nvPr/>
        </p:nvCxnSpPr>
        <p:spPr>
          <a:xfrm>
            <a:off x="4244127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" name="직선 연결선 1803">
            <a:extLst>
              <a:ext uri="{FF2B5EF4-FFF2-40B4-BE49-F238E27FC236}">
                <a16:creationId xmlns:a16="http://schemas.microsoft.com/office/drawing/2014/main" id="{546C8004-0534-A0C2-A5B1-BF9DF5C40CFA}"/>
              </a:ext>
            </a:extLst>
          </p:cNvPr>
          <p:cNvCxnSpPr/>
          <p:nvPr/>
        </p:nvCxnSpPr>
        <p:spPr>
          <a:xfrm>
            <a:off x="4291971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5" name="직선 연결선 1804">
            <a:extLst>
              <a:ext uri="{FF2B5EF4-FFF2-40B4-BE49-F238E27FC236}">
                <a16:creationId xmlns:a16="http://schemas.microsoft.com/office/drawing/2014/main" id="{B1D847B3-EF8D-A561-0412-5CABD9DC9C6F}"/>
              </a:ext>
            </a:extLst>
          </p:cNvPr>
          <p:cNvCxnSpPr/>
          <p:nvPr/>
        </p:nvCxnSpPr>
        <p:spPr>
          <a:xfrm flipH="1">
            <a:off x="4241927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6" name="모서리가 둥근 직사각형 1805">
            <a:extLst>
              <a:ext uri="{FF2B5EF4-FFF2-40B4-BE49-F238E27FC236}">
                <a16:creationId xmlns:a16="http://schemas.microsoft.com/office/drawing/2014/main" id="{EC166CA9-C1D4-3AB7-451D-4E4F8BD666F1}"/>
              </a:ext>
            </a:extLst>
          </p:cNvPr>
          <p:cNvSpPr/>
          <p:nvPr/>
        </p:nvSpPr>
        <p:spPr>
          <a:xfrm>
            <a:off x="4206802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7" name="모서리가 둥근 직사각형 1806">
            <a:extLst>
              <a:ext uri="{FF2B5EF4-FFF2-40B4-BE49-F238E27FC236}">
                <a16:creationId xmlns:a16="http://schemas.microsoft.com/office/drawing/2014/main" id="{FC9F38CB-B88F-3C54-7831-A554C8ECEF12}"/>
              </a:ext>
            </a:extLst>
          </p:cNvPr>
          <p:cNvSpPr/>
          <p:nvPr/>
        </p:nvSpPr>
        <p:spPr>
          <a:xfrm>
            <a:off x="4206802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8" name="모서리가 둥근 직사각형 1807">
            <a:extLst>
              <a:ext uri="{FF2B5EF4-FFF2-40B4-BE49-F238E27FC236}">
                <a16:creationId xmlns:a16="http://schemas.microsoft.com/office/drawing/2014/main" id="{1F8D5245-ABD2-CBB2-42AE-41257347B700}"/>
              </a:ext>
            </a:extLst>
          </p:cNvPr>
          <p:cNvSpPr/>
          <p:nvPr/>
        </p:nvSpPr>
        <p:spPr>
          <a:xfrm>
            <a:off x="4296281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09" name="모서리가 둥근 직사각형 1808">
            <a:extLst>
              <a:ext uri="{FF2B5EF4-FFF2-40B4-BE49-F238E27FC236}">
                <a16:creationId xmlns:a16="http://schemas.microsoft.com/office/drawing/2014/main" id="{23B07F5B-6051-8C57-F99F-A469EE4863AA}"/>
              </a:ext>
            </a:extLst>
          </p:cNvPr>
          <p:cNvSpPr/>
          <p:nvPr/>
        </p:nvSpPr>
        <p:spPr>
          <a:xfrm>
            <a:off x="4296281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0" name="모서리가 둥근 직사각형 1809">
            <a:extLst>
              <a:ext uri="{FF2B5EF4-FFF2-40B4-BE49-F238E27FC236}">
                <a16:creationId xmlns:a16="http://schemas.microsoft.com/office/drawing/2014/main" id="{D21CA53E-3B6C-F6FD-08E5-9EBD47FF90C4}"/>
              </a:ext>
            </a:extLst>
          </p:cNvPr>
          <p:cNvSpPr/>
          <p:nvPr/>
        </p:nvSpPr>
        <p:spPr>
          <a:xfrm>
            <a:off x="4254262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11" name="직선 연결선 1810">
            <a:extLst>
              <a:ext uri="{FF2B5EF4-FFF2-40B4-BE49-F238E27FC236}">
                <a16:creationId xmlns:a16="http://schemas.microsoft.com/office/drawing/2014/main" id="{CE0E832E-DC62-9C6C-6CD6-6007C85BFB60}"/>
              </a:ext>
            </a:extLst>
          </p:cNvPr>
          <p:cNvCxnSpPr/>
          <p:nvPr/>
        </p:nvCxnSpPr>
        <p:spPr>
          <a:xfrm>
            <a:off x="4487120" y="514549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2" name="모서리가 둥근 직사각형 1811">
            <a:extLst>
              <a:ext uri="{FF2B5EF4-FFF2-40B4-BE49-F238E27FC236}">
                <a16:creationId xmlns:a16="http://schemas.microsoft.com/office/drawing/2014/main" id="{2EA5A636-EBCC-BCD9-1378-C3DD77E25B4D}"/>
              </a:ext>
            </a:extLst>
          </p:cNvPr>
          <p:cNvSpPr/>
          <p:nvPr/>
        </p:nvSpPr>
        <p:spPr>
          <a:xfrm>
            <a:off x="4454656" y="511981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13" name="직선 연결선 1812">
            <a:extLst>
              <a:ext uri="{FF2B5EF4-FFF2-40B4-BE49-F238E27FC236}">
                <a16:creationId xmlns:a16="http://schemas.microsoft.com/office/drawing/2014/main" id="{D54632A1-E703-DECA-A87C-3F8B00A68E3E}"/>
              </a:ext>
            </a:extLst>
          </p:cNvPr>
          <p:cNvCxnSpPr/>
          <p:nvPr/>
        </p:nvCxnSpPr>
        <p:spPr>
          <a:xfrm>
            <a:off x="4422675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4" name="직선 연결선 1813">
            <a:extLst>
              <a:ext uri="{FF2B5EF4-FFF2-40B4-BE49-F238E27FC236}">
                <a16:creationId xmlns:a16="http://schemas.microsoft.com/office/drawing/2014/main" id="{69B3CD06-90FB-7909-EAE9-DEE7CB683CC1}"/>
              </a:ext>
            </a:extLst>
          </p:cNvPr>
          <p:cNvCxnSpPr/>
          <p:nvPr/>
        </p:nvCxnSpPr>
        <p:spPr>
          <a:xfrm>
            <a:off x="4380656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5" name="모서리가 둥근 직사각형 1814">
            <a:extLst>
              <a:ext uri="{FF2B5EF4-FFF2-40B4-BE49-F238E27FC236}">
                <a16:creationId xmlns:a16="http://schemas.microsoft.com/office/drawing/2014/main" id="{A5D8525A-754F-293A-AEC2-71C35343D8E6}"/>
              </a:ext>
            </a:extLst>
          </p:cNvPr>
          <p:cNvSpPr/>
          <p:nvPr/>
        </p:nvSpPr>
        <p:spPr>
          <a:xfrm>
            <a:off x="4384967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6" name="모서리가 둥근 직사각형 1815">
            <a:extLst>
              <a:ext uri="{FF2B5EF4-FFF2-40B4-BE49-F238E27FC236}">
                <a16:creationId xmlns:a16="http://schemas.microsoft.com/office/drawing/2014/main" id="{31EA105D-2A88-2842-39BC-E00E8B79FFFB}"/>
              </a:ext>
            </a:extLst>
          </p:cNvPr>
          <p:cNvSpPr/>
          <p:nvPr/>
        </p:nvSpPr>
        <p:spPr>
          <a:xfrm>
            <a:off x="4384967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17" name="모서리가 둥근 직사각형 1816">
            <a:extLst>
              <a:ext uri="{FF2B5EF4-FFF2-40B4-BE49-F238E27FC236}">
                <a16:creationId xmlns:a16="http://schemas.microsoft.com/office/drawing/2014/main" id="{79C4FADD-8609-EED3-9C3E-B9ABFC145CF7}"/>
              </a:ext>
            </a:extLst>
          </p:cNvPr>
          <p:cNvSpPr/>
          <p:nvPr/>
        </p:nvSpPr>
        <p:spPr>
          <a:xfrm>
            <a:off x="4342948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18" name="직선 연결선 1817">
            <a:extLst>
              <a:ext uri="{FF2B5EF4-FFF2-40B4-BE49-F238E27FC236}">
                <a16:creationId xmlns:a16="http://schemas.microsoft.com/office/drawing/2014/main" id="{B0D1CFBA-1D9C-CF89-B277-128DAFEF5D98}"/>
              </a:ext>
            </a:extLst>
          </p:cNvPr>
          <p:cNvCxnSpPr/>
          <p:nvPr/>
        </p:nvCxnSpPr>
        <p:spPr>
          <a:xfrm flipH="1">
            <a:off x="4586485" y="521219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9" name="직선 연결선 1818">
            <a:extLst>
              <a:ext uri="{FF2B5EF4-FFF2-40B4-BE49-F238E27FC236}">
                <a16:creationId xmlns:a16="http://schemas.microsoft.com/office/drawing/2014/main" id="{9D6A9EA4-B9DC-6426-43B3-B0F769275607}"/>
              </a:ext>
            </a:extLst>
          </p:cNvPr>
          <p:cNvCxnSpPr/>
          <p:nvPr/>
        </p:nvCxnSpPr>
        <p:spPr>
          <a:xfrm>
            <a:off x="4628504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0" name="직선 연결선 1819">
            <a:extLst>
              <a:ext uri="{FF2B5EF4-FFF2-40B4-BE49-F238E27FC236}">
                <a16:creationId xmlns:a16="http://schemas.microsoft.com/office/drawing/2014/main" id="{EE3F96EA-FAB6-CA22-B4E6-A910DCDE6F32}"/>
              </a:ext>
            </a:extLst>
          </p:cNvPr>
          <p:cNvCxnSpPr/>
          <p:nvPr/>
        </p:nvCxnSpPr>
        <p:spPr>
          <a:xfrm>
            <a:off x="4538642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1" name="직선 연결선 1820">
            <a:extLst>
              <a:ext uri="{FF2B5EF4-FFF2-40B4-BE49-F238E27FC236}">
                <a16:creationId xmlns:a16="http://schemas.microsoft.com/office/drawing/2014/main" id="{48C4261D-D92D-CDDD-7961-AF2A62D8202B}"/>
              </a:ext>
            </a:extLst>
          </p:cNvPr>
          <p:cNvCxnSpPr/>
          <p:nvPr/>
        </p:nvCxnSpPr>
        <p:spPr>
          <a:xfrm>
            <a:off x="4586485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2" name="직선 연결선 1821">
            <a:extLst>
              <a:ext uri="{FF2B5EF4-FFF2-40B4-BE49-F238E27FC236}">
                <a16:creationId xmlns:a16="http://schemas.microsoft.com/office/drawing/2014/main" id="{407444D4-0AF2-2D7F-CD38-C89834067147}"/>
              </a:ext>
            </a:extLst>
          </p:cNvPr>
          <p:cNvCxnSpPr/>
          <p:nvPr/>
        </p:nvCxnSpPr>
        <p:spPr>
          <a:xfrm flipH="1">
            <a:off x="4536442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3" name="모서리가 둥근 직사각형 1822">
            <a:extLst>
              <a:ext uri="{FF2B5EF4-FFF2-40B4-BE49-F238E27FC236}">
                <a16:creationId xmlns:a16="http://schemas.microsoft.com/office/drawing/2014/main" id="{428F7552-7005-DD98-E5BE-CF553E127D58}"/>
              </a:ext>
            </a:extLst>
          </p:cNvPr>
          <p:cNvSpPr/>
          <p:nvPr/>
        </p:nvSpPr>
        <p:spPr>
          <a:xfrm>
            <a:off x="4501317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4" name="모서리가 둥근 직사각형 1823">
            <a:extLst>
              <a:ext uri="{FF2B5EF4-FFF2-40B4-BE49-F238E27FC236}">
                <a16:creationId xmlns:a16="http://schemas.microsoft.com/office/drawing/2014/main" id="{D4FC2CAB-7729-9F02-ECAE-513A03A7724A}"/>
              </a:ext>
            </a:extLst>
          </p:cNvPr>
          <p:cNvSpPr/>
          <p:nvPr/>
        </p:nvSpPr>
        <p:spPr>
          <a:xfrm>
            <a:off x="4501317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5" name="모서리가 둥근 직사각형 1824">
            <a:extLst>
              <a:ext uri="{FF2B5EF4-FFF2-40B4-BE49-F238E27FC236}">
                <a16:creationId xmlns:a16="http://schemas.microsoft.com/office/drawing/2014/main" id="{FE8C14C1-CD89-2477-12A1-81430B7771EC}"/>
              </a:ext>
            </a:extLst>
          </p:cNvPr>
          <p:cNvSpPr/>
          <p:nvPr/>
        </p:nvSpPr>
        <p:spPr>
          <a:xfrm>
            <a:off x="4590796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6" name="모서리가 둥근 직사각형 1825">
            <a:extLst>
              <a:ext uri="{FF2B5EF4-FFF2-40B4-BE49-F238E27FC236}">
                <a16:creationId xmlns:a16="http://schemas.microsoft.com/office/drawing/2014/main" id="{BF19659B-E9A0-81AB-D96A-9847DE5C4566}"/>
              </a:ext>
            </a:extLst>
          </p:cNvPr>
          <p:cNvSpPr/>
          <p:nvPr/>
        </p:nvSpPr>
        <p:spPr>
          <a:xfrm>
            <a:off x="4590796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27" name="모서리가 둥근 직사각형 1826">
            <a:extLst>
              <a:ext uri="{FF2B5EF4-FFF2-40B4-BE49-F238E27FC236}">
                <a16:creationId xmlns:a16="http://schemas.microsoft.com/office/drawing/2014/main" id="{5F30731E-D2FC-16EE-78E3-15E8ABC29A2D}"/>
              </a:ext>
            </a:extLst>
          </p:cNvPr>
          <p:cNvSpPr/>
          <p:nvPr/>
        </p:nvSpPr>
        <p:spPr>
          <a:xfrm>
            <a:off x="4548777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28" name="직선 연결선 1827">
            <a:extLst>
              <a:ext uri="{FF2B5EF4-FFF2-40B4-BE49-F238E27FC236}">
                <a16:creationId xmlns:a16="http://schemas.microsoft.com/office/drawing/2014/main" id="{1147150E-2BBB-953B-C0E5-68EA921F4AD4}"/>
              </a:ext>
            </a:extLst>
          </p:cNvPr>
          <p:cNvCxnSpPr/>
          <p:nvPr/>
        </p:nvCxnSpPr>
        <p:spPr>
          <a:xfrm>
            <a:off x="4717189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9" name="직선 연결선 1828">
            <a:extLst>
              <a:ext uri="{FF2B5EF4-FFF2-40B4-BE49-F238E27FC236}">
                <a16:creationId xmlns:a16="http://schemas.microsoft.com/office/drawing/2014/main" id="{3E3E3B3A-0D06-C7FD-F223-C5C030343A60}"/>
              </a:ext>
            </a:extLst>
          </p:cNvPr>
          <p:cNvCxnSpPr/>
          <p:nvPr/>
        </p:nvCxnSpPr>
        <p:spPr>
          <a:xfrm>
            <a:off x="4675170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0" name="모서리가 둥근 직사각형 1829">
            <a:extLst>
              <a:ext uri="{FF2B5EF4-FFF2-40B4-BE49-F238E27FC236}">
                <a16:creationId xmlns:a16="http://schemas.microsoft.com/office/drawing/2014/main" id="{1304D488-E93A-3E93-0426-F736A84C4A56}"/>
              </a:ext>
            </a:extLst>
          </p:cNvPr>
          <p:cNvSpPr/>
          <p:nvPr/>
        </p:nvSpPr>
        <p:spPr>
          <a:xfrm>
            <a:off x="4679481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31" name="모서리가 둥근 직사각형 1830">
            <a:extLst>
              <a:ext uri="{FF2B5EF4-FFF2-40B4-BE49-F238E27FC236}">
                <a16:creationId xmlns:a16="http://schemas.microsoft.com/office/drawing/2014/main" id="{F2B70521-6131-FD5E-E866-F7E17A06EAF5}"/>
              </a:ext>
            </a:extLst>
          </p:cNvPr>
          <p:cNvSpPr/>
          <p:nvPr/>
        </p:nvSpPr>
        <p:spPr>
          <a:xfrm>
            <a:off x="4679481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32" name="모서리가 둥근 직사각형 1831">
            <a:extLst>
              <a:ext uri="{FF2B5EF4-FFF2-40B4-BE49-F238E27FC236}">
                <a16:creationId xmlns:a16="http://schemas.microsoft.com/office/drawing/2014/main" id="{8DDC1EFC-3477-CAC2-EC7D-D7269B1ECCB9}"/>
              </a:ext>
            </a:extLst>
          </p:cNvPr>
          <p:cNvSpPr/>
          <p:nvPr/>
        </p:nvSpPr>
        <p:spPr>
          <a:xfrm>
            <a:off x="4637462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34" name="직선 연결선 1833">
            <a:extLst>
              <a:ext uri="{FF2B5EF4-FFF2-40B4-BE49-F238E27FC236}">
                <a16:creationId xmlns:a16="http://schemas.microsoft.com/office/drawing/2014/main" id="{16837DEC-2870-63D0-BC79-84C4E84C3402}"/>
              </a:ext>
            </a:extLst>
          </p:cNvPr>
          <p:cNvCxnSpPr/>
          <p:nvPr/>
        </p:nvCxnSpPr>
        <p:spPr>
          <a:xfrm flipH="1">
            <a:off x="4891674" y="515098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직선 연결선 1834">
            <a:extLst>
              <a:ext uri="{FF2B5EF4-FFF2-40B4-BE49-F238E27FC236}">
                <a16:creationId xmlns:a16="http://schemas.microsoft.com/office/drawing/2014/main" id="{4204D1CF-AC32-36C6-F80B-196079E8E61B}"/>
              </a:ext>
            </a:extLst>
          </p:cNvPr>
          <p:cNvCxnSpPr/>
          <p:nvPr/>
        </p:nvCxnSpPr>
        <p:spPr>
          <a:xfrm>
            <a:off x="4933693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6" name="직선 연결선 1835">
            <a:extLst>
              <a:ext uri="{FF2B5EF4-FFF2-40B4-BE49-F238E27FC236}">
                <a16:creationId xmlns:a16="http://schemas.microsoft.com/office/drawing/2014/main" id="{16AB604C-09E4-A949-FD52-3059B4ACB628}"/>
              </a:ext>
            </a:extLst>
          </p:cNvPr>
          <p:cNvCxnSpPr/>
          <p:nvPr/>
        </p:nvCxnSpPr>
        <p:spPr>
          <a:xfrm>
            <a:off x="4843832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7" name="직선 연결선 1836">
            <a:extLst>
              <a:ext uri="{FF2B5EF4-FFF2-40B4-BE49-F238E27FC236}">
                <a16:creationId xmlns:a16="http://schemas.microsoft.com/office/drawing/2014/main" id="{9EF77212-3161-D020-8982-A39898BE0A1E}"/>
              </a:ext>
            </a:extLst>
          </p:cNvPr>
          <p:cNvCxnSpPr/>
          <p:nvPr/>
        </p:nvCxnSpPr>
        <p:spPr>
          <a:xfrm>
            <a:off x="4891674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8" name="직선 연결선 1837">
            <a:extLst>
              <a:ext uri="{FF2B5EF4-FFF2-40B4-BE49-F238E27FC236}">
                <a16:creationId xmlns:a16="http://schemas.microsoft.com/office/drawing/2014/main" id="{E88451BB-5DBC-6D4C-4077-9D9E6B742E87}"/>
              </a:ext>
            </a:extLst>
          </p:cNvPr>
          <p:cNvCxnSpPr/>
          <p:nvPr/>
        </p:nvCxnSpPr>
        <p:spPr>
          <a:xfrm flipH="1">
            <a:off x="4841630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9" name="모서리가 둥근 직사각형 1838">
            <a:extLst>
              <a:ext uri="{FF2B5EF4-FFF2-40B4-BE49-F238E27FC236}">
                <a16:creationId xmlns:a16="http://schemas.microsoft.com/office/drawing/2014/main" id="{B1FCD413-5826-D947-6922-D179DFB7F032}"/>
              </a:ext>
            </a:extLst>
          </p:cNvPr>
          <p:cNvSpPr/>
          <p:nvPr/>
        </p:nvSpPr>
        <p:spPr>
          <a:xfrm>
            <a:off x="4806506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40" name="모서리가 둥근 직사각형 1839">
            <a:extLst>
              <a:ext uri="{FF2B5EF4-FFF2-40B4-BE49-F238E27FC236}">
                <a16:creationId xmlns:a16="http://schemas.microsoft.com/office/drawing/2014/main" id="{4796E47A-2A23-24A6-D776-61D8A20FF6DA}"/>
              </a:ext>
            </a:extLst>
          </p:cNvPr>
          <p:cNvSpPr/>
          <p:nvPr/>
        </p:nvSpPr>
        <p:spPr>
          <a:xfrm>
            <a:off x="4806506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41" name="모서리가 둥근 직사각형 1840">
            <a:extLst>
              <a:ext uri="{FF2B5EF4-FFF2-40B4-BE49-F238E27FC236}">
                <a16:creationId xmlns:a16="http://schemas.microsoft.com/office/drawing/2014/main" id="{3A867961-0E16-9D7E-883F-3727CFC16571}"/>
              </a:ext>
            </a:extLst>
          </p:cNvPr>
          <p:cNvSpPr/>
          <p:nvPr/>
        </p:nvSpPr>
        <p:spPr>
          <a:xfrm>
            <a:off x="4895985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42" name="모서리가 둥근 직사각형 1841">
            <a:extLst>
              <a:ext uri="{FF2B5EF4-FFF2-40B4-BE49-F238E27FC236}">
                <a16:creationId xmlns:a16="http://schemas.microsoft.com/office/drawing/2014/main" id="{959737D8-96F1-E760-3C5F-6FCC10C4B704}"/>
              </a:ext>
            </a:extLst>
          </p:cNvPr>
          <p:cNvSpPr/>
          <p:nvPr/>
        </p:nvSpPr>
        <p:spPr>
          <a:xfrm>
            <a:off x="4895985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43" name="모서리가 둥근 직사각형 1842">
            <a:extLst>
              <a:ext uri="{FF2B5EF4-FFF2-40B4-BE49-F238E27FC236}">
                <a16:creationId xmlns:a16="http://schemas.microsoft.com/office/drawing/2014/main" id="{D17BBD67-FC1C-DFDE-0AFA-E8143646FBEC}"/>
              </a:ext>
            </a:extLst>
          </p:cNvPr>
          <p:cNvSpPr/>
          <p:nvPr/>
        </p:nvSpPr>
        <p:spPr>
          <a:xfrm>
            <a:off x="4853966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44" name="직선 연결선 1843">
            <a:extLst>
              <a:ext uri="{FF2B5EF4-FFF2-40B4-BE49-F238E27FC236}">
                <a16:creationId xmlns:a16="http://schemas.microsoft.com/office/drawing/2014/main" id="{B80814EB-2A5A-DA8B-9A60-B641514316C9}"/>
              </a:ext>
            </a:extLst>
          </p:cNvPr>
          <p:cNvCxnSpPr/>
          <p:nvPr/>
        </p:nvCxnSpPr>
        <p:spPr>
          <a:xfrm>
            <a:off x="5086824" y="515176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" name="모서리가 둥근 직사각형 1844">
            <a:extLst>
              <a:ext uri="{FF2B5EF4-FFF2-40B4-BE49-F238E27FC236}">
                <a16:creationId xmlns:a16="http://schemas.microsoft.com/office/drawing/2014/main" id="{3FA4F484-27B9-58EA-2CDA-AA995AAA7056}"/>
              </a:ext>
            </a:extLst>
          </p:cNvPr>
          <p:cNvSpPr/>
          <p:nvPr/>
        </p:nvSpPr>
        <p:spPr>
          <a:xfrm>
            <a:off x="5054360" y="512608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46" name="직선 연결선 1845">
            <a:extLst>
              <a:ext uri="{FF2B5EF4-FFF2-40B4-BE49-F238E27FC236}">
                <a16:creationId xmlns:a16="http://schemas.microsoft.com/office/drawing/2014/main" id="{E656F4B1-3DA1-51E9-3990-4CC6CE4243B3}"/>
              </a:ext>
            </a:extLst>
          </p:cNvPr>
          <p:cNvCxnSpPr/>
          <p:nvPr/>
        </p:nvCxnSpPr>
        <p:spPr>
          <a:xfrm>
            <a:off x="5022379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7" name="직선 연결선 1846">
            <a:extLst>
              <a:ext uri="{FF2B5EF4-FFF2-40B4-BE49-F238E27FC236}">
                <a16:creationId xmlns:a16="http://schemas.microsoft.com/office/drawing/2014/main" id="{0DFD921A-5150-A443-1EC8-9DEDAD4B4810}"/>
              </a:ext>
            </a:extLst>
          </p:cNvPr>
          <p:cNvCxnSpPr/>
          <p:nvPr/>
        </p:nvCxnSpPr>
        <p:spPr>
          <a:xfrm>
            <a:off x="4980360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8" name="모서리가 둥근 직사각형 1847">
            <a:extLst>
              <a:ext uri="{FF2B5EF4-FFF2-40B4-BE49-F238E27FC236}">
                <a16:creationId xmlns:a16="http://schemas.microsoft.com/office/drawing/2014/main" id="{C8166D7F-5FBA-4824-D84D-AA8627484192}"/>
              </a:ext>
            </a:extLst>
          </p:cNvPr>
          <p:cNvSpPr/>
          <p:nvPr/>
        </p:nvSpPr>
        <p:spPr>
          <a:xfrm>
            <a:off x="4984671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49" name="모서리가 둥근 직사각형 1848">
            <a:extLst>
              <a:ext uri="{FF2B5EF4-FFF2-40B4-BE49-F238E27FC236}">
                <a16:creationId xmlns:a16="http://schemas.microsoft.com/office/drawing/2014/main" id="{61F0F498-E5EB-6DB5-4367-550D2DEBE1E6}"/>
              </a:ext>
            </a:extLst>
          </p:cNvPr>
          <p:cNvSpPr/>
          <p:nvPr/>
        </p:nvSpPr>
        <p:spPr>
          <a:xfrm>
            <a:off x="4984671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50" name="모서리가 둥근 직사각형 1849">
            <a:extLst>
              <a:ext uri="{FF2B5EF4-FFF2-40B4-BE49-F238E27FC236}">
                <a16:creationId xmlns:a16="http://schemas.microsoft.com/office/drawing/2014/main" id="{8E04FBAA-FDBB-B270-6FAC-F53F3DAE7B61}"/>
              </a:ext>
            </a:extLst>
          </p:cNvPr>
          <p:cNvSpPr/>
          <p:nvPr/>
        </p:nvSpPr>
        <p:spPr>
          <a:xfrm>
            <a:off x="4942652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51" name="직선 연결선 1850">
            <a:extLst>
              <a:ext uri="{FF2B5EF4-FFF2-40B4-BE49-F238E27FC236}">
                <a16:creationId xmlns:a16="http://schemas.microsoft.com/office/drawing/2014/main" id="{61D73CEE-4F7D-3C8D-7DB2-E73CB49847D4}"/>
              </a:ext>
            </a:extLst>
          </p:cNvPr>
          <p:cNvCxnSpPr/>
          <p:nvPr/>
        </p:nvCxnSpPr>
        <p:spPr>
          <a:xfrm flipH="1">
            <a:off x="5186189" y="521846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2" name="직선 연결선 1851">
            <a:extLst>
              <a:ext uri="{FF2B5EF4-FFF2-40B4-BE49-F238E27FC236}">
                <a16:creationId xmlns:a16="http://schemas.microsoft.com/office/drawing/2014/main" id="{115BF46C-699E-9429-7A70-79D6F8F68CAF}"/>
              </a:ext>
            </a:extLst>
          </p:cNvPr>
          <p:cNvCxnSpPr/>
          <p:nvPr/>
        </p:nvCxnSpPr>
        <p:spPr>
          <a:xfrm>
            <a:off x="5228208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3" name="직선 연결선 1852">
            <a:extLst>
              <a:ext uri="{FF2B5EF4-FFF2-40B4-BE49-F238E27FC236}">
                <a16:creationId xmlns:a16="http://schemas.microsoft.com/office/drawing/2014/main" id="{175B4EBB-083C-04C1-B243-413863762A67}"/>
              </a:ext>
            </a:extLst>
          </p:cNvPr>
          <p:cNvCxnSpPr/>
          <p:nvPr/>
        </p:nvCxnSpPr>
        <p:spPr>
          <a:xfrm>
            <a:off x="5138346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4" name="직선 연결선 1853">
            <a:extLst>
              <a:ext uri="{FF2B5EF4-FFF2-40B4-BE49-F238E27FC236}">
                <a16:creationId xmlns:a16="http://schemas.microsoft.com/office/drawing/2014/main" id="{22EEE510-CAB4-AC56-00DE-68DA9AB5E136}"/>
              </a:ext>
            </a:extLst>
          </p:cNvPr>
          <p:cNvCxnSpPr/>
          <p:nvPr/>
        </p:nvCxnSpPr>
        <p:spPr>
          <a:xfrm>
            <a:off x="5186189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5" name="직선 연결선 1854">
            <a:extLst>
              <a:ext uri="{FF2B5EF4-FFF2-40B4-BE49-F238E27FC236}">
                <a16:creationId xmlns:a16="http://schemas.microsoft.com/office/drawing/2014/main" id="{6D5DDF01-1572-13A1-F217-DDC97CF286B4}"/>
              </a:ext>
            </a:extLst>
          </p:cNvPr>
          <p:cNvCxnSpPr/>
          <p:nvPr/>
        </p:nvCxnSpPr>
        <p:spPr>
          <a:xfrm flipH="1">
            <a:off x="5136145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6" name="모서리가 둥근 직사각형 1855">
            <a:extLst>
              <a:ext uri="{FF2B5EF4-FFF2-40B4-BE49-F238E27FC236}">
                <a16:creationId xmlns:a16="http://schemas.microsoft.com/office/drawing/2014/main" id="{506CDC66-752F-40C1-954E-6698D3735D5B}"/>
              </a:ext>
            </a:extLst>
          </p:cNvPr>
          <p:cNvSpPr/>
          <p:nvPr/>
        </p:nvSpPr>
        <p:spPr>
          <a:xfrm>
            <a:off x="5101021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57" name="모서리가 둥근 직사각형 1856">
            <a:extLst>
              <a:ext uri="{FF2B5EF4-FFF2-40B4-BE49-F238E27FC236}">
                <a16:creationId xmlns:a16="http://schemas.microsoft.com/office/drawing/2014/main" id="{A5ECC2EF-AF39-6DD0-2F16-712F2EBF55EF}"/>
              </a:ext>
            </a:extLst>
          </p:cNvPr>
          <p:cNvSpPr/>
          <p:nvPr/>
        </p:nvSpPr>
        <p:spPr>
          <a:xfrm>
            <a:off x="5101021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58" name="모서리가 둥근 직사각형 1857">
            <a:extLst>
              <a:ext uri="{FF2B5EF4-FFF2-40B4-BE49-F238E27FC236}">
                <a16:creationId xmlns:a16="http://schemas.microsoft.com/office/drawing/2014/main" id="{40855608-36C1-1F43-6C09-EF0A4A9B5B87}"/>
              </a:ext>
            </a:extLst>
          </p:cNvPr>
          <p:cNvSpPr/>
          <p:nvPr/>
        </p:nvSpPr>
        <p:spPr>
          <a:xfrm>
            <a:off x="5190500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59" name="모서리가 둥근 직사각형 1858">
            <a:extLst>
              <a:ext uri="{FF2B5EF4-FFF2-40B4-BE49-F238E27FC236}">
                <a16:creationId xmlns:a16="http://schemas.microsoft.com/office/drawing/2014/main" id="{2FFB6BCB-7B93-389B-9F45-5A9C3EDEEA72}"/>
              </a:ext>
            </a:extLst>
          </p:cNvPr>
          <p:cNvSpPr/>
          <p:nvPr/>
        </p:nvSpPr>
        <p:spPr>
          <a:xfrm>
            <a:off x="5190500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60" name="모서리가 둥근 직사각형 1859">
            <a:extLst>
              <a:ext uri="{FF2B5EF4-FFF2-40B4-BE49-F238E27FC236}">
                <a16:creationId xmlns:a16="http://schemas.microsoft.com/office/drawing/2014/main" id="{296B9909-833B-4CD7-801A-799292EC0562}"/>
              </a:ext>
            </a:extLst>
          </p:cNvPr>
          <p:cNvSpPr/>
          <p:nvPr/>
        </p:nvSpPr>
        <p:spPr>
          <a:xfrm>
            <a:off x="5148480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61" name="직선 연결선 1860">
            <a:extLst>
              <a:ext uri="{FF2B5EF4-FFF2-40B4-BE49-F238E27FC236}">
                <a16:creationId xmlns:a16="http://schemas.microsoft.com/office/drawing/2014/main" id="{5DD0EA69-F569-0F54-D477-795ECAA8C0C4}"/>
              </a:ext>
            </a:extLst>
          </p:cNvPr>
          <p:cNvCxnSpPr/>
          <p:nvPr/>
        </p:nvCxnSpPr>
        <p:spPr>
          <a:xfrm>
            <a:off x="5316894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2" name="직선 연결선 1861">
            <a:extLst>
              <a:ext uri="{FF2B5EF4-FFF2-40B4-BE49-F238E27FC236}">
                <a16:creationId xmlns:a16="http://schemas.microsoft.com/office/drawing/2014/main" id="{E8DA926C-E64F-2DE2-0776-77A084FE19E2}"/>
              </a:ext>
            </a:extLst>
          </p:cNvPr>
          <p:cNvCxnSpPr/>
          <p:nvPr/>
        </p:nvCxnSpPr>
        <p:spPr>
          <a:xfrm>
            <a:off x="5274875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3" name="모서리가 둥근 직사각형 1862">
            <a:extLst>
              <a:ext uri="{FF2B5EF4-FFF2-40B4-BE49-F238E27FC236}">
                <a16:creationId xmlns:a16="http://schemas.microsoft.com/office/drawing/2014/main" id="{4BC0FDE2-517B-782F-5086-984F6B0F2164}"/>
              </a:ext>
            </a:extLst>
          </p:cNvPr>
          <p:cNvSpPr/>
          <p:nvPr/>
        </p:nvSpPr>
        <p:spPr>
          <a:xfrm>
            <a:off x="5279185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64" name="모서리가 둥근 직사각형 1863">
            <a:extLst>
              <a:ext uri="{FF2B5EF4-FFF2-40B4-BE49-F238E27FC236}">
                <a16:creationId xmlns:a16="http://schemas.microsoft.com/office/drawing/2014/main" id="{8E1D142A-35AA-CA43-A567-E93C2CA0CFDD}"/>
              </a:ext>
            </a:extLst>
          </p:cNvPr>
          <p:cNvSpPr/>
          <p:nvPr/>
        </p:nvSpPr>
        <p:spPr>
          <a:xfrm>
            <a:off x="5279185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65" name="모서리가 둥근 직사각형 1864">
            <a:extLst>
              <a:ext uri="{FF2B5EF4-FFF2-40B4-BE49-F238E27FC236}">
                <a16:creationId xmlns:a16="http://schemas.microsoft.com/office/drawing/2014/main" id="{DF474E38-8271-34A0-DBEE-47BFFE0BF5FD}"/>
              </a:ext>
            </a:extLst>
          </p:cNvPr>
          <p:cNvSpPr/>
          <p:nvPr/>
        </p:nvSpPr>
        <p:spPr>
          <a:xfrm>
            <a:off x="5237166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66" name="직선 연결선 1865">
            <a:extLst>
              <a:ext uri="{FF2B5EF4-FFF2-40B4-BE49-F238E27FC236}">
                <a16:creationId xmlns:a16="http://schemas.microsoft.com/office/drawing/2014/main" id="{7ED1A1F0-F88A-3029-0CD2-DC3F71904FE2}"/>
              </a:ext>
            </a:extLst>
          </p:cNvPr>
          <p:cNvCxnSpPr/>
          <p:nvPr/>
        </p:nvCxnSpPr>
        <p:spPr>
          <a:xfrm>
            <a:off x="4612780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7" name="모서리가 둥근 직사각형 1866">
            <a:extLst>
              <a:ext uri="{FF2B5EF4-FFF2-40B4-BE49-F238E27FC236}">
                <a16:creationId xmlns:a16="http://schemas.microsoft.com/office/drawing/2014/main" id="{C7CF6953-075A-6EED-94CA-971BC15CECBF}"/>
              </a:ext>
            </a:extLst>
          </p:cNvPr>
          <p:cNvSpPr/>
          <p:nvPr/>
        </p:nvSpPr>
        <p:spPr>
          <a:xfrm>
            <a:off x="4580316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68" name="직선 연결선 1867">
            <a:extLst>
              <a:ext uri="{FF2B5EF4-FFF2-40B4-BE49-F238E27FC236}">
                <a16:creationId xmlns:a16="http://schemas.microsoft.com/office/drawing/2014/main" id="{28900EA2-DB8D-E798-0A11-61AC5136FE8A}"/>
              </a:ext>
            </a:extLst>
          </p:cNvPr>
          <p:cNvCxnSpPr/>
          <p:nvPr/>
        </p:nvCxnSpPr>
        <p:spPr>
          <a:xfrm flipH="1">
            <a:off x="4712145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9" name="직선 연결선 1868">
            <a:extLst>
              <a:ext uri="{FF2B5EF4-FFF2-40B4-BE49-F238E27FC236}">
                <a16:creationId xmlns:a16="http://schemas.microsoft.com/office/drawing/2014/main" id="{A5B6C34E-3C0B-7FBC-66E9-460C8B0DEF2C}"/>
              </a:ext>
            </a:extLst>
          </p:cNvPr>
          <p:cNvCxnSpPr/>
          <p:nvPr/>
        </p:nvCxnSpPr>
        <p:spPr>
          <a:xfrm>
            <a:off x="4754164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0" name="직선 연결선 1869">
            <a:extLst>
              <a:ext uri="{FF2B5EF4-FFF2-40B4-BE49-F238E27FC236}">
                <a16:creationId xmlns:a16="http://schemas.microsoft.com/office/drawing/2014/main" id="{00346BA3-4F05-C145-A5AE-A2B5ACCF9E9E}"/>
              </a:ext>
            </a:extLst>
          </p:cNvPr>
          <p:cNvCxnSpPr/>
          <p:nvPr/>
        </p:nvCxnSpPr>
        <p:spPr>
          <a:xfrm>
            <a:off x="4664303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" name="직선 연결선 1870">
            <a:extLst>
              <a:ext uri="{FF2B5EF4-FFF2-40B4-BE49-F238E27FC236}">
                <a16:creationId xmlns:a16="http://schemas.microsoft.com/office/drawing/2014/main" id="{B1C4A12D-2429-0704-E145-9690EB45D6F0}"/>
              </a:ext>
            </a:extLst>
          </p:cNvPr>
          <p:cNvCxnSpPr/>
          <p:nvPr/>
        </p:nvCxnSpPr>
        <p:spPr>
          <a:xfrm>
            <a:off x="4712145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2" name="직선 연결선 1871">
            <a:extLst>
              <a:ext uri="{FF2B5EF4-FFF2-40B4-BE49-F238E27FC236}">
                <a16:creationId xmlns:a16="http://schemas.microsoft.com/office/drawing/2014/main" id="{89B068D6-47BE-62DD-0600-1B9BBA2D8B51}"/>
              </a:ext>
            </a:extLst>
          </p:cNvPr>
          <p:cNvCxnSpPr/>
          <p:nvPr/>
        </p:nvCxnSpPr>
        <p:spPr>
          <a:xfrm flipH="1">
            <a:off x="4662102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3" name="모서리가 둥근 직사각형 1872">
            <a:extLst>
              <a:ext uri="{FF2B5EF4-FFF2-40B4-BE49-F238E27FC236}">
                <a16:creationId xmlns:a16="http://schemas.microsoft.com/office/drawing/2014/main" id="{55531BF7-465B-5794-7CDA-C5E36BCDA5F5}"/>
              </a:ext>
            </a:extLst>
          </p:cNvPr>
          <p:cNvSpPr/>
          <p:nvPr/>
        </p:nvSpPr>
        <p:spPr>
          <a:xfrm>
            <a:off x="4626978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4" name="모서리가 둥근 직사각형 1873">
            <a:extLst>
              <a:ext uri="{FF2B5EF4-FFF2-40B4-BE49-F238E27FC236}">
                <a16:creationId xmlns:a16="http://schemas.microsoft.com/office/drawing/2014/main" id="{65BEB719-F36B-E0FA-D8AF-6AA511B03557}"/>
              </a:ext>
            </a:extLst>
          </p:cNvPr>
          <p:cNvSpPr/>
          <p:nvPr/>
        </p:nvSpPr>
        <p:spPr>
          <a:xfrm>
            <a:off x="4626978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5" name="모서리가 둥근 직사각형 1874">
            <a:extLst>
              <a:ext uri="{FF2B5EF4-FFF2-40B4-BE49-F238E27FC236}">
                <a16:creationId xmlns:a16="http://schemas.microsoft.com/office/drawing/2014/main" id="{09E14070-C215-926D-2C2B-524DA7DCB367}"/>
              </a:ext>
            </a:extLst>
          </p:cNvPr>
          <p:cNvSpPr/>
          <p:nvPr/>
        </p:nvSpPr>
        <p:spPr>
          <a:xfrm>
            <a:off x="4716456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6" name="모서리가 둥근 직사각형 1875">
            <a:extLst>
              <a:ext uri="{FF2B5EF4-FFF2-40B4-BE49-F238E27FC236}">
                <a16:creationId xmlns:a16="http://schemas.microsoft.com/office/drawing/2014/main" id="{87290EC2-C4FD-049E-4068-D958D66BFAD2}"/>
              </a:ext>
            </a:extLst>
          </p:cNvPr>
          <p:cNvSpPr/>
          <p:nvPr/>
        </p:nvSpPr>
        <p:spPr>
          <a:xfrm>
            <a:off x="4716456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77" name="모서리가 둥근 직사각형 1876">
            <a:extLst>
              <a:ext uri="{FF2B5EF4-FFF2-40B4-BE49-F238E27FC236}">
                <a16:creationId xmlns:a16="http://schemas.microsoft.com/office/drawing/2014/main" id="{4C942227-7872-F531-32DC-F1EE39D6CA20}"/>
              </a:ext>
            </a:extLst>
          </p:cNvPr>
          <p:cNvSpPr/>
          <p:nvPr/>
        </p:nvSpPr>
        <p:spPr>
          <a:xfrm>
            <a:off x="4674437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78" name="직선 연결선 1877">
            <a:extLst>
              <a:ext uri="{FF2B5EF4-FFF2-40B4-BE49-F238E27FC236}">
                <a16:creationId xmlns:a16="http://schemas.microsoft.com/office/drawing/2014/main" id="{5CAFCF1A-B9F8-1139-6553-3C4169FD2E27}"/>
              </a:ext>
            </a:extLst>
          </p:cNvPr>
          <p:cNvCxnSpPr/>
          <p:nvPr/>
        </p:nvCxnSpPr>
        <p:spPr>
          <a:xfrm>
            <a:off x="4842850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9" name="직선 연결선 1878">
            <a:extLst>
              <a:ext uri="{FF2B5EF4-FFF2-40B4-BE49-F238E27FC236}">
                <a16:creationId xmlns:a16="http://schemas.microsoft.com/office/drawing/2014/main" id="{ABB2EB17-872F-4E91-3EBB-3CB7BDD24E8D}"/>
              </a:ext>
            </a:extLst>
          </p:cNvPr>
          <p:cNvCxnSpPr/>
          <p:nvPr/>
        </p:nvCxnSpPr>
        <p:spPr>
          <a:xfrm>
            <a:off x="4800831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0" name="모서리가 둥근 직사각형 1879">
            <a:extLst>
              <a:ext uri="{FF2B5EF4-FFF2-40B4-BE49-F238E27FC236}">
                <a16:creationId xmlns:a16="http://schemas.microsoft.com/office/drawing/2014/main" id="{97877F92-A1F7-2414-8F55-18A59AFE7BFF}"/>
              </a:ext>
            </a:extLst>
          </p:cNvPr>
          <p:cNvSpPr/>
          <p:nvPr/>
        </p:nvSpPr>
        <p:spPr>
          <a:xfrm>
            <a:off x="4805142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81" name="모서리가 둥근 직사각형 1880">
            <a:extLst>
              <a:ext uri="{FF2B5EF4-FFF2-40B4-BE49-F238E27FC236}">
                <a16:creationId xmlns:a16="http://schemas.microsoft.com/office/drawing/2014/main" id="{B707A526-F5DD-33DA-73AB-605D91BFC5E5}"/>
              </a:ext>
            </a:extLst>
          </p:cNvPr>
          <p:cNvSpPr/>
          <p:nvPr/>
        </p:nvSpPr>
        <p:spPr>
          <a:xfrm>
            <a:off x="4805142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82" name="모서리가 둥근 직사각형 1881">
            <a:extLst>
              <a:ext uri="{FF2B5EF4-FFF2-40B4-BE49-F238E27FC236}">
                <a16:creationId xmlns:a16="http://schemas.microsoft.com/office/drawing/2014/main" id="{AE859A86-57ED-9D68-2374-6C080C9B7D9F}"/>
              </a:ext>
            </a:extLst>
          </p:cNvPr>
          <p:cNvSpPr/>
          <p:nvPr/>
        </p:nvSpPr>
        <p:spPr>
          <a:xfrm>
            <a:off x="4763122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83" name="직선 연결선 1882">
            <a:extLst>
              <a:ext uri="{FF2B5EF4-FFF2-40B4-BE49-F238E27FC236}">
                <a16:creationId xmlns:a16="http://schemas.microsoft.com/office/drawing/2014/main" id="{C39E05F7-2F8C-96FE-A1B5-766C00C08F79}"/>
              </a:ext>
            </a:extLst>
          </p:cNvPr>
          <p:cNvCxnSpPr/>
          <p:nvPr/>
        </p:nvCxnSpPr>
        <p:spPr>
          <a:xfrm>
            <a:off x="5196485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4" name="모서리가 둥근 직사각형 1883">
            <a:extLst>
              <a:ext uri="{FF2B5EF4-FFF2-40B4-BE49-F238E27FC236}">
                <a16:creationId xmlns:a16="http://schemas.microsoft.com/office/drawing/2014/main" id="{C9CAAD15-0F32-2B86-31DF-25FDEF7D8CB7}"/>
              </a:ext>
            </a:extLst>
          </p:cNvPr>
          <p:cNvSpPr/>
          <p:nvPr/>
        </p:nvSpPr>
        <p:spPr>
          <a:xfrm>
            <a:off x="5164021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885" name="직선 연결선 1884">
            <a:extLst>
              <a:ext uri="{FF2B5EF4-FFF2-40B4-BE49-F238E27FC236}">
                <a16:creationId xmlns:a16="http://schemas.microsoft.com/office/drawing/2014/main" id="{F7409FAF-186F-1BCA-66D6-47897BB49D35}"/>
              </a:ext>
            </a:extLst>
          </p:cNvPr>
          <p:cNvCxnSpPr/>
          <p:nvPr/>
        </p:nvCxnSpPr>
        <p:spPr>
          <a:xfrm flipH="1">
            <a:off x="5295850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6" name="직선 연결선 1885">
            <a:extLst>
              <a:ext uri="{FF2B5EF4-FFF2-40B4-BE49-F238E27FC236}">
                <a16:creationId xmlns:a16="http://schemas.microsoft.com/office/drawing/2014/main" id="{F862A1CD-84F9-CB66-612F-62D53E5A4C21}"/>
              </a:ext>
            </a:extLst>
          </p:cNvPr>
          <p:cNvCxnSpPr/>
          <p:nvPr/>
        </p:nvCxnSpPr>
        <p:spPr>
          <a:xfrm>
            <a:off x="5337869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7" name="직선 연결선 1886">
            <a:extLst>
              <a:ext uri="{FF2B5EF4-FFF2-40B4-BE49-F238E27FC236}">
                <a16:creationId xmlns:a16="http://schemas.microsoft.com/office/drawing/2014/main" id="{83829255-397B-D9A3-F7EA-187565D6B867}"/>
              </a:ext>
            </a:extLst>
          </p:cNvPr>
          <p:cNvCxnSpPr/>
          <p:nvPr/>
        </p:nvCxnSpPr>
        <p:spPr>
          <a:xfrm>
            <a:off x="5248008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8" name="직선 연결선 1887">
            <a:extLst>
              <a:ext uri="{FF2B5EF4-FFF2-40B4-BE49-F238E27FC236}">
                <a16:creationId xmlns:a16="http://schemas.microsoft.com/office/drawing/2014/main" id="{9A7678DB-96AB-47CB-8047-6A321FD463D0}"/>
              </a:ext>
            </a:extLst>
          </p:cNvPr>
          <p:cNvCxnSpPr/>
          <p:nvPr/>
        </p:nvCxnSpPr>
        <p:spPr>
          <a:xfrm>
            <a:off x="5295850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9" name="직선 연결선 1888">
            <a:extLst>
              <a:ext uri="{FF2B5EF4-FFF2-40B4-BE49-F238E27FC236}">
                <a16:creationId xmlns:a16="http://schemas.microsoft.com/office/drawing/2014/main" id="{418EDC83-90B2-78D6-11D9-A4B0DC0DB479}"/>
              </a:ext>
            </a:extLst>
          </p:cNvPr>
          <p:cNvCxnSpPr/>
          <p:nvPr/>
        </p:nvCxnSpPr>
        <p:spPr>
          <a:xfrm flipH="1">
            <a:off x="5245807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0" name="모서리가 둥근 직사각형 1889">
            <a:extLst>
              <a:ext uri="{FF2B5EF4-FFF2-40B4-BE49-F238E27FC236}">
                <a16:creationId xmlns:a16="http://schemas.microsoft.com/office/drawing/2014/main" id="{2E798DE6-55A0-D4DD-0164-E37EBE63FBCF}"/>
              </a:ext>
            </a:extLst>
          </p:cNvPr>
          <p:cNvSpPr/>
          <p:nvPr/>
        </p:nvSpPr>
        <p:spPr>
          <a:xfrm>
            <a:off x="5210683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1" name="모서리가 둥근 직사각형 1890">
            <a:extLst>
              <a:ext uri="{FF2B5EF4-FFF2-40B4-BE49-F238E27FC236}">
                <a16:creationId xmlns:a16="http://schemas.microsoft.com/office/drawing/2014/main" id="{54E6FCE0-ED38-8BFD-A153-92D72C18829A}"/>
              </a:ext>
            </a:extLst>
          </p:cNvPr>
          <p:cNvSpPr/>
          <p:nvPr/>
        </p:nvSpPr>
        <p:spPr>
          <a:xfrm>
            <a:off x="5210683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2" name="모서리가 둥근 직사각형 1891">
            <a:extLst>
              <a:ext uri="{FF2B5EF4-FFF2-40B4-BE49-F238E27FC236}">
                <a16:creationId xmlns:a16="http://schemas.microsoft.com/office/drawing/2014/main" id="{5DA08829-B1FC-B116-5FCA-4B326011F3B3}"/>
              </a:ext>
            </a:extLst>
          </p:cNvPr>
          <p:cNvSpPr/>
          <p:nvPr/>
        </p:nvSpPr>
        <p:spPr>
          <a:xfrm>
            <a:off x="5300161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3" name="모서리가 둥근 직사각형 1892">
            <a:extLst>
              <a:ext uri="{FF2B5EF4-FFF2-40B4-BE49-F238E27FC236}">
                <a16:creationId xmlns:a16="http://schemas.microsoft.com/office/drawing/2014/main" id="{7D728701-CE90-5D14-2966-037BDF061024}"/>
              </a:ext>
            </a:extLst>
          </p:cNvPr>
          <p:cNvSpPr/>
          <p:nvPr/>
        </p:nvSpPr>
        <p:spPr>
          <a:xfrm>
            <a:off x="5300161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4" name="모서리가 둥근 직사각형 1893">
            <a:extLst>
              <a:ext uri="{FF2B5EF4-FFF2-40B4-BE49-F238E27FC236}">
                <a16:creationId xmlns:a16="http://schemas.microsoft.com/office/drawing/2014/main" id="{3F984BCF-0657-084A-2F92-01F954D96979}"/>
              </a:ext>
            </a:extLst>
          </p:cNvPr>
          <p:cNvSpPr/>
          <p:nvPr/>
        </p:nvSpPr>
        <p:spPr>
          <a:xfrm>
            <a:off x="5258142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895" name="직선 연결선 1894">
            <a:extLst>
              <a:ext uri="{FF2B5EF4-FFF2-40B4-BE49-F238E27FC236}">
                <a16:creationId xmlns:a16="http://schemas.microsoft.com/office/drawing/2014/main" id="{7AD8D943-06A2-BFD1-2C55-1186A06CEA16}"/>
              </a:ext>
            </a:extLst>
          </p:cNvPr>
          <p:cNvCxnSpPr/>
          <p:nvPr/>
        </p:nvCxnSpPr>
        <p:spPr>
          <a:xfrm>
            <a:off x="5426555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6" name="직선 연결선 1895">
            <a:extLst>
              <a:ext uri="{FF2B5EF4-FFF2-40B4-BE49-F238E27FC236}">
                <a16:creationId xmlns:a16="http://schemas.microsoft.com/office/drawing/2014/main" id="{F25A4505-7864-CA0B-5431-40784C5401DA}"/>
              </a:ext>
            </a:extLst>
          </p:cNvPr>
          <p:cNvCxnSpPr/>
          <p:nvPr/>
        </p:nvCxnSpPr>
        <p:spPr>
          <a:xfrm>
            <a:off x="5384536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7" name="모서리가 둥근 직사각형 1896">
            <a:extLst>
              <a:ext uri="{FF2B5EF4-FFF2-40B4-BE49-F238E27FC236}">
                <a16:creationId xmlns:a16="http://schemas.microsoft.com/office/drawing/2014/main" id="{4C7AD64C-0CB3-2DD3-1A35-6AB576D2CC87}"/>
              </a:ext>
            </a:extLst>
          </p:cNvPr>
          <p:cNvSpPr/>
          <p:nvPr/>
        </p:nvSpPr>
        <p:spPr>
          <a:xfrm>
            <a:off x="5388847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8" name="모서리가 둥근 직사각형 1897">
            <a:extLst>
              <a:ext uri="{FF2B5EF4-FFF2-40B4-BE49-F238E27FC236}">
                <a16:creationId xmlns:a16="http://schemas.microsoft.com/office/drawing/2014/main" id="{2EFC8D12-344B-F8B0-CF60-C68BEE03EC56}"/>
              </a:ext>
            </a:extLst>
          </p:cNvPr>
          <p:cNvSpPr/>
          <p:nvPr/>
        </p:nvSpPr>
        <p:spPr>
          <a:xfrm>
            <a:off x="5388847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899" name="모서리가 둥근 직사각형 1898">
            <a:extLst>
              <a:ext uri="{FF2B5EF4-FFF2-40B4-BE49-F238E27FC236}">
                <a16:creationId xmlns:a16="http://schemas.microsoft.com/office/drawing/2014/main" id="{B99120CA-E14D-0358-B274-A9E62F370AEB}"/>
              </a:ext>
            </a:extLst>
          </p:cNvPr>
          <p:cNvSpPr/>
          <p:nvPr/>
        </p:nvSpPr>
        <p:spPr>
          <a:xfrm>
            <a:off x="5346827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900" name="모서리가 둥근 직사각형 1899">
            <a:extLst>
              <a:ext uri="{FF2B5EF4-FFF2-40B4-BE49-F238E27FC236}">
                <a16:creationId xmlns:a16="http://schemas.microsoft.com/office/drawing/2014/main" id="{7E7FF0B0-8116-735D-8660-B2F47B673154}"/>
              </a:ext>
            </a:extLst>
          </p:cNvPr>
          <p:cNvSpPr/>
          <p:nvPr/>
        </p:nvSpPr>
        <p:spPr>
          <a:xfrm>
            <a:off x="4424200" y="3969742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264" name="직선 연결선 1263">
            <a:extLst>
              <a:ext uri="{FF2B5EF4-FFF2-40B4-BE49-F238E27FC236}">
                <a16:creationId xmlns:a16="http://schemas.microsoft.com/office/drawing/2014/main" id="{9E8A40C2-0C41-4EA2-7BA2-F5563877832A}"/>
              </a:ext>
            </a:extLst>
          </p:cNvPr>
          <p:cNvCxnSpPr/>
          <p:nvPr/>
        </p:nvCxnSpPr>
        <p:spPr>
          <a:xfrm flipH="1">
            <a:off x="9042580" y="4120019"/>
            <a:ext cx="573991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직선 연결선 1264">
            <a:extLst>
              <a:ext uri="{FF2B5EF4-FFF2-40B4-BE49-F238E27FC236}">
                <a16:creationId xmlns:a16="http://schemas.microsoft.com/office/drawing/2014/main" id="{59A75C49-ABCF-91D1-F441-37B6DCA8BBCB}"/>
              </a:ext>
            </a:extLst>
          </p:cNvPr>
          <p:cNvCxnSpPr/>
          <p:nvPr/>
        </p:nvCxnSpPr>
        <p:spPr>
          <a:xfrm flipH="1">
            <a:off x="9324002" y="5501814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직선 연결선 1265">
            <a:extLst>
              <a:ext uri="{FF2B5EF4-FFF2-40B4-BE49-F238E27FC236}">
                <a16:creationId xmlns:a16="http://schemas.microsoft.com/office/drawing/2014/main" id="{38666303-179B-EE5F-1577-CA33BD707E28}"/>
              </a:ext>
            </a:extLst>
          </p:cNvPr>
          <p:cNvCxnSpPr/>
          <p:nvPr/>
        </p:nvCxnSpPr>
        <p:spPr>
          <a:xfrm flipH="1" flipV="1">
            <a:off x="9049056" y="5433919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직선 연결선 1266">
            <a:extLst>
              <a:ext uri="{FF2B5EF4-FFF2-40B4-BE49-F238E27FC236}">
                <a16:creationId xmlns:a16="http://schemas.microsoft.com/office/drawing/2014/main" id="{5B815303-EDDB-C515-3389-698099F18AA3}"/>
              </a:ext>
            </a:extLst>
          </p:cNvPr>
          <p:cNvCxnSpPr/>
          <p:nvPr/>
        </p:nvCxnSpPr>
        <p:spPr>
          <a:xfrm flipH="1">
            <a:off x="8537558" y="5435422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직선 연결선 1267">
            <a:extLst>
              <a:ext uri="{FF2B5EF4-FFF2-40B4-BE49-F238E27FC236}">
                <a16:creationId xmlns:a16="http://schemas.microsoft.com/office/drawing/2014/main" id="{F5ACF9D9-7002-86AB-C468-980076A753B7}"/>
              </a:ext>
            </a:extLst>
          </p:cNvPr>
          <p:cNvCxnSpPr/>
          <p:nvPr/>
        </p:nvCxnSpPr>
        <p:spPr>
          <a:xfrm flipH="1">
            <a:off x="8144558" y="5516555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직선 연결선 1268">
            <a:extLst>
              <a:ext uri="{FF2B5EF4-FFF2-40B4-BE49-F238E27FC236}">
                <a16:creationId xmlns:a16="http://schemas.microsoft.com/office/drawing/2014/main" id="{C40ABAB9-1CA3-40CE-D59D-F53A4365152B}"/>
              </a:ext>
            </a:extLst>
          </p:cNvPr>
          <p:cNvCxnSpPr/>
          <p:nvPr/>
        </p:nvCxnSpPr>
        <p:spPr>
          <a:xfrm flipH="1">
            <a:off x="8337353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직선 연결선 1269">
            <a:extLst>
              <a:ext uri="{FF2B5EF4-FFF2-40B4-BE49-F238E27FC236}">
                <a16:creationId xmlns:a16="http://schemas.microsoft.com/office/drawing/2014/main" id="{5D8527CC-392F-2952-2A73-6FCC4F7F0DC6}"/>
              </a:ext>
            </a:extLst>
          </p:cNvPr>
          <p:cNvCxnSpPr/>
          <p:nvPr/>
        </p:nvCxnSpPr>
        <p:spPr>
          <a:xfrm>
            <a:off x="8150562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직선 연결선 1270">
            <a:extLst>
              <a:ext uri="{FF2B5EF4-FFF2-40B4-BE49-F238E27FC236}">
                <a16:creationId xmlns:a16="http://schemas.microsoft.com/office/drawing/2014/main" id="{498FAE16-18F4-5A6F-11C4-8105FE797A6E}"/>
              </a:ext>
            </a:extLst>
          </p:cNvPr>
          <p:cNvCxnSpPr/>
          <p:nvPr/>
        </p:nvCxnSpPr>
        <p:spPr>
          <a:xfrm flipH="1">
            <a:off x="7863511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직선 연결선 1271">
            <a:extLst>
              <a:ext uri="{FF2B5EF4-FFF2-40B4-BE49-F238E27FC236}">
                <a16:creationId xmlns:a16="http://schemas.microsoft.com/office/drawing/2014/main" id="{249BB918-4D04-10C5-42D4-3F9B08828F2E}"/>
              </a:ext>
            </a:extLst>
          </p:cNvPr>
          <p:cNvCxnSpPr/>
          <p:nvPr/>
        </p:nvCxnSpPr>
        <p:spPr>
          <a:xfrm flipH="1">
            <a:off x="7732398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3" name="모서리가 둥근 직사각형 1272">
            <a:extLst>
              <a:ext uri="{FF2B5EF4-FFF2-40B4-BE49-F238E27FC236}">
                <a16:creationId xmlns:a16="http://schemas.microsoft.com/office/drawing/2014/main" id="{96186152-F6C9-B850-E619-74F4F46865A7}"/>
              </a:ext>
            </a:extLst>
          </p:cNvPr>
          <p:cNvSpPr/>
          <p:nvPr/>
        </p:nvSpPr>
        <p:spPr>
          <a:xfrm>
            <a:off x="8089842" y="60560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274" name="직선 연결선 1273">
            <a:extLst>
              <a:ext uri="{FF2B5EF4-FFF2-40B4-BE49-F238E27FC236}">
                <a16:creationId xmlns:a16="http://schemas.microsoft.com/office/drawing/2014/main" id="{55C81AA4-3657-FE0B-34BD-3CF40DCC6629}"/>
              </a:ext>
            </a:extLst>
          </p:cNvPr>
          <p:cNvCxnSpPr/>
          <p:nvPr/>
        </p:nvCxnSpPr>
        <p:spPr>
          <a:xfrm flipH="1">
            <a:off x="7538391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직선 연결선 1274">
            <a:extLst>
              <a:ext uri="{FF2B5EF4-FFF2-40B4-BE49-F238E27FC236}">
                <a16:creationId xmlns:a16="http://schemas.microsoft.com/office/drawing/2014/main" id="{FF96157A-4022-B03D-D51F-D827513BB6D5}"/>
              </a:ext>
            </a:extLst>
          </p:cNvPr>
          <p:cNvCxnSpPr/>
          <p:nvPr/>
        </p:nvCxnSpPr>
        <p:spPr>
          <a:xfrm>
            <a:off x="7580411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직선 연결선 1275">
            <a:extLst>
              <a:ext uri="{FF2B5EF4-FFF2-40B4-BE49-F238E27FC236}">
                <a16:creationId xmlns:a16="http://schemas.microsoft.com/office/drawing/2014/main" id="{8CE2B987-681F-5BC8-6BC4-4D38F497929B}"/>
              </a:ext>
            </a:extLst>
          </p:cNvPr>
          <p:cNvCxnSpPr/>
          <p:nvPr/>
        </p:nvCxnSpPr>
        <p:spPr>
          <a:xfrm>
            <a:off x="7490548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7" name="직선 연결선 1276">
            <a:extLst>
              <a:ext uri="{FF2B5EF4-FFF2-40B4-BE49-F238E27FC236}">
                <a16:creationId xmlns:a16="http://schemas.microsoft.com/office/drawing/2014/main" id="{D1776635-1205-B6FA-763B-58304B8CC110}"/>
              </a:ext>
            </a:extLst>
          </p:cNvPr>
          <p:cNvCxnSpPr/>
          <p:nvPr/>
        </p:nvCxnSpPr>
        <p:spPr>
          <a:xfrm>
            <a:off x="7538391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직선 연결선 1277">
            <a:extLst>
              <a:ext uri="{FF2B5EF4-FFF2-40B4-BE49-F238E27FC236}">
                <a16:creationId xmlns:a16="http://schemas.microsoft.com/office/drawing/2014/main" id="{5CCECC32-3CF0-C363-9D8D-112134B99C81}"/>
              </a:ext>
            </a:extLst>
          </p:cNvPr>
          <p:cNvCxnSpPr/>
          <p:nvPr/>
        </p:nvCxnSpPr>
        <p:spPr>
          <a:xfrm flipH="1">
            <a:off x="7488348" y="6573991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모서리가 둥근 직사각형 1278">
            <a:extLst>
              <a:ext uri="{FF2B5EF4-FFF2-40B4-BE49-F238E27FC236}">
                <a16:creationId xmlns:a16="http://schemas.microsoft.com/office/drawing/2014/main" id="{2E33E987-5559-DF15-AF5A-83A8B9EA66DA}"/>
              </a:ext>
            </a:extLst>
          </p:cNvPr>
          <p:cNvSpPr/>
          <p:nvPr/>
        </p:nvSpPr>
        <p:spPr>
          <a:xfrm>
            <a:off x="7453223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80" name="모서리가 둥근 직사각형 1279">
            <a:extLst>
              <a:ext uri="{FF2B5EF4-FFF2-40B4-BE49-F238E27FC236}">
                <a16:creationId xmlns:a16="http://schemas.microsoft.com/office/drawing/2014/main" id="{E286F514-A489-3A2A-F8B3-1E5D142DC0E2}"/>
              </a:ext>
            </a:extLst>
          </p:cNvPr>
          <p:cNvSpPr/>
          <p:nvPr/>
        </p:nvSpPr>
        <p:spPr>
          <a:xfrm>
            <a:off x="7453223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81" name="모서리가 둥근 직사각형 1280">
            <a:extLst>
              <a:ext uri="{FF2B5EF4-FFF2-40B4-BE49-F238E27FC236}">
                <a16:creationId xmlns:a16="http://schemas.microsoft.com/office/drawing/2014/main" id="{97F9011B-5117-7A20-C44C-A62329EE2BC6}"/>
              </a:ext>
            </a:extLst>
          </p:cNvPr>
          <p:cNvSpPr/>
          <p:nvPr/>
        </p:nvSpPr>
        <p:spPr>
          <a:xfrm>
            <a:off x="7542702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82" name="모서리가 둥근 직사각형 1281">
            <a:extLst>
              <a:ext uri="{FF2B5EF4-FFF2-40B4-BE49-F238E27FC236}">
                <a16:creationId xmlns:a16="http://schemas.microsoft.com/office/drawing/2014/main" id="{6D8C7B75-EAB7-5FC6-2393-CB523003F6F8}"/>
              </a:ext>
            </a:extLst>
          </p:cNvPr>
          <p:cNvSpPr/>
          <p:nvPr/>
        </p:nvSpPr>
        <p:spPr>
          <a:xfrm>
            <a:off x="7542702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83" name="모서리가 둥근 직사각형 1282">
            <a:extLst>
              <a:ext uri="{FF2B5EF4-FFF2-40B4-BE49-F238E27FC236}">
                <a16:creationId xmlns:a16="http://schemas.microsoft.com/office/drawing/2014/main" id="{56B5BD9F-1C22-C5E0-ECE8-0D550F248A66}"/>
              </a:ext>
            </a:extLst>
          </p:cNvPr>
          <p:cNvSpPr/>
          <p:nvPr/>
        </p:nvSpPr>
        <p:spPr>
          <a:xfrm>
            <a:off x="7500683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84" name="직선 연결선 1283">
            <a:extLst>
              <a:ext uri="{FF2B5EF4-FFF2-40B4-BE49-F238E27FC236}">
                <a16:creationId xmlns:a16="http://schemas.microsoft.com/office/drawing/2014/main" id="{E98C5488-780B-3CC1-6D4C-5428043162F6}"/>
              </a:ext>
            </a:extLst>
          </p:cNvPr>
          <p:cNvCxnSpPr/>
          <p:nvPr/>
        </p:nvCxnSpPr>
        <p:spPr>
          <a:xfrm>
            <a:off x="7733540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5" name="모서리가 둥근 직사각형 1284">
            <a:extLst>
              <a:ext uri="{FF2B5EF4-FFF2-40B4-BE49-F238E27FC236}">
                <a16:creationId xmlns:a16="http://schemas.microsoft.com/office/drawing/2014/main" id="{63A31AA1-74A2-180B-5513-0D736FB5FF2A}"/>
              </a:ext>
            </a:extLst>
          </p:cNvPr>
          <p:cNvSpPr/>
          <p:nvPr/>
        </p:nvSpPr>
        <p:spPr>
          <a:xfrm>
            <a:off x="7701076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286" name="직선 연결선 1285">
            <a:extLst>
              <a:ext uri="{FF2B5EF4-FFF2-40B4-BE49-F238E27FC236}">
                <a16:creationId xmlns:a16="http://schemas.microsoft.com/office/drawing/2014/main" id="{E4600A10-0EDC-C7A6-A6A0-7781DB8F5482}"/>
              </a:ext>
            </a:extLst>
          </p:cNvPr>
          <p:cNvCxnSpPr/>
          <p:nvPr/>
        </p:nvCxnSpPr>
        <p:spPr>
          <a:xfrm>
            <a:off x="7669095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직선 연결선 1286">
            <a:extLst>
              <a:ext uri="{FF2B5EF4-FFF2-40B4-BE49-F238E27FC236}">
                <a16:creationId xmlns:a16="http://schemas.microsoft.com/office/drawing/2014/main" id="{1195EEF7-39B2-A148-152B-410EAD70B9FB}"/>
              </a:ext>
            </a:extLst>
          </p:cNvPr>
          <p:cNvCxnSpPr/>
          <p:nvPr/>
        </p:nvCxnSpPr>
        <p:spPr>
          <a:xfrm>
            <a:off x="7627077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8" name="모서리가 둥근 직사각형 1287">
            <a:extLst>
              <a:ext uri="{FF2B5EF4-FFF2-40B4-BE49-F238E27FC236}">
                <a16:creationId xmlns:a16="http://schemas.microsoft.com/office/drawing/2014/main" id="{DA0A7BA7-A032-2F7E-6F79-5D9CAB368571}"/>
              </a:ext>
            </a:extLst>
          </p:cNvPr>
          <p:cNvSpPr/>
          <p:nvPr/>
        </p:nvSpPr>
        <p:spPr>
          <a:xfrm>
            <a:off x="7631387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89" name="모서리가 둥근 직사각형 1288">
            <a:extLst>
              <a:ext uri="{FF2B5EF4-FFF2-40B4-BE49-F238E27FC236}">
                <a16:creationId xmlns:a16="http://schemas.microsoft.com/office/drawing/2014/main" id="{78351F3B-1D6A-1413-CA42-189E9651567B}"/>
              </a:ext>
            </a:extLst>
          </p:cNvPr>
          <p:cNvSpPr/>
          <p:nvPr/>
        </p:nvSpPr>
        <p:spPr>
          <a:xfrm>
            <a:off x="7631387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90" name="모서리가 둥근 직사각형 1289">
            <a:extLst>
              <a:ext uri="{FF2B5EF4-FFF2-40B4-BE49-F238E27FC236}">
                <a16:creationId xmlns:a16="http://schemas.microsoft.com/office/drawing/2014/main" id="{C7B2FAFE-4A41-8D42-E984-2D5448B91C4C}"/>
              </a:ext>
            </a:extLst>
          </p:cNvPr>
          <p:cNvSpPr/>
          <p:nvPr/>
        </p:nvSpPr>
        <p:spPr>
          <a:xfrm>
            <a:off x="7589369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291" name="직선 연결선 1290">
            <a:extLst>
              <a:ext uri="{FF2B5EF4-FFF2-40B4-BE49-F238E27FC236}">
                <a16:creationId xmlns:a16="http://schemas.microsoft.com/office/drawing/2014/main" id="{CAB1B86C-3B50-6226-31A6-07249665B90C}"/>
              </a:ext>
            </a:extLst>
          </p:cNvPr>
          <p:cNvCxnSpPr/>
          <p:nvPr/>
        </p:nvCxnSpPr>
        <p:spPr>
          <a:xfrm flipH="1">
            <a:off x="7832906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직선 연결선 1291">
            <a:extLst>
              <a:ext uri="{FF2B5EF4-FFF2-40B4-BE49-F238E27FC236}">
                <a16:creationId xmlns:a16="http://schemas.microsoft.com/office/drawing/2014/main" id="{6C850FE8-9D80-4238-AFBC-3EF9F0526993}"/>
              </a:ext>
            </a:extLst>
          </p:cNvPr>
          <p:cNvCxnSpPr/>
          <p:nvPr/>
        </p:nvCxnSpPr>
        <p:spPr>
          <a:xfrm>
            <a:off x="7874925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직선 연결선 1292">
            <a:extLst>
              <a:ext uri="{FF2B5EF4-FFF2-40B4-BE49-F238E27FC236}">
                <a16:creationId xmlns:a16="http://schemas.microsoft.com/office/drawing/2014/main" id="{A130C842-9078-065C-F5FB-74F207862D65}"/>
              </a:ext>
            </a:extLst>
          </p:cNvPr>
          <p:cNvCxnSpPr/>
          <p:nvPr/>
        </p:nvCxnSpPr>
        <p:spPr>
          <a:xfrm>
            <a:off x="7785063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4" name="직선 연결선 1293">
            <a:extLst>
              <a:ext uri="{FF2B5EF4-FFF2-40B4-BE49-F238E27FC236}">
                <a16:creationId xmlns:a16="http://schemas.microsoft.com/office/drawing/2014/main" id="{2502B4D0-5F42-5E13-602A-FAA96DC96A8C}"/>
              </a:ext>
            </a:extLst>
          </p:cNvPr>
          <p:cNvCxnSpPr/>
          <p:nvPr/>
        </p:nvCxnSpPr>
        <p:spPr>
          <a:xfrm>
            <a:off x="7832906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직선 연결선 1294">
            <a:extLst>
              <a:ext uri="{FF2B5EF4-FFF2-40B4-BE49-F238E27FC236}">
                <a16:creationId xmlns:a16="http://schemas.microsoft.com/office/drawing/2014/main" id="{CFA93BD8-BE69-C792-9156-6F44F89559AF}"/>
              </a:ext>
            </a:extLst>
          </p:cNvPr>
          <p:cNvCxnSpPr/>
          <p:nvPr/>
        </p:nvCxnSpPr>
        <p:spPr>
          <a:xfrm flipH="1">
            <a:off x="7782863" y="6573991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6" name="모서리가 둥근 직사각형 1295">
            <a:extLst>
              <a:ext uri="{FF2B5EF4-FFF2-40B4-BE49-F238E27FC236}">
                <a16:creationId xmlns:a16="http://schemas.microsoft.com/office/drawing/2014/main" id="{1F8A2BEF-E75B-5FB9-709E-E35C57466229}"/>
              </a:ext>
            </a:extLst>
          </p:cNvPr>
          <p:cNvSpPr/>
          <p:nvPr/>
        </p:nvSpPr>
        <p:spPr>
          <a:xfrm>
            <a:off x="7747738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97" name="모서리가 둥근 직사각형 1296">
            <a:extLst>
              <a:ext uri="{FF2B5EF4-FFF2-40B4-BE49-F238E27FC236}">
                <a16:creationId xmlns:a16="http://schemas.microsoft.com/office/drawing/2014/main" id="{C5DDE0E7-B3DE-6827-2615-BF3D57DA59C8}"/>
              </a:ext>
            </a:extLst>
          </p:cNvPr>
          <p:cNvSpPr/>
          <p:nvPr/>
        </p:nvSpPr>
        <p:spPr>
          <a:xfrm>
            <a:off x="7747738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98" name="모서리가 둥근 직사각형 1297">
            <a:extLst>
              <a:ext uri="{FF2B5EF4-FFF2-40B4-BE49-F238E27FC236}">
                <a16:creationId xmlns:a16="http://schemas.microsoft.com/office/drawing/2014/main" id="{C6D8C0E4-26A6-A76E-E10E-220CE8861AF6}"/>
              </a:ext>
            </a:extLst>
          </p:cNvPr>
          <p:cNvSpPr/>
          <p:nvPr/>
        </p:nvSpPr>
        <p:spPr>
          <a:xfrm>
            <a:off x="7837216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99" name="모서리가 둥근 직사각형 1298">
            <a:extLst>
              <a:ext uri="{FF2B5EF4-FFF2-40B4-BE49-F238E27FC236}">
                <a16:creationId xmlns:a16="http://schemas.microsoft.com/office/drawing/2014/main" id="{10474A3C-CDEC-224C-D26E-64FFF7C08079}"/>
              </a:ext>
            </a:extLst>
          </p:cNvPr>
          <p:cNvSpPr/>
          <p:nvPr/>
        </p:nvSpPr>
        <p:spPr>
          <a:xfrm>
            <a:off x="7837216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00" name="모서리가 둥근 직사각형 1299">
            <a:extLst>
              <a:ext uri="{FF2B5EF4-FFF2-40B4-BE49-F238E27FC236}">
                <a16:creationId xmlns:a16="http://schemas.microsoft.com/office/drawing/2014/main" id="{EB30AA25-3EDE-7E1B-9D1A-ABF60401C6A3}"/>
              </a:ext>
            </a:extLst>
          </p:cNvPr>
          <p:cNvSpPr/>
          <p:nvPr/>
        </p:nvSpPr>
        <p:spPr>
          <a:xfrm>
            <a:off x="7795198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01" name="직선 연결선 1300">
            <a:extLst>
              <a:ext uri="{FF2B5EF4-FFF2-40B4-BE49-F238E27FC236}">
                <a16:creationId xmlns:a16="http://schemas.microsoft.com/office/drawing/2014/main" id="{6A7A5B74-0CCD-CDFD-7AE8-24604FF76C29}"/>
              </a:ext>
            </a:extLst>
          </p:cNvPr>
          <p:cNvCxnSpPr/>
          <p:nvPr/>
        </p:nvCxnSpPr>
        <p:spPr>
          <a:xfrm>
            <a:off x="7963610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직선 연결선 1301">
            <a:extLst>
              <a:ext uri="{FF2B5EF4-FFF2-40B4-BE49-F238E27FC236}">
                <a16:creationId xmlns:a16="http://schemas.microsoft.com/office/drawing/2014/main" id="{F469DDED-91A7-9C64-B192-0175507B663F}"/>
              </a:ext>
            </a:extLst>
          </p:cNvPr>
          <p:cNvCxnSpPr/>
          <p:nvPr/>
        </p:nvCxnSpPr>
        <p:spPr>
          <a:xfrm>
            <a:off x="7921591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3" name="모서리가 둥근 직사각형 1302">
            <a:extLst>
              <a:ext uri="{FF2B5EF4-FFF2-40B4-BE49-F238E27FC236}">
                <a16:creationId xmlns:a16="http://schemas.microsoft.com/office/drawing/2014/main" id="{63C5C6F2-DC0E-78AE-93FF-75AC0FA4E39C}"/>
              </a:ext>
            </a:extLst>
          </p:cNvPr>
          <p:cNvSpPr/>
          <p:nvPr/>
        </p:nvSpPr>
        <p:spPr>
          <a:xfrm>
            <a:off x="7925902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04" name="모서리가 둥근 직사각형 1303">
            <a:extLst>
              <a:ext uri="{FF2B5EF4-FFF2-40B4-BE49-F238E27FC236}">
                <a16:creationId xmlns:a16="http://schemas.microsoft.com/office/drawing/2014/main" id="{40EB39A9-1D1E-A072-7D0F-6212B2EF1618}"/>
              </a:ext>
            </a:extLst>
          </p:cNvPr>
          <p:cNvSpPr/>
          <p:nvPr/>
        </p:nvSpPr>
        <p:spPr>
          <a:xfrm>
            <a:off x="7925902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05" name="모서리가 둥근 직사각형 1304">
            <a:extLst>
              <a:ext uri="{FF2B5EF4-FFF2-40B4-BE49-F238E27FC236}">
                <a16:creationId xmlns:a16="http://schemas.microsoft.com/office/drawing/2014/main" id="{DB636058-733D-4B34-C48F-D7A170458D9A}"/>
              </a:ext>
            </a:extLst>
          </p:cNvPr>
          <p:cNvSpPr/>
          <p:nvPr/>
        </p:nvSpPr>
        <p:spPr>
          <a:xfrm>
            <a:off x="7883883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06" name="직선 연결선 1305">
            <a:extLst>
              <a:ext uri="{FF2B5EF4-FFF2-40B4-BE49-F238E27FC236}">
                <a16:creationId xmlns:a16="http://schemas.microsoft.com/office/drawing/2014/main" id="{26C8C51D-12A2-0792-14BA-ABED9E2CB73C}"/>
              </a:ext>
            </a:extLst>
          </p:cNvPr>
          <p:cNvCxnSpPr/>
          <p:nvPr/>
        </p:nvCxnSpPr>
        <p:spPr>
          <a:xfrm flipH="1">
            <a:off x="8138096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직선 연결선 1306">
            <a:extLst>
              <a:ext uri="{FF2B5EF4-FFF2-40B4-BE49-F238E27FC236}">
                <a16:creationId xmlns:a16="http://schemas.microsoft.com/office/drawing/2014/main" id="{DCACAE72-51E8-7CAE-E35A-42BC1B926E40}"/>
              </a:ext>
            </a:extLst>
          </p:cNvPr>
          <p:cNvCxnSpPr/>
          <p:nvPr/>
        </p:nvCxnSpPr>
        <p:spPr>
          <a:xfrm>
            <a:off x="8180115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8" name="직선 연결선 1307">
            <a:extLst>
              <a:ext uri="{FF2B5EF4-FFF2-40B4-BE49-F238E27FC236}">
                <a16:creationId xmlns:a16="http://schemas.microsoft.com/office/drawing/2014/main" id="{2FDA337A-41D0-2E0B-4B69-73990185A6A1}"/>
              </a:ext>
            </a:extLst>
          </p:cNvPr>
          <p:cNvCxnSpPr/>
          <p:nvPr/>
        </p:nvCxnSpPr>
        <p:spPr>
          <a:xfrm>
            <a:off x="8090253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" name="직선 연결선 1308">
            <a:extLst>
              <a:ext uri="{FF2B5EF4-FFF2-40B4-BE49-F238E27FC236}">
                <a16:creationId xmlns:a16="http://schemas.microsoft.com/office/drawing/2014/main" id="{F04AF74C-1E7D-F3F3-30F8-39F30C143B29}"/>
              </a:ext>
            </a:extLst>
          </p:cNvPr>
          <p:cNvCxnSpPr/>
          <p:nvPr/>
        </p:nvCxnSpPr>
        <p:spPr>
          <a:xfrm>
            <a:off x="8138096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0" name="직선 연결선 1309">
            <a:extLst>
              <a:ext uri="{FF2B5EF4-FFF2-40B4-BE49-F238E27FC236}">
                <a16:creationId xmlns:a16="http://schemas.microsoft.com/office/drawing/2014/main" id="{324511B7-F3AF-4C05-DE15-B5DD077D4DA2}"/>
              </a:ext>
            </a:extLst>
          </p:cNvPr>
          <p:cNvCxnSpPr/>
          <p:nvPr/>
        </p:nvCxnSpPr>
        <p:spPr>
          <a:xfrm flipH="1">
            <a:off x="8088052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1" name="모서리가 둥근 직사각형 1310">
            <a:extLst>
              <a:ext uri="{FF2B5EF4-FFF2-40B4-BE49-F238E27FC236}">
                <a16:creationId xmlns:a16="http://schemas.microsoft.com/office/drawing/2014/main" id="{E8EB44D9-6487-CE74-B5DB-4CACEDB9D0D2}"/>
              </a:ext>
            </a:extLst>
          </p:cNvPr>
          <p:cNvSpPr/>
          <p:nvPr/>
        </p:nvSpPr>
        <p:spPr>
          <a:xfrm>
            <a:off x="8052928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12" name="모서리가 둥근 직사각형 1311">
            <a:extLst>
              <a:ext uri="{FF2B5EF4-FFF2-40B4-BE49-F238E27FC236}">
                <a16:creationId xmlns:a16="http://schemas.microsoft.com/office/drawing/2014/main" id="{3F8699D9-9140-2EFC-EA5E-F757005B0766}"/>
              </a:ext>
            </a:extLst>
          </p:cNvPr>
          <p:cNvSpPr/>
          <p:nvPr/>
        </p:nvSpPr>
        <p:spPr>
          <a:xfrm>
            <a:off x="8052928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13" name="모서리가 둥근 직사각형 1312">
            <a:extLst>
              <a:ext uri="{FF2B5EF4-FFF2-40B4-BE49-F238E27FC236}">
                <a16:creationId xmlns:a16="http://schemas.microsoft.com/office/drawing/2014/main" id="{413D08B6-16CE-4BC0-5D77-09E63C69446C}"/>
              </a:ext>
            </a:extLst>
          </p:cNvPr>
          <p:cNvSpPr/>
          <p:nvPr/>
        </p:nvSpPr>
        <p:spPr>
          <a:xfrm>
            <a:off x="8142406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14" name="모서리가 둥근 직사각형 1313">
            <a:extLst>
              <a:ext uri="{FF2B5EF4-FFF2-40B4-BE49-F238E27FC236}">
                <a16:creationId xmlns:a16="http://schemas.microsoft.com/office/drawing/2014/main" id="{315F06F8-02A6-D144-3243-7D18A24F32CF}"/>
              </a:ext>
            </a:extLst>
          </p:cNvPr>
          <p:cNvSpPr/>
          <p:nvPr/>
        </p:nvSpPr>
        <p:spPr>
          <a:xfrm>
            <a:off x="8142406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15" name="모서리가 둥근 직사각형 1314">
            <a:extLst>
              <a:ext uri="{FF2B5EF4-FFF2-40B4-BE49-F238E27FC236}">
                <a16:creationId xmlns:a16="http://schemas.microsoft.com/office/drawing/2014/main" id="{6BEB464A-9D4D-7357-6145-D9630C958260}"/>
              </a:ext>
            </a:extLst>
          </p:cNvPr>
          <p:cNvSpPr/>
          <p:nvPr/>
        </p:nvSpPr>
        <p:spPr>
          <a:xfrm>
            <a:off x="8100387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16" name="직선 연결선 1315">
            <a:extLst>
              <a:ext uri="{FF2B5EF4-FFF2-40B4-BE49-F238E27FC236}">
                <a16:creationId xmlns:a16="http://schemas.microsoft.com/office/drawing/2014/main" id="{F47B914C-7A99-E00D-8A37-75FAF5784B4C}"/>
              </a:ext>
            </a:extLst>
          </p:cNvPr>
          <p:cNvCxnSpPr/>
          <p:nvPr/>
        </p:nvCxnSpPr>
        <p:spPr>
          <a:xfrm>
            <a:off x="8333245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7" name="모서리가 둥근 직사각형 1316">
            <a:extLst>
              <a:ext uri="{FF2B5EF4-FFF2-40B4-BE49-F238E27FC236}">
                <a16:creationId xmlns:a16="http://schemas.microsoft.com/office/drawing/2014/main" id="{D9322BFB-FB30-96BD-64D1-1FF8C0210543}"/>
              </a:ext>
            </a:extLst>
          </p:cNvPr>
          <p:cNvSpPr/>
          <p:nvPr/>
        </p:nvSpPr>
        <p:spPr>
          <a:xfrm>
            <a:off x="8300781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318" name="직선 연결선 1317">
            <a:extLst>
              <a:ext uri="{FF2B5EF4-FFF2-40B4-BE49-F238E27FC236}">
                <a16:creationId xmlns:a16="http://schemas.microsoft.com/office/drawing/2014/main" id="{32028623-E961-1475-2B21-4D36772464F9}"/>
              </a:ext>
            </a:extLst>
          </p:cNvPr>
          <p:cNvCxnSpPr/>
          <p:nvPr/>
        </p:nvCxnSpPr>
        <p:spPr>
          <a:xfrm>
            <a:off x="8268800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직선 연결선 1318">
            <a:extLst>
              <a:ext uri="{FF2B5EF4-FFF2-40B4-BE49-F238E27FC236}">
                <a16:creationId xmlns:a16="http://schemas.microsoft.com/office/drawing/2014/main" id="{23785086-8792-62AF-A6F4-13209686F14D}"/>
              </a:ext>
            </a:extLst>
          </p:cNvPr>
          <p:cNvCxnSpPr/>
          <p:nvPr/>
        </p:nvCxnSpPr>
        <p:spPr>
          <a:xfrm>
            <a:off x="8226781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0" name="모서리가 둥근 직사각형 1319">
            <a:extLst>
              <a:ext uri="{FF2B5EF4-FFF2-40B4-BE49-F238E27FC236}">
                <a16:creationId xmlns:a16="http://schemas.microsoft.com/office/drawing/2014/main" id="{30FA3CE3-29D3-9148-5B3E-C1CC6A1024F8}"/>
              </a:ext>
            </a:extLst>
          </p:cNvPr>
          <p:cNvSpPr/>
          <p:nvPr/>
        </p:nvSpPr>
        <p:spPr>
          <a:xfrm>
            <a:off x="8231092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21" name="모서리가 둥근 직사각형 1320">
            <a:extLst>
              <a:ext uri="{FF2B5EF4-FFF2-40B4-BE49-F238E27FC236}">
                <a16:creationId xmlns:a16="http://schemas.microsoft.com/office/drawing/2014/main" id="{35FABE6C-3135-C67C-9DD5-A95155BE22AF}"/>
              </a:ext>
            </a:extLst>
          </p:cNvPr>
          <p:cNvSpPr/>
          <p:nvPr/>
        </p:nvSpPr>
        <p:spPr>
          <a:xfrm>
            <a:off x="8231092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22" name="모서리가 둥근 직사각형 1321">
            <a:extLst>
              <a:ext uri="{FF2B5EF4-FFF2-40B4-BE49-F238E27FC236}">
                <a16:creationId xmlns:a16="http://schemas.microsoft.com/office/drawing/2014/main" id="{A85BEED2-FE23-D861-2148-4A2ECDDAE611}"/>
              </a:ext>
            </a:extLst>
          </p:cNvPr>
          <p:cNvSpPr/>
          <p:nvPr/>
        </p:nvSpPr>
        <p:spPr>
          <a:xfrm>
            <a:off x="8189073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23" name="직선 연결선 1322">
            <a:extLst>
              <a:ext uri="{FF2B5EF4-FFF2-40B4-BE49-F238E27FC236}">
                <a16:creationId xmlns:a16="http://schemas.microsoft.com/office/drawing/2014/main" id="{ADF1164E-23F8-2F61-AB41-C08EE9C51D95}"/>
              </a:ext>
            </a:extLst>
          </p:cNvPr>
          <p:cNvCxnSpPr/>
          <p:nvPr/>
        </p:nvCxnSpPr>
        <p:spPr>
          <a:xfrm flipH="1">
            <a:off x="8432610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직선 연결선 1323">
            <a:extLst>
              <a:ext uri="{FF2B5EF4-FFF2-40B4-BE49-F238E27FC236}">
                <a16:creationId xmlns:a16="http://schemas.microsoft.com/office/drawing/2014/main" id="{5495C28D-3B45-DCF3-C0AE-DAD62EA5D78D}"/>
              </a:ext>
            </a:extLst>
          </p:cNvPr>
          <p:cNvCxnSpPr/>
          <p:nvPr/>
        </p:nvCxnSpPr>
        <p:spPr>
          <a:xfrm>
            <a:off x="8474629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5" name="직선 연결선 1324">
            <a:extLst>
              <a:ext uri="{FF2B5EF4-FFF2-40B4-BE49-F238E27FC236}">
                <a16:creationId xmlns:a16="http://schemas.microsoft.com/office/drawing/2014/main" id="{3C2FE9BC-11BA-CC31-F435-5CA49B3962F7}"/>
              </a:ext>
            </a:extLst>
          </p:cNvPr>
          <p:cNvCxnSpPr/>
          <p:nvPr/>
        </p:nvCxnSpPr>
        <p:spPr>
          <a:xfrm>
            <a:off x="8384768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6" name="직선 연결선 1325">
            <a:extLst>
              <a:ext uri="{FF2B5EF4-FFF2-40B4-BE49-F238E27FC236}">
                <a16:creationId xmlns:a16="http://schemas.microsoft.com/office/drawing/2014/main" id="{D9681FAF-F6E9-67E4-8ABB-EA61C8CCC677}"/>
              </a:ext>
            </a:extLst>
          </p:cNvPr>
          <p:cNvCxnSpPr/>
          <p:nvPr/>
        </p:nvCxnSpPr>
        <p:spPr>
          <a:xfrm>
            <a:off x="8432610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7" name="직선 연결선 1326">
            <a:extLst>
              <a:ext uri="{FF2B5EF4-FFF2-40B4-BE49-F238E27FC236}">
                <a16:creationId xmlns:a16="http://schemas.microsoft.com/office/drawing/2014/main" id="{4686D23C-B1D2-F0D8-A3B5-4AC97E65690C}"/>
              </a:ext>
            </a:extLst>
          </p:cNvPr>
          <p:cNvCxnSpPr/>
          <p:nvPr/>
        </p:nvCxnSpPr>
        <p:spPr>
          <a:xfrm flipH="1">
            <a:off x="8382567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8" name="모서리가 둥근 직사각형 1327">
            <a:extLst>
              <a:ext uri="{FF2B5EF4-FFF2-40B4-BE49-F238E27FC236}">
                <a16:creationId xmlns:a16="http://schemas.microsoft.com/office/drawing/2014/main" id="{DD74BB3F-FB5B-66A8-6D8D-3051E2138324}"/>
              </a:ext>
            </a:extLst>
          </p:cNvPr>
          <p:cNvSpPr/>
          <p:nvPr/>
        </p:nvSpPr>
        <p:spPr>
          <a:xfrm>
            <a:off x="8347442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29" name="모서리가 둥근 직사각형 1328">
            <a:extLst>
              <a:ext uri="{FF2B5EF4-FFF2-40B4-BE49-F238E27FC236}">
                <a16:creationId xmlns:a16="http://schemas.microsoft.com/office/drawing/2014/main" id="{4640C4CE-C0FD-7ED4-5D27-4B8C24C89368}"/>
              </a:ext>
            </a:extLst>
          </p:cNvPr>
          <p:cNvSpPr/>
          <p:nvPr/>
        </p:nvSpPr>
        <p:spPr>
          <a:xfrm>
            <a:off x="8347442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0" name="모서리가 둥근 직사각형 1329">
            <a:extLst>
              <a:ext uri="{FF2B5EF4-FFF2-40B4-BE49-F238E27FC236}">
                <a16:creationId xmlns:a16="http://schemas.microsoft.com/office/drawing/2014/main" id="{4300C0BF-2D9A-0AA2-3447-61CB94110E9E}"/>
              </a:ext>
            </a:extLst>
          </p:cNvPr>
          <p:cNvSpPr/>
          <p:nvPr/>
        </p:nvSpPr>
        <p:spPr>
          <a:xfrm>
            <a:off x="8436921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1" name="모서리가 둥근 직사각형 1330">
            <a:extLst>
              <a:ext uri="{FF2B5EF4-FFF2-40B4-BE49-F238E27FC236}">
                <a16:creationId xmlns:a16="http://schemas.microsoft.com/office/drawing/2014/main" id="{A0D32AC3-E539-14E6-E65C-5112858B4D6A}"/>
              </a:ext>
            </a:extLst>
          </p:cNvPr>
          <p:cNvSpPr/>
          <p:nvPr/>
        </p:nvSpPr>
        <p:spPr>
          <a:xfrm>
            <a:off x="8436921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2" name="모서리가 둥근 직사각형 1331">
            <a:extLst>
              <a:ext uri="{FF2B5EF4-FFF2-40B4-BE49-F238E27FC236}">
                <a16:creationId xmlns:a16="http://schemas.microsoft.com/office/drawing/2014/main" id="{5E6B24BD-F7FA-31AE-038B-D4D9B34EE902}"/>
              </a:ext>
            </a:extLst>
          </p:cNvPr>
          <p:cNvSpPr/>
          <p:nvPr/>
        </p:nvSpPr>
        <p:spPr>
          <a:xfrm>
            <a:off x="8394902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33" name="직선 연결선 1332">
            <a:extLst>
              <a:ext uri="{FF2B5EF4-FFF2-40B4-BE49-F238E27FC236}">
                <a16:creationId xmlns:a16="http://schemas.microsoft.com/office/drawing/2014/main" id="{A71EE098-FC85-0E54-7E1F-E63EE4D742A1}"/>
              </a:ext>
            </a:extLst>
          </p:cNvPr>
          <p:cNvCxnSpPr/>
          <p:nvPr/>
        </p:nvCxnSpPr>
        <p:spPr>
          <a:xfrm>
            <a:off x="8563315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직선 연결선 1333">
            <a:extLst>
              <a:ext uri="{FF2B5EF4-FFF2-40B4-BE49-F238E27FC236}">
                <a16:creationId xmlns:a16="http://schemas.microsoft.com/office/drawing/2014/main" id="{F939B337-8BFD-6613-66F3-6902A08745B8}"/>
              </a:ext>
            </a:extLst>
          </p:cNvPr>
          <p:cNvCxnSpPr/>
          <p:nvPr/>
        </p:nvCxnSpPr>
        <p:spPr>
          <a:xfrm>
            <a:off x="8521296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5" name="모서리가 둥근 직사각형 1334">
            <a:extLst>
              <a:ext uri="{FF2B5EF4-FFF2-40B4-BE49-F238E27FC236}">
                <a16:creationId xmlns:a16="http://schemas.microsoft.com/office/drawing/2014/main" id="{6768FA58-02CE-D152-F7E3-BF46C912906E}"/>
              </a:ext>
            </a:extLst>
          </p:cNvPr>
          <p:cNvSpPr/>
          <p:nvPr/>
        </p:nvSpPr>
        <p:spPr>
          <a:xfrm>
            <a:off x="8525607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6" name="모서리가 둥근 직사각형 1335">
            <a:extLst>
              <a:ext uri="{FF2B5EF4-FFF2-40B4-BE49-F238E27FC236}">
                <a16:creationId xmlns:a16="http://schemas.microsoft.com/office/drawing/2014/main" id="{4A5E73D4-1E73-62FA-9ECA-5B060AAE2039}"/>
              </a:ext>
            </a:extLst>
          </p:cNvPr>
          <p:cNvSpPr/>
          <p:nvPr/>
        </p:nvSpPr>
        <p:spPr>
          <a:xfrm>
            <a:off x="8525607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37" name="모서리가 둥근 직사각형 1336">
            <a:extLst>
              <a:ext uri="{FF2B5EF4-FFF2-40B4-BE49-F238E27FC236}">
                <a16:creationId xmlns:a16="http://schemas.microsoft.com/office/drawing/2014/main" id="{935289A2-00AA-EACD-1395-6CC2C6834F4F}"/>
              </a:ext>
            </a:extLst>
          </p:cNvPr>
          <p:cNvSpPr/>
          <p:nvPr/>
        </p:nvSpPr>
        <p:spPr>
          <a:xfrm>
            <a:off x="8483587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38" name="직선 연결선 1337">
            <a:extLst>
              <a:ext uri="{FF2B5EF4-FFF2-40B4-BE49-F238E27FC236}">
                <a16:creationId xmlns:a16="http://schemas.microsoft.com/office/drawing/2014/main" id="{A4EA20C6-DEBC-662F-7E25-BA0177917D34}"/>
              </a:ext>
            </a:extLst>
          </p:cNvPr>
          <p:cNvCxnSpPr/>
          <p:nvPr/>
        </p:nvCxnSpPr>
        <p:spPr>
          <a:xfrm>
            <a:off x="7859201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모서리가 둥근 직사각형 1338">
            <a:extLst>
              <a:ext uri="{FF2B5EF4-FFF2-40B4-BE49-F238E27FC236}">
                <a16:creationId xmlns:a16="http://schemas.microsoft.com/office/drawing/2014/main" id="{19ED1316-CADB-72B1-FD39-36E820EF6857}"/>
              </a:ext>
            </a:extLst>
          </p:cNvPr>
          <p:cNvSpPr/>
          <p:nvPr/>
        </p:nvSpPr>
        <p:spPr>
          <a:xfrm>
            <a:off x="7826737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340" name="직선 연결선 1339">
            <a:extLst>
              <a:ext uri="{FF2B5EF4-FFF2-40B4-BE49-F238E27FC236}">
                <a16:creationId xmlns:a16="http://schemas.microsoft.com/office/drawing/2014/main" id="{E89F3C98-EF1C-3788-3371-003ACF7E72AA}"/>
              </a:ext>
            </a:extLst>
          </p:cNvPr>
          <p:cNvCxnSpPr/>
          <p:nvPr/>
        </p:nvCxnSpPr>
        <p:spPr>
          <a:xfrm flipH="1">
            <a:off x="7958566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직선 연결선 1340">
            <a:extLst>
              <a:ext uri="{FF2B5EF4-FFF2-40B4-BE49-F238E27FC236}">
                <a16:creationId xmlns:a16="http://schemas.microsoft.com/office/drawing/2014/main" id="{8EBFC20D-4A47-5875-2764-6F9873D4D9F7}"/>
              </a:ext>
            </a:extLst>
          </p:cNvPr>
          <p:cNvCxnSpPr/>
          <p:nvPr/>
        </p:nvCxnSpPr>
        <p:spPr>
          <a:xfrm>
            <a:off x="8000585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직선 연결선 1341">
            <a:extLst>
              <a:ext uri="{FF2B5EF4-FFF2-40B4-BE49-F238E27FC236}">
                <a16:creationId xmlns:a16="http://schemas.microsoft.com/office/drawing/2014/main" id="{8D37B710-4D6E-271F-A7EC-613C91C4384C}"/>
              </a:ext>
            </a:extLst>
          </p:cNvPr>
          <p:cNvCxnSpPr/>
          <p:nvPr/>
        </p:nvCxnSpPr>
        <p:spPr>
          <a:xfrm>
            <a:off x="7910723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직선 연결선 1342">
            <a:extLst>
              <a:ext uri="{FF2B5EF4-FFF2-40B4-BE49-F238E27FC236}">
                <a16:creationId xmlns:a16="http://schemas.microsoft.com/office/drawing/2014/main" id="{1D06B20C-74B5-71C8-159C-87C664503861}"/>
              </a:ext>
            </a:extLst>
          </p:cNvPr>
          <p:cNvCxnSpPr/>
          <p:nvPr/>
        </p:nvCxnSpPr>
        <p:spPr>
          <a:xfrm>
            <a:off x="7958566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직선 연결선 1343">
            <a:extLst>
              <a:ext uri="{FF2B5EF4-FFF2-40B4-BE49-F238E27FC236}">
                <a16:creationId xmlns:a16="http://schemas.microsoft.com/office/drawing/2014/main" id="{F57C055B-4794-DF40-9079-E99B36D06232}"/>
              </a:ext>
            </a:extLst>
          </p:cNvPr>
          <p:cNvCxnSpPr/>
          <p:nvPr/>
        </p:nvCxnSpPr>
        <p:spPr>
          <a:xfrm flipH="1">
            <a:off x="7908523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모서리가 둥근 직사각형 1344">
            <a:extLst>
              <a:ext uri="{FF2B5EF4-FFF2-40B4-BE49-F238E27FC236}">
                <a16:creationId xmlns:a16="http://schemas.microsoft.com/office/drawing/2014/main" id="{77F50E7A-B0D9-11DD-EFB0-9BAA3DF956EC}"/>
              </a:ext>
            </a:extLst>
          </p:cNvPr>
          <p:cNvSpPr/>
          <p:nvPr/>
        </p:nvSpPr>
        <p:spPr>
          <a:xfrm>
            <a:off x="7873399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46" name="모서리가 둥근 직사각형 1345">
            <a:extLst>
              <a:ext uri="{FF2B5EF4-FFF2-40B4-BE49-F238E27FC236}">
                <a16:creationId xmlns:a16="http://schemas.microsoft.com/office/drawing/2014/main" id="{C04C38FB-A123-3E61-A816-A803D4F3B549}"/>
              </a:ext>
            </a:extLst>
          </p:cNvPr>
          <p:cNvSpPr/>
          <p:nvPr/>
        </p:nvSpPr>
        <p:spPr>
          <a:xfrm>
            <a:off x="7873399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47" name="모서리가 둥근 직사각형 1346">
            <a:extLst>
              <a:ext uri="{FF2B5EF4-FFF2-40B4-BE49-F238E27FC236}">
                <a16:creationId xmlns:a16="http://schemas.microsoft.com/office/drawing/2014/main" id="{BDED3C84-D59F-8B06-13DE-2CD5122D6BA2}"/>
              </a:ext>
            </a:extLst>
          </p:cNvPr>
          <p:cNvSpPr/>
          <p:nvPr/>
        </p:nvSpPr>
        <p:spPr>
          <a:xfrm>
            <a:off x="7962877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48" name="모서리가 둥근 직사각형 1347">
            <a:extLst>
              <a:ext uri="{FF2B5EF4-FFF2-40B4-BE49-F238E27FC236}">
                <a16:creationId xmlns:a16="http://schemas.microsoft.com/office/drawing/2014/main" id="{F6913108-21C9-3C92-9760-AC99A330D14A}"/>
              </a:ext>
            </a:extLst>
          </p:cNvPr>
          <p:cNvSpPr/>
          <p:nvPr/>
        </p:nvSpPr>
        <p:spPr>
          <a:xfrm>
            <a:off x="7962877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49" name="모서리가 둥근 직사각형 1348">
            <a:extLst>
              <a:ext uri="{FF2B5EF4-FFF2-40B4-BE49-F238E27FC236}">
                <a16:creationId xmlns:a16="http://schemas.microsoft.com/office/drawing/2014/main" id="{19201E51-F57B-616C-2905-6C506FFCC4C2}"/>
              </a:ext>
            </a:extLst>
          </p:cNvPr>
          <p:cNvSpPr/>
          <p:nvPr/>
        </p:nvSpPr>
        <p:spPr>
          <a:xfrm>
            <a:off x="7920858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50" name="직선 연결선 1349">
            <a:extLst>
              <a:ext uri="{FF2B5EF4-FFF2-40B4-BE49-F238E27FC236}">
                <a16:creationId xmlns:a16="http://schemas.microsoft.com/office/drawing/2014/main" id="{7C422020-7EF8-F5B1-4001-F780435D439A}"/>
              </a:ext>
            </a:extLst>
          </p:cNvPr>
          <p:cNvCxnSpPr/>
          <p:nvPr/>
        </p:nvCxnSpPr>
        <p:spPr>
          <a:xfrm>
            <a:off x="8089271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 1350">
            <a:extLst>
              <a:ext uri="{FF2B5EF4-FFF2-40B4-BE49-F238E27FC236}">
                <a16:creationId xmlns:a16="http://schemas.microsoft.com/office/drawing/2014/main" id="{03156302-E89E-E496-5B04-96993EA3DC26}"/>
              </a:ext>
            </a:extLst>
          </p:cNvPr>
          <p:cNvCxnSpPr/>
          <p:nvPr/>
        </p:nvCxnSpPr>
        <p:spPr>
          <a:xfrm>
            <a:off x="8047252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모서리가 둥근 직사각형 1351">
            <a:extLst>
              <a:ext uri="{FF2B5EF4-FFF2-40B4-BE49-F238E27FC236}">
                <a16:creationId xmlns:a16="http://schemas.microsoft.com/office/drawing/2014/main" id="{BB0C8B05-175B-95E9-D24C-618A73E2C89F}"/>
              </a:ext>
            </a:extLst>
          </p:cNvPr>
          <p:cNvSpPr/>
          <p:nvPr/>
        </p:nvSpPr>
        <p:spPr>
          <a:xfrm>
            <a:off x="8051563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53" name="모서리가 둥근 직사각형 1352">
            <a:extLst>
              <a:ext uri="{FF2B5EF4-FFF2-40B4-BE49-F238E27FC236}">
                <a16:creationId xmlns:a16="http://schemas.microsoft.com/office/drawing/2014/main" id="{0F6B9BBD-6179-D8FC-708C-0FCE110A8934}"/>
              </a:ext>
            </a:extLst>
          </p:cNvPr>
          <p:cNvSpPr/>
          <p:nvPr/>
        </p:nvSpPr>
        <p:spPr>
          <a:xfrm>
            <a:off x="8051563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54" name="모서리가 둥근 직사각형 1353">
            <a:extLst>
              <a:ext uri="{FF2B5EF4-FFF2-40B4-BE49-F238E27FC236}">
                <a16:creationId xmlns:a16="http://schemas.microsoft.com/office/drawing/2014/main" id="{7F03DA94-C5D5-210D-F2B1-45E42AAAD1EB}"/>
              </a:ext>
            </a:extLst>
          </p:cNvPr>
          <p:cNvSpPr/>
          <p:nvPr/>
        </p:nvSpPr>
        <p:spPr>
          <a:xfrm>
            <a:off x="8009543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55" name="직선 연결선 1354">
            <a:extLst>
              <a:ext uri="{FF2B5EF4-FFF2-40B4-BE49-F238E27FC236}">
                <a16:creationId xmlns:a16="http://schemas.microsoft.com/office/drawing/2014/main" id="{FAAD350A-9F34-0216-E936-8A9DF35383EC}"/>
              </a:ext>
            </a:extLst>
          </p:cNvPr>
          <p:cNvCxnSpPr/>
          <p:nvPr/>
        </p:nvCxnSpPr>
        <p:spPr>
          <a:xfrm>
            <a:off x="8442906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6" name="모서리가 둥근 직사각형 1355">
            <a:extLst>
              <a:ext uri="{FF2B5EF4-FFF2-40B4-BE49-F238E27FC236}">
                <a16:creationId xmlns:a16="http://schemas.microsoft.com/office/drawing/2014/main" id="{2A794E0C-84A6-92C8-B715-F51828536B15}"/>
              </a:ext>
            </a:extLst>
          </p:cNvPr>
          <p:cNvSpPr/>
          <p:nvPr/>
        </p:nvSpPr>
        <p:spPr>
          <a:xfrm>
            <a:off x="8410442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357" name="직선 연결선 1356">
            <a:extLst>
              <a:ext uri="{FF2B5EF4-FFF2-40B4-BE49-F238E27FC236}">
                <a16:creationId xmlns:a16="http://schemas.microsoft.com/office/drawing/2014/main" id="{D47152A2-B324-8D98-416A-25A9E7946A6A}"/>
              </a:ext>
            </a:extLst>
          </p:cNvPr>
          <p:cNvCxnSpPr/>
          <p:nvPr/>
        </p:nvCxnSpPr>
        <p:spPr>
          <a:xfrm flipH="1">
            <a:off x="8542271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직선 연결선 1357">
            <a:extLst>
              <a:ext uri="{FF2B5EF4-FFF2-40B4-BE49-F238E27FC236}">
                <a16:creationId xmlns:a16="http://schemas.microsoft.com/office/drawing/2014/main" id="{AC6A1641-78DB-2DE0-4225-7AC92A2C5CD1}"/>
              </a:ext>
            </a:extLst>
          </p:cNvPr>
          <p:cNvCxnSpPr/>
          <p:nvPr/>
        </p:nvCxnSpPr>
        <p:spPr>
          <a:xfrm>
            <a:off x="8584290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직선 연결선 1358">
            <a:extLst>
              <a:ext uri="{FF2B5EF4-FFF2-40B4-BE49-F238E27FC236}">
                <a16:creationId xmlns:a16="http://schemas.microsoft.com/office/drawing/2014/main" id="{2017702E-F88F-2967-EE94-6C5A039009DA}"/>
              </a:ext>
            </a:extLst>
          </p:cNvPr>
          <p:cNvCxnSpPr/>
          <p:nvPr/>
        </p:nvCxnSpPr>
        <p:spPr>
          <a:xfrm>
            <a:off x="8494429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직선 연결선 1359">
            <a:extLst>
              <a:ext uri="{FF2B5EF4-FFF2-40B4-BE49-F238E27FC236}">
                <a16:creationId xmlns:a16="http://schemas.microsoft.com/office/drawing/2014/main" id="{415196ED-6F30-1C47-B3B5-3A90CB148A66}"/>
              </a:ext>
            </a:extLst>
          </p:cNvPr>
          <p:cNvCxnSpPr/>
          <p:nvPr/>
        </p:nvCxnSpPr>
        <p:spPr>
          <a:xfrm>
            <a:off x="8542271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직선 연결선 1360">
            <a:extLst>
              <a:ext uri="{FF2B5EF4-FFF2-40B4-BE49-F238E27FC236}">
                <a16:creationId xmlns:a16="http://schemas.microsoft.com/office/drawing/2014/main" id="{5029ACF4-FE7D-D43F-FD27-894F3D8775E1}"/>
              </a:ext>
            </a:extLst>
          </p:cNvPr>
          <p:cNvCxnSpPr/>
          <p:nvPr/>
        </p:nvCxnSpPr>
        <p:spPr>
          <a:xfrm flipH="1">
            <a:off x="8492228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2" name="모서리가 둥근 직사각형 1361">
            <a:extLst>
              <a:ext uri="{FF2B5EF4-FFF2-40B4-BE49-F238E27FC236}">
                <a16:creationId xmlns:a16="http://schemas.microsoft.com/office/drawing/2014/main" id="{C6750090-5A40-A141-60A8-8A84C5D5E70E}"/>
              </a:ext>
            </a:extLst>
          </p:cNvPr>
          <p:cNvSpPr/>
          <p:nvPr/>
        </p:nvSpPr>
        <p:spPr>
          <a:xfrm>
            <a:off x="8457103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63" name="모서리가 둥근 직사각형 1362">
            <a:extLst>
              <a:ext uri="{FF2B5EF4-FFF2-40B4-BE49-F238E27FC236}">
                <a16:creationId xmlns:a16="http://schemas.microsoft.com/office/drawing/2014/main" id="{505D06E8-FC7D-EEE7-0B67-81DB08FBDF55}"/>
              </a:ext>
            </a:extLst>
          </p:cNvPr>
          <p:cNvSpPr/>
          <p:nvPr/>
        </p:nvSpPr>
        <p:spPr>
          <a:xfrm>
            <a:off x="8457103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64" name="모서리가 둥근 직사각형 1363">
            <a:extLst>
              <a:ext uri="{FF2B5EF4-FFF2-40B4-BE49-F238E27FC236}">
                <a16:creationId xmlns:a16="http://schemas.microsoft.com/office/drawing/2014/main" id="{9E830F78-14E1-177F-0238-80A37953EFE3}"/>
              </a:ext>
            </a:extLst>
          </p:cNvPr>
          <p:cNvSpPr/>
          <p:nvPr/>
        </p:nvSpPr>
        <p:spPr>
          <a:xfrm>
            <a:off x="8546582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65" name="모서리가 둥근 직사각형 1364">
            <a:extLst>
              <a:ext uri="{FF2B5EF4-FFF2-40B4-BE49-F238E27FC236}">
                <a16:creationId xmlns:a16="http://schemas.microsoft.com/office/drawing/2014/main" id="{B2B0D329-1876-DBA5-7503-20DF7E9CC9E6}"/>
              </a:ext>
            </a:extLst>
          </p:cNvPr>
          <p:cNvSpPr/>
          <p:nvPr/>
        </p:nvSpPr>
        <p:spPr>
          <a:xfrm>
            <a:off x="8546582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66" name="모서리가 둥근 직사각형 1365">
            <a:extLst>
              <a:ext uri="{FF2B5EF4-FFF2-40B4-BE49-F238E27FC236}">
                <a16:creationId xmlns:a16="http://schemas.microsoft.com/office/drawing/2014/main" id="{FC9A527D-61DA-FCEA-4A40-FAFE8471D163}"/>
              </a:ext>
            </a:extLst>
          </p:cNvPr>
          <p:cNvSpPr/>
          <p:nvPr/>
        </p:nvSpPr>
        <p:spPr>
          <a:xfrm>
            <a:off x="8504563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67" name="직선 연결선 1366">
            <a:extLst>
              <a:ext uri="{FF2B5EF4-FFF2-40B4-BE49-F238E27FC236}">
                <a16:creationId xmlns:a16="http://schemas.microsoft.com/office/drawing/2014/main" id="{27536F54-483A-24A1-3FF9-81B374C59CF9}"/>
              </a:ext>
            </a:extLst>
          </p:cNvPr>
          <p:cNvCxnSpPr/>
          <p:nvPr/>
        </p:nvCxnSpPr>
        <p:spPr>
          <a:xfrm>
            <a:off x="8672976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직선 연결선 1367">
            <a:extLst>
              <a:ext uri="{FF2B5EF4-FFF2-40B4-BE49-F238E27FC236}">
                <a16:creationId xmlns:a16="http://schemas.microsoft.com/office/drawing/2014/main" id="{3BE1BCFA-6366-0B74-6B8E-7D7767036B49}"/>
              </a:ext>
            </a:extLst>
          </p:cNvPr>
          <p:cNvCxnSpPr/>
          <p:nvPr/>
        </p:nvCxnSpPr>
        <p:spPr>
          <a:xfrm>
            <a:off x="8630957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9" name="모서리가 둥근 직사각형 1368">
            <a:extLst>
              <a:ext uri="{FF2B5EF4-FFF2-40B4-BE49-F238E27FC236}">
                <a16:creationId xmlns:a16="http://schemas.microsoft.com/office/drawing/2014/main" id="{8ECF8AB9-2331-5628-11D9-B665B5722AC8}"/>
              </a:ext>
            </a:extLst>
          </p:cNvPr>
          <p:cNvSpPr/>
          <p:nvPr/>
        </p:nvSpPr>
        <p:spPr>
          <a:xfrm>
            <a:off x="8635268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70" name="모서리가 둥근 직사각형 1369">
            <a:extLst>
              <a:ext uri="{FF2B5EF4-FFF2-40B4-BE49-F238E27FC236}">
                <a16:creationId xmlns:a16="http://schemas.microsoft.com/office/drawing/2014/main" id="{5405A5BA-75E2-51E8-1B26-805FFC0A51EB}"/>
              </a:ext>
            </a:extLst>
          </p:cNvPr>
          <p:cNvSpPr/>
          <p:nvPr/>
        </p:nvSpPr>
        <p:spPr>
          <a:xfrm>
            <a:off x="8635268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71" name="모서리가 둥근 직사각형 1370">
            <a:extLst>
              <a:ext uri="{FF2B5EF4-FFF2-40B4-BE49-F238E27FC236}">
                <a16:creationId xmlns:a16="http://schemas.microsoft.com/office/drawing/2014/main" id="{8988A5D7-6512-F199-417D-FC56733A0302}"/>
              </a:ext>
            </a:extLst>
          </p:cNvPr>
          <p:cNvSpPr/>
          <p:nvPr/>
        </p:nvSpPr>
        <p:spPr>
          <a:xfrm>
            <a:off x="8593248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72" name="직선 연결선 1371">
            <a:extLst>
              <a:ext uri="{FF2B5EF4-FFF2-40B4-BE49-F238E27FC236}">
                <a16:creationId xmlns:a16="http://schemas.microsoft.com/office/drawing/2014/main" id="{7BDE4042-4859-DA9F-536D-594B29B45EF2}"/>
              </a:ext>
            </a:extLst>
          </p:cNvPr>
          <p:cNvCxnSpPr/>
          <p:nvPr/>
        </p:nvCxnSpPr>
        <p:spPr>
          <a:xfrm flipH="1">
            <a:off x="8599014" y="5566736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직선 연결선 1372">
            <a:extLst>
              <a:ext uri="{FF2B5EF4-FFF2-40B4-BE49-F238E27FC236}">
                <a16:creationId xmlns:a16="http://schemas.microsoft.com/office/drawing/2014/main" id="{5FA510E9-2E98-8364-70EE-3BE7DA8FDB77}"/>
              </a:ext>
            </a:extLst>
          </p:cNvPr>
          <p:cNvCxnSpPr/>
          <p:nvPr/>
        </p:nvCxnSpPr>
        <p:spPr>
          <a:xfrm>
            <a:off x="8530461" y="5521760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4" name="모서리가 둥근 직사각형 1373">
            <a:extLst>
              <a:ext uri="{FF2B5EF4-FFF2-40B4-BE49-F238E27FC236}">
                <a16:creationId xmlns:a16="http://schemas.microsoft.com/office/drawing/2014/main" id="{C3BD9EB5-D53B-FE1F-DAC6-291C57259E85}"/>
              </a:ext>
            </a:extLst>
          </p:cNvPr>
          <p:cNvSpPr/>
          <p:nvPr/>
        </p:nvSpPr>
        <p:spPr>
          <a:xfrm>
            <a:off x="8474262" y="5490129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375" name="직선 연결선 1374">
            <a:extLst>
              <a:ext uri="{FF2B5EF4-FFF2-40B4-BE49-F238E27FC236}">
                <a16:creationId xmlns:a16="http://schemas.microsoft.com/office/drawing/2014/main" id="{A2CBAF5B-F994-2528-78D5-23610530A143}"/>
              </a:ext>
            </a:extLst>
          </p:cNvPr>
          <p:cNvCxnSpPr/>
          <p:nvPr/>
        </p:nvCxnSpPr>
        <p:spPr>
          <a:xfrm flipH="1">
            <a:off x="8399757" y="584064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직선 연결선 1375">
            <a:extLst>
              <a:ext uri="{FF2B5EF4-FFF2-40B4-BE49-F238E27FC236}">
                <a16:creationId xmlns:a16="http://schemas.microsoft.com/office/drawing/2014/main" id="{FBE8E59D-96CF-089C-601A-AC0A1DA8EC11}"/>
              </a:ext>
            </a:extLst>
          </p:cNvPr>
          <p:cNvCxnSpPr/>
          <p:nvPr/>
        </p:nvCxnSpPr>
        <p:spPr>
          <a:xfrm>
            <a:off x="8441776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7" name="직선 연결선 1376">
            <a:extLst>
              <a:ext uri="{FF2B5EF4-FFF2-40B4-BE49-F238E27FC236}">
                <a16:creationId xmlns:a16="http://schemas.microsoft.com/office/drawing/2014/main" id="{6496C4AF-2833-9A5F-1EFE-A1C087C232D1}"/>
              </a:ext>
            </a:extLst>
          </p:cNvPr>
          <p:cNvCxnSpPr/>
          <p:nvPr/>
        </p:nvCxnSpPr>
        <p:spPr>
          <a:xfrm>
            <a:off x="8351914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직선 연결선 1377">
            <a:extLst>
              <a:ext uri="{FF2B5EF4-FFF2-40B4-BE49-F238E27FC236}">
                <a16:creationId xmlns:a16="http://schemas.microsoft.com/office/drawing/2014/main" id="{852717B9-D2BE-6669-7BF1-A9EED43F7B47}"/>
              </a:ext>
            </a:extLst>
          </p:cNvPr>
          <p:cNvCxnSpPr/>
          <p:nvPr/>
        </p:nvCxnSpPr>
        <p:spPr>
          <a:xfrm>
            <a:off x="8399757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직선 연결선 1378">
            <a:extLst>
              <a:ext uri="{FF2B5EF4-FFF2-40B4-BE49-F238E27FC236}">
                <a16:creationId xmlns:a16="http://schemas.microsoft.com/office/drawing/2014/main" id="{641D7DBE-62C7-3F5C-C791-C2A57EEFE01A}"/>
              </a:ext>
            </a:extLst>
          </p:cNvPr>
          <p:cNvCxnSpPr/>
          <p:nvPr/>
        </p:nvCxnSpPr>
        <p:spPr>
          <a:xfrm flipH="1">
            <a:off x="8349713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0" name="모서리가 둥근 직사각형 1379">
            <a:extLst>
              <a:ext uri="{FF2B5EF4-FFF2-40B4-BE49-F238E27FC236}">
                <a16:creationId xmlns:a16="http://schemas.microsoft.com/office/drawing/2014/main" id="{4A832E5D-48D3-096E-101A-8C85C466400E}"/>
              </a:ext>
            </a:extLst>
          </p:cNvPr>
          <p:cNvSpPr/>
          <p:nvPr/>
        </p:nvSpPr>
        <p:spPr>
          <a:xfrm>
            <a:off x="8314589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81" name="모서리가 둥근 직사각형 1380">
            <a:extLst>
              <a:ext uri="{FF2B5EF4-FFF2-40B4-BE49-F238E27FC236}">
                <a16:creationId xmlns:a16="http://schemas.microsoft.com/office/drawing/2014/main" id="{B62C7845-B8C8-914D-11AF-C16C49B9EE44}"/>
              </a:ext>
            </a:extLst>
          </p:cNvPr>
          <p:cNvSpPr/>
          <p:nvPr/>
        </p:nvSpPr>
        <p:spPr>
          <a:xfrm>
            <a:off x="8314589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82" name="모서리가 둥근 직사각형 1381">
            <a:extLst>
              <a:ext uri="{FF2B5EF4-FFF2-40B4-BE49-F238E27FC236}">
                <a16:creationId xmlns:a16="http://schemas.microsoft.com/office/drawing/2014/main" id="{EE3E2339-61C4-A0A2-B700-E7CF475CB884}"/>
              </a:ext>
            </a:extLst>
          </p:cNvPr>
          <p:cNvSpPr/>
          <p:nvPr/>
        </p:nvSpPr>
        <p:spPr>
          <a:xfrm>
            <a:off x="8404067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83" name="모서리가 둥근 직사각형 1382">
            <a:extLst>
              <a:ext uri="{FF2B5EF4-FFF2-40B4-BE49-F238E27FC236}">
                <a16:creationId xmlns:a16="http://schemas.microsoft.com/office/drawing/2014/main" id="{79A024EE-1CBE-BAA1-725E-ED56A28ECC3B}"/>
              </a:ext>
            </a:extLst>
          </p:cNvPr>
          <p:cNvSpPr/>
          <p:nvPr/>
        </p:nvSpPr>
        <p:spPr>
          <a:xfrm>
            <a:off x="8404067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84" name="모서리가 둥근 직사각형 1383">
            <a:extLst>
              <a:ext uri="{FF2B5EF4-FFF2-40B4-BE49-F238E27FC236}">
                <a16:creationId xmlns:a16="http://schemas.microsoft.com/office/drawing/2014/main" id="{0773A5B0-C838-3DE8-0470-05675A707C72}"/>
              </a:ext>
            </a:extLst>
          </p:cNvPr>
          <p:cNvSpPr/>
          <p:nvPr/>
        </p:nvSpPr>
        <p:spPr>
          <a:xfrm>
            <a:off x="8362048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85" name="직선 연결선 1384">
            <a:extLst>
              <a:ext uri="{FF2B5EF4-FFF2-40B4-BE49-F238E27FC236}">
                <a16:creationId xmlns:a16="http://schemas.microsoft.com/office/drawing/2014/main" id="{4A5C8123-06FF-C374-5DDF-192C5C4B59F7}"/>
              </a:ext>
            </a:extLst>
          </p:cNvPr>
          <p:cNvCxnSpPr/>
          <p:nvPr/>
        </p:nvCxnSpPr>
        <p:spPr>
          <a:xfrm>
            <a:off x="8594906" y="584142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모서리가 둥근 직사각형 1385">
            <a:extLst>
              <a:ext uri="{FF2B5EF4-FFF2-40B4-BE49-F238E27FC236}">
                <a16:creationId xmlns:a16="http://schemas.microsoft.com/office/drawing/2014/main" id="{F3523DC0-20B4-99FE-89FD-64898627BC33}"/>
              </a:ext>
            </a:extLst>
          </p:cNvPr>
          <p:cNvSpPr/>
          <p:nvPr/>
        </p:nvSpPr>
        <p:spPr>
          <a:xfrm>
            <a:off x="8562442" y="581574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387" name="직선 연결선 1386">
            <a:extLst>
              <a:ext uri="{FF2B5EF4-FFF2-40B4-BE49-F238E27FC236}">
                <a16:creationId xmlns:a16="http://schemas.microsoft.com/office/drawing/2014/main" id="{F68E5E11-6695-BFA3-B32C-52252F16FBAE}"/>
              </a:ext>
            </a:extLst>
          </p:cNvPr>
          <p:cNvCxnSpPr/>
          <p:nvPr/>
        </p:nvCxnSpPr>
        <p:spPr>
          <a:xfrm>
            <a:off x="8530461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8" name="직선 연결선 1387">
            <a:extLst>
              <a:ext uri="{FF2B5EF4-FFF2-40B4-BE49-F238E27FC236}">
                <a16:creationId xmlns:a16="http://schemas.microsoft.com/office/drawing/2014/main" id="{600D44DA-171B-2B8E-BCC1-B90030DC3391}"/>
              </a:ext>
            </a:extLst>
          </p:cNvPr>
          <p:cNvCxnSpPr/>
          <p:nvPr/>
        </p:nvCxnSpPr>
        <p:spPr>
          <a:xfrm>
            <a:off x="8488442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9" name="모서리가 둥근 직사각형 1388">
            <a:extLst>
              <a:ext uri="{FF2B5EF4-FFF2-40B4-BE49-F238E27FC236}">
                <a16:creationId xmlns:a16="http://schemas.microsoft.com/office/drawing/2014/main" id="{2F8B4029-7A2F-B374-A0A0-2673B0630E5D}"/>
              </a:ext>
            </a:extLst>
          </p:cNvPr>
          <p:cNvSpPr/>
          <p:nvPr/>
        </p:nvSpPr>
        <p:spPr>
          <a:xfrm>
            <a:off x="8492753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90" name="모서리가 둥근 직사각형 1389">
            <a:extLst>
              <a:ext uri="{FF2B5EF4-FFF2-40B4-BE49-F238E27FC236}">
                <a16:creationId xmlns:a16="http://schemas.microsoft.com/office/drawing/2014/main" id="{49D8E1FD-CC59-0E71-BD18-8E39FD1FCD66}"/>
              </a:ext>
            </a:extLst>
          </p:cNvPr>
          <p:cNvSpPr/>
          <p:nvPr/>
        </p:nvSpPr>
        <p:spPr>
          <a:xfrm>
            <a:off x="8492753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91" name="모서리가 둥근 직사각형 1390">
            <a:extLst>
              <a:ext uri="{FF2B5EF4-FFF2-40B4-BE49-F238E27FC236}">
                <a16:creationId xmlns:a16="http://schemas.microsoft.com/office/drawing/2014/main" id="{781AFD6D-4B3E-282B-DA72-C3FF5E045DDC}"/>
              </a:ext>
            </a:extLst>
          </p:cNvPr>
          <p:cNvSpPr/>
          <p:nvPr/>
        </p:nvSpPr>
        <p:spPr>
          <a:xfrm>
            <a:off x="8450734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392" name="직선 연결선 1391">
            <a:extLst>
              <a:ext uri="{FF2B5EF4-FFF2-40B4-BE49-F238E27FC236}">
                <a16:creationId xmlns:a16="http://schemas.microsoft.com/office/drawing/2014/main" id="{E6D7C9CB-DDF3-345F-FDA7-2F5F737F09B8}"/>
              </a:ext>
            </a:extLst>
          </p:cNvPr>
          <p:cNvCxnSpPr/>
          <p:nvPr/>
        </p:nvCxnSpPr>
        <p:spPr>
          <a:xfrm flipH="1">
            <a:off x="8694271" y="590812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직선 연결선 1392">
            <a:extLst>
              <a:ext uri="{FF2B5EF4-FFF2-40B4-BE49-F238E27FC236}">
                <a16:creationId xmlns:a16="http://schemas.microsoft.com/office/drawing/2014/main" id="{9D39378C-B75C-6D6C-C23A-C252B6D27AE9}"/>
              </a:ext>
            </a:extLst>
          </p:cNvPr>
          <p:cNvCxnSpPr/>
          <p:nvPr/>
        </p:nvCxnSpPr>
        <p:spPr>
          <a:xfrm>
            <a:off x="8736290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직선 연결선 1393">
            <a:extLst>
              <a:ext uri="{FF2B5EF4-FFF2-40B4-BE49-F238E27FC236}">
                <a16:creationId xmlns:a16="http://schemas.microsoft.com/office/drawing/2014/main" id="{B7CDAAFD-2DD2-9085-9CE8-A43420A84387}"/>
              </a:ext>
            </a:extLst>
          </p:cNvPr>
          <p:cNvCxnSpPr/>
          <p:nvPr/>
        </p:nvCxnSpPr>
        <p:spPr>
          <a:xfrm>
            <a:off x="8646428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5" name="직선 연결선 1394">
            <a:extLst>
              <a:ext uri="{FF2B5EF4-FFF2-40B4-BE49-F238E27FC236}">
                <a16:creationId xmlns:a16="http://schemas.microsoft.com/office/drawing/2014/main" id="{7C78B5DC-7BB4-FA61-5A8F-2EE62A58A2A0}"/>
              </a:ext>
            </a:extLst>
          </p:cNvPr>
          <p:cNvCxnSpPr/>
          <p:nvPr/>
        </p:nvCxnSpPr>
        <p:spPr>
          <a:xfrm>
            <a:off x="8694271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" name="직선 연결선 1395">
            <a:extLst>
              <a:ext uri="{FF2B5EF4-FFF2-40B4-BE49-F238E27FC236}">
                <a16:creationId xmlns:a16="http://schemas.microsoft.com/office/drawing/2014/main" id="{4F5D3AA6-8DB5-1EFF-A3DB-9E5E9DE27D36}"/>
              </a:ext>
            </a:extLst>
          </p:cNvPr>
          <p:cNvCxnSpPr/>
          <p:nvPr/>
        </p:nvCxnSpPr>
        <p:spPr>
          <a:xfrm flipH="1">
            <a:off x="8644228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7" name="모서리가 둥근 직사각형 1396">
            <a:extLst>
              <a:ext uri="{FF2B5EF4-FFF2-40B4-BE49-F238E27FC236}">
                <a16:creationId xmlns:a16="http://schemas.microsoft.com/office/drawing/2014/main" id="{B67D6FC9-9286-CE8D-AEFF-362BDC3D86ED}"/>
              </a:ext>
            </a:extLst>
          </p:cNvPr>
          <p:cNvSpPr/>
          <p:nvPr/>
        </p:nvSpPr>
        <p:spPr>
          <a:xfrm>
            <a:off x="8609103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98" name="모서리가 둥근 직사각형 1397">
            <a:extLst>
              <a:ext uri="{FF2B5EF4-FFF2-40B4-BE49-F238E27FC236}">
                <a16:creationId xmlns:a16="http://schemas.microsoft.com/office/drawing/2014/main" id="{2D61C93B-6340-855D-3212-63B7F219CCE8}"/>
              </a:ext>
            </a:extLst>
          </p:cNvPr>
          <p:cNvSpPr/>
          <p:nvPr/>
        </p:nvSpPr>
        <p:spPr>
          <a:xfrm>
            <a:off x="8609103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99" name="모서리가 둥근 직사각형 1398">
            <a:extLst>
              <a:ext uri="{FF2B5EF4-FFF2-40B4-BE49-F238E27FC236}">
                <a16:creationId xmlns:a16="http://schemas.microsoft.com/office/drawing/2014/main" id="{A2399A14-4F1A-F14A-79CE-495EC018EE86}"/>
              </a:ext>
            </a:extLst>
          </p:cNvPr>
          <p:cNvSpPr/>
          <p:nvPr/>
        </p:nvSpPr>
        <p:spPr>
          <a:xfrm>
            <a:off x="8698582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00" name="모서리가 둥근 직사각형 1399">
            <a:extLst>
              <a:ext uri="{FF2B5EF4-FFF2-40B4-BE49-F238E27FC236}">
                <a16:creationId xmlns:a16="http://schemas.microsoft.com/office/drawing/2014/main" id="{7808A6F5-1F80-B39D-A11F-28F7388A8577}"/>
              </a:ext>
            </a:extLst>
          </p:cNvPr>
          <p:cNvSpPr/>
          <p:nvPr/>
        </p:nvSpPr>
        <p:spPr>
          <a:xfrm>
            <a:off x="8698582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01" name="모서리가 둥근 직사각형 1400">
            <a:extLst>
              <a:ext uri="{FF2B5EF4-FFF2-40B4-BE49-F238E27FC236}">
                <a16:creationId xmlns:a16="http://schemas.microsoft.com/office/drawing/2014/main" id="{2B3F35E2-C7FE-DD67-697F-0D1DB0BDC85F}"/>
              </a:ext>
            </a:extLst>
          </p:cNvPr>
          <p:cNvSpPr/>
          <p:nvPr/>
        </p:nvSpPr>
        <p:spPr>
          <a:xfrm>
            <a:off x="8656563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02" name="직선 연결선 1401">
            <a:extLst>
              <a:ext uri="{FF2B5EF4-FFF2-40B4-BE49-F238E27FC236}">
                <a16:creationId xmlns:a16="http://schemas.microsoft.com/office/drawing/2014/main" id="{51F55961-D406-372D-65B1-1342C1A078C5}"/>
              </a:ext>
            </a:extLst>
          </p:cNvPr>
          <p:cNvCxnSpPr/>
          <p:nvPr/>
        </p:nvCxnSpPr>
        <p:spPr>
          <a:xfrm>
            <a:off x="8824976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3" name="직선 연결선 1402">
            <a:extLst>
              <a:ext uri="{FF2B5EF4-FFF2-40B4-BE49-F238E27FC236}">
                <a16:creationId xmlns:a16="http://schemas.microsoft.com/office/drawing/2014/main" id="{9741ABA8-67A4-4236-0DC9-657A50B3026D}"/>
              </a:ext>
            </a:extLst>
          </p:cNvPr>
          <p:cNvCxnSpPr/>
          <p:nvPr/>
        </p:nvCxnSpPr>
        <p:spPr>
          <a:xfrm>
            <a:off x="8782957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모서리가 둥근 직사각형 1403">
            <a:extLst>
              <a:ext uri="{FF2B5EF4-FFF2-40B4-BE49-F238E27FC236}">
                <a16:creationId xmlns:a16="http://schemas.microsoft.com/office/drawing/2014/main" id="{A8FCD461-50DE-65ED-5356-B71A59CE094B}"/>
              </a:ext>
            </a:extLst>
          </p:cNvPr>
          <p:cNvSpPr/>
          <p:nvPr/>
        </p:nvSpPr>
        <p:spPr>
          <a:xfrm>
            <a:off x="8787268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05" name="모서리가 둥근 직사각형 1404">
            <a:extLst>
              <a:ext uri="{FF2B5EF4-FFF2-40B4-BE49-F238E27FC236}">
                <a16:creationId xmlns:a16="http://schemas.microsoft.com/office/drawing/2014/main" id="{73607B81-AB64-AA7A-7638-06CC445ECE0E}"/>
              </a:ext>
            </a:extLst>
          </p:cNvPr>
          <p:cNvSpPr/>
          <p:nvPr/>
        </p:nvSpPr>
        <p:spPr>
          <a:xfrm>
            <a:off x="8787268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06" name="모서리가 둥근 직사각형 1405">
            <a:extLst>
              <a:ext uri="{FF2B5EF4-FFF2-40B4-BE49-F238E27FC236}">
                <a16:creationId xmlns:a16="http://schemas.microsoft.com/office/drawing/2014/main" id="{43932EA7-78EE-6B5D-296B-DF4D8608C43A}"/>
              </a:ext>
            </a:extLst>
          </p:cNvPr>
          <p:cNvSpPr/>
          <p:nvPr/>
        </p:nvSpPr>
        <p:spPr>
          <a:xfrm>
            <a:off x="8745248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07" name="직선 연결선 1406">
            <a:extLst>
              <a:ext uri="{FF2B5EF4-FFF2-40B4-BE49-F238E27FC236}">
                <a16:creationId xmlns:a16="http://schemas.microsoft.com/office/drawing/2014/main" id="{EEF5FD00-28C8-507B-4673-349DAE2FC182}"/>
              </a:ext>
            </a:extLst>
          </p:cNvPr>
          <p:cNvCxnSpPr/>
          <p:nvPr/>
        </p:nvCxnSpPr>
        <p:spPr>
          <a:xfrm>
            <a:off x="8704568" y="556591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8" name="모서리가 둥근 직사각형 1407">
            <a:extLst>
              <a:ext uri="{FF2B5EF4-FFF2-40B4-BE49-F238E27FC236}">
                <a16:creationId xmlns:a16="http://schemas.microsoft.com/office/drawing/2014/main" id="{8F931D30-884F-0CA8-1305-5E83E53ED9C1}"/>
              </a:ext>
            </a:extLst>
          </p:cNvPr>
          <p:cNvSpPr/>
          <p:nvPr/>
        </p:nvSpPr>
        <p:spPr>
          <a:xfrm>
            <a:off x="8672103" y="554023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409" name="직선 연결선 1408">
            <a:extLst>
              <a:ext uri="{FF2B5EF4-FFF2-40B4-BE49-F238E27FC236}">
                <a16:creationId xmlns:a16="http://schemas.microsoft.com/office/drawing/2014/main" id="{78F0A1C7-8939-F642-9181-CD7964947438}"/>
              </a:ext>
            </a:extLst>
          </p:cNvPr>
          <p:cNvCxnSpPr/>
          <p:nvPr/>
        </p:nvCxnSpPr>
        <p:spPr>
          <a:xfrm flipH="1">
            <a:off x="8803933" y="56326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직선 연결선 1409">
            <a:extLst>
              <a:ext uri="{FF2B5EF4-FFF2-40B4-BE49-F238E27FC236}">
                <a16:creationId xmlns:a16="http://schemas.microsoft.com/office/drawing/2014/main" id="{B9C0B117-8289-EE49-8F9C-DF0408785E7F}"/>
              </a:ext>
            </a:extLst>
          </p:cNvPr>
          <p:cNvCxnSpPr/>
          <p:nvPr/>
        </p:nvCxnSpPr>
        <p:spPr>
          <a:xfrm>
            <a:off x="8845952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직선 연결선 1410">
            <a:extLst>
              <a:ext uri="{FF2B5EF4-FFF2-40B4-BE49-F238E27FC236}">
                <a16:creationId xmlns:a16="http://schemas.microsoft.com/office/drawing/2014/main" id="{B4EA460C-6D9B-A64A-CB8E-A141592A51DA}"/>
              </a:ext>
            </a:extLst>
          </p:cNvPr>
          <p:cNvCxnSpPr/>
          <p:nvPr/>
        </p:nvCxnSpPr>
        <p:spPr>
          <a:xfrm>
            <a:off x="8756090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직선 연결선 1411">
            <a:extLst>
              <a:ext uri="{FF2B5EF4-FFF2-40B4-BE49-F238E27FC236}">
                <a16:creationId xmlns:a16="http://schemas.microsoft.com/office/drawing/2014/main" id="{7C4ACBDA-0614-0908-A029-10602C7BED6A}"/>
              </a:ext>
            </a:extLst>
          </p:cNvPr>
          <p:cNvCxnSpPr/>
          <p:nvPr/>
        </p:nvCxnSpPr>
        <p:spPr>
          <a:xfrm>
            <a:off x="8803933" y="56838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직선 연결선 1412">
            <a:extLst>
              <a:ext uri="{FF2B5EF4-FFF2-40B4-BE49-F238E27FC236}">
                <a16:creationId xmlns:a16="http://schemas.microsoft.com/office/drawing/2014/main" id="{FD867863-7DD9-2C5A-5106-CE853E039E5F}"/>
              </a:ext>
            </a:extLst>
          </p:cNvPr>
          <p:cNvCxnSpPr/>
          <p:nvPr/>
        </p:nvCxnSpPr>
        <p:spPr>
          <a:xfrm flipH="1">
            <a:off x="8753889" y="5680507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4" name="모서리가 둥근 직사각형 1413">
            <a:extLst>
              <a:ext uri="{FF2B5EF4-FFF2-40B4-BE49-F238E27FC236}">
                <a16:creationId xmlns:a16="http://schemas.microsoft.com/office/drawing/2014/main" id="{95126546-370E-0CFA-6595-EED0ED023153}"/>
              </a:ext>
            </a:extLst>
          </p:cNvPr>
          <p:cNvSpPr/>
          <p:nvPr/>
        </p:nvSpPr>
        <p:spPr>
          <a:xfrm>
            <a:off x="8718765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15" name="모서리가 둥근 직사각형 1414">
            <a:extLst>
              <a:ext uri="{FF2B5EF4-FFF2-40B4-BE49-F238E27FC236}">
                <a16:creationId xmlns:a16="http://schemas.microsoft.com/office/drawing/2014/main" id="{12DABB1F-5F3D-8EE1-4269-68F90070D829}"/>
              </a:ext>
            </a:extLst>
          </p:cNvPr>
          <p:cNvSpPr/>
          <p:nvPr/>
        </p:nvSpPr>
        <p:spPr>
          <a:xfrm>
            <a:off x="8718765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16" name="모서리가 둥근 직사각형 1415">
            <a:extLst>
              <a:ext uri="{FF2B5EF4-FFF2-40B4-BE49-F238E27FC236}">
                <a16:creationId xmlns:a16="http://schemas.microsoft.com/office/drawing/2014/main" id="{7B306AE8-D730-31D3-8A4A-1836B82A99FD}"/>
              </a:ext>
            </a:extLst>
          </p:cNvPr>
          <p:cNvSpPr/>
          <p:nvPr/>
        </p:nvSpPr>
        <p:spPr>
          <a:xfrm>
            <a:off x="8808244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17" name="모서리가 둥근 직사각형 1416">
            <a:extLst>
              <a:ext uri="{FF2B5EF4-FFF2-40B4-BE49-F238E27FC236}">
                <a16:creationId xmlns:a16="http://schemas.microsoft.com/office/drawing/2014/main" id="{F24EE327-952F-2D21-133C-19DF9DA18C1C}"/>
              </a:ext>
            </a:extLst>
          </p:cNvPr>
          <p:cNvSpPr/>
          <p:nvPr/>
        </p:nvSpPr>
        <p:spPr>
          <a:xfrm>
            <a:off x="8808244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18" name="모서리가 둥근 직사각형 1417">
            <a:extLst>
              <a:ext uri="{FF2B5EF4-FFF2-40B4-BE49-F238E27FC236}">
                <a16:creationId xmlns:a16="http://schemas.microsoft.com/office/drawing/2014/main" id="{A225A2BE-03B7-4863-0E3F-ACC080624C5F}"/>
              </a:ext>
            </a:extLst>
          </p:cNvPr>
          <p:cNvSpPr/>
          <p:nvPr/>
        </p:nvSpPr>
        <p:spPr>
          <a:xfrm>
            <a:off x="8766224" y="56540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19" name="직선 연결선 1418">
            <a:extLst>
              <a:ext uri="{FF2B5EF4-FFF2-40B4-BE49-F238E27FC236}">
                <a16:creationId xmlns:a16="http://schemas.microsoft.com/office/drawing/2014/main" id="{C15963E5-CCAC-C3BA-1E91-9FC832A5452F}"/>
              </a:ext>
            </a:extLst>
          </p:cNvPr>
          <p:cNvCxnSpPr/>
          <p:nvPr/>
        </p:nvCxnSpPr>
        <p:spPr>
          <a:xfrm>
            <a:off x="8934637" y="57059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0" name="직선 연결선 1419">
            <a:extLst>
              <a:ext uri="{FF2B5EF4-FFF2-40B4-BE49-F238E27FC236}">
                <a16:creationId xmlns:a16="http://schemas.microsoft.com/office/drawing/2014/main" id="{5786E169-FE5C-BA67-DBA7-DA0066E13EEB}"/>
              </a:ext>
            </a:extLst>
          </p:cNvPr>
          <p:cNvCxnSpPr/>
          <p:nvPr/>
        </p:nvCxnSpPr>
        <p:spPr>
          <a:xfrm>
            <a:off x="8892618" y="56332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1" name="모서리가 둥근 직사각형 1420">
            <a:extLst>
              <a:ext uri="{FF2B5EF4-FFF2-40B4-BE49-F238E27FC236}">
                <a16:creationId xmlns:a16="http://schemas.microsoft.com/office/drawing/2014/main" id="{1D97351C-E82B-F331-1AFF-E4F564226723}"/>
              </a:ext>
            </a:extLst>
          </p:cNvPr>
          <p:cNvSpPr/>
          <p:nvPr/>
        </p:nvSpPr>
        <p:spPr>
          <a:xfrm>
            <a:off x="8896929" y="57509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22" name="모서리가 둥근 직사각형 1421">
            <a:extLst>
              <a:ext uri="{FF2B5EF4-FFF2-40B4-BE49-F238E27FC236}">
                <a16:creationId xmlns:a16="http://schemas.microsoft.com/office/drawing/2014/main" id="{0FDBCCB4-9083-785E-B224-8397ECA1C666}"/>
              </a:ext>
            </a:extLst>
          </p:cNvPr>
          <p:cNvSpPr/>
          <p:nvPr/>
        </p:nvSpPr>
        <p:spPr>
          <a:xfrm>
            <a:off x="8896929" y="56771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23" name="모서리가 둥근 직사각형 1422">
            <a:extLst>
              <a:ext uri="{FF2B5EF4-FFF2-40B4-BE49-F238E27FC236}">
                <a16:creationId xmlns:a16="http://schemas.microsoft.com/office/drawing/2014/main" id="{311183ED-BD1D-9A82-AF58-319E7C58B8B2}"/>
              </a:ext>
            </a:extLst>
          </p:cNvPr>
          <p:cNvSpPr/>
          <p:nvPr/>
        </p:nvSpPr>
        <p:spPr>
          <a:xfrm>
            <a:off x="8854910" y="56034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24" name="직선 연결선 1423">
            <a:extLst>
              <a:ext uri="{FF2B5EF4-FFF2-40B4-BE49-F238E27FC236}">
                <a16:creationId xmlns:a16="http://schemas.microsoft.com/office/drawing/2014/main" id="{827BD075-E7DA-4222-17C3-14618F9FD94E}"/>
              </a:ext>
            </a:extLst>
          </p:cNvPr>
          <p:cNvCxnSpPr/>
          <p:nvPr/>
        </p:nvCxnSpPr>
        <p:spPr>
          <a:xfrm flipH="1">
            <a:off x="9766868" y="553345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직선 연결선 1424">
            <a:extLst>
              <a:ext uri="{FF2B5EF4-FFF2-40B4-BE49-F238E27FC236}">
                <a16:creationId xmlns:a16="http://schemas.microsoft.com/office/drawing/2014/main" id="{0E3036EC-2E47-6A10-8AEF-CC91692313E7}"/>
              </a:ext>
            </a:extLst>
          </p:cNvPr>
          <p:cNvCxnSpPr/>
          <p:nvPr/>
        </p:nvCxnSpPr>
        <p:spPr>
          <a:xfrm>
            <a:off x="9698315" y="5488476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6" name="모서리가 둥근 직사각형 1425">
            <a:extLst>
              <a:ext uri="{FF2B5EF4-FFF2-40B4-BE49-F238E27FC236}">
                <a16:creationId xmlns:a16="http://schemas.microsoft.com/office/drawing/2014/main" id="{BA9FA600-1EC4-5555-0485-DDCB24166923}"/>
              </a:ext>
            </a:extLst>
          </p:cNvPr>
          <p:cNvSpPr/>
          <p:nvPr/>
        </p:nvSpPr>
        <p:spPr>
          <a:xfrm>
            <a:off x="9642116" y="545684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427" name="직선 연결선 1426">
            <a:extLst>
              <a:ext uri="{FF2B5EF4-FFF2-40B4-BE49-F238E27FC236}">
                <a16:creationId xmlns:a16="http://schemas.microsoft.com/office/drawing/2014/main" id="{639E8460-8A9D-50D7-D6E6-5291A5E4F984}"/>
              </a:ext>
            </a:extLst>
          </p:cNvPr>
          <p:cNvCxnSpPr/>
          <p:nvPr/>
        </p:nvCxnSpPr>
        <p:spPr>
          <a:xfrm flipH="1">
            <a:off x="9567611" y="580735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직선 연결선 1427">
            <a:extLst>
              <a:ext uri="{FF2B5EF4-FFF2-40B4-BE49-F238E27FC236}">
                <a16:creationId xmlns:a16="http://schemas.microsoft.com/office/drawing/2014/main" id="{740C9690-4332-B83B-AB27-3A517F308948}"/>
              </a:ext>
            </a:extLst>
          </p:cNvPr>
          <p:cNvCxnSpPr/>
          <p:nvPr/>
        </p:nvCxnSpPr>
        <p:spPr>
          <a:xfrm>
            <a:off x="9609630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직선 연결선 1428">
            <a:extLst>
              <a:ext uri="{FF2B5EF4-FFF2-40B4-BE49-F238E27FC236}">
                <a16:creationId xmlns:a16="http://schemas.microsoft.com/office/drawing/2014/main" id="{B2BADB06-D955-86D4-BA0C-101E26A506F3}"/>
              </a:ext>
            </a:extLst>
          </p:cNvPr>
          <p:cNvCxnSpPr/>
          <p:nvPr/>
        </p:nvCxnSpPr>
        <p:spPr>
          <a:xfrm>
            <a:off x="9519768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직선 연결선 1429">
            <a:extLst>
              <a:ext uri="{FF2B5EF4-FFF2-40B4-BE49-F238E27FC236}">
                <a16:creationId xmlns:a16="http://schemas.microsoft.com/office/drawing/2014/main" id="{63F55BBA-191A-024B-FA77-515CCF28719D}"/>
              </a:ext>
            </a:extLst>
          </p:cNvPr>
          <p:cNvCxnSpPr/>
          <p:nvPr/>
        </p:nvCxnSpPr>
        <p:spPr>
          <a:xfrm>
            <a:off x="9567611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직선 연결선 1430">
            <a:extLst>
              <a:ext uri="{FF2B5EF4-FFF2-40B4-BE49-F238E27FC236}">
                <a16:creationId xmlns:a16="http://schemas.microsoft.com/office/drawing/2014/main" id="{34EE3BA0-8BE0-5015-A939-A286755B7876}"/>
              </a:ext>
            </a:extLst>
          </p:cNvPr>
          <p:cNvCxnSpPr/>
          <p:nvPr/>
        </p:nvCxnSpPr>
        <p:spPr>
          <a:xfrm flipH="1">
            <a:off x="9517567" y="59227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모서리가 둥근 직사각형 1431">
            <a:extLst>
              <a:ext uri="{FF2B5EF4-FFF2-40B4-BE49-F238E27FC236}">
                <a16:creationId xmlns:a16="http://schemas.microsoft.com/office/drawing/2014/main" id="{439DFF84-1B9F-DC82-CF15-D48AD0589C60}"/>
              </a:ext>
            </a:extLst>
          </p:cNvPr>
          <p:cNvSpPr/>
          <p:nvPr/>
        </p:nvSpPr>
        <p:spPr>
          <a:xfrm>
            <a:off x="9482443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33" name="모서리가 둥근 직사각형 1432">
            <a:extLst>
              <a:ext uri="{FF2B5EF4-FFF2-40B4-BE49-F238E27FC236}">
                <a16:creationId xmlns:a16="http://schemas.microsoft.com/office/drawing/2014/main" id="{48F6C4D1-3F54-AACB-CE4C-5DF29176F0EA}"/>
              </a:ext>
            </a:extLst>
          </p:cNvPr>
          <p:cNvSpPr/>
          <p:nvPr/>
        </p:nvSpPr>
        <p:spPr>
          <a:xfrm>
            <a:off x="9482443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34" name="모서리가 둥근 직사각형 1433">
            <a:extLst>
              <a:ext uri="{FF2B5EF4-FFF2-40B4-BE49-F238E27FC236}">
                <a16:creationId xmlns:a16="http://schemas.microsoft.com/office/drawing/2014/main" id="{BBE5CB31-6CC8-B568-CC6F-1ADA19295B17}"/>
              </a:ext>
            </a:extLst>
          </p:cNvPr>
          <p:cNvSpPr/>
          <p:nvPr/>
        </p:nvSpPr>
        <p:spPr>
          <a:xfrm>
            <a:off x="9571921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35" name="모서리가 둥근 직사각형 1434">
            <a:extLst>
              <a:ext uri="{FF2B5EF4-FFF2-40B4-BE49-F238E27FC236}">
                <a16:creationId xmlns:a16="http://schemas.microsoft.com/office/drawing/2014/main" id="{4D3B7F55-313D-226F-60FD-EB9F0342ABDF}"/>
              </a:ext>
            </a:extLst>
          </p:cNvPr>
          <p:cNvSpPr/>
          <p:nvPr/>
        </p:nvSpPr>
        <p:spPr>
          <a:xfrm>
            <a:off x="9571921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36" name="모서리가 둥근 직사각형 1435">
            <a:extLst>
              <a:ext uri="{FF2B5EF4-FFF2-40B4-BE49-F238E27FC236}">
                <a16:creationId xmlns:a16="http://schemas.microsoft.com/office/drawing/2014/main" id="{16CA1F68-E481-3CA1-AC14-296C8DEEE4DD}"/>
              </a:ext>
            </a:extLst>
          </p:cNvPr>
          <p:cNvSpPr/>
          <p:nvPr/>
        </p:nvSpPr>
        <p:spPr>
          <a:xfrm>
            <a:off x="9529902" y="58963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37" name="직선 연결선 1436">
            <a:extLst>
              <a:ext uri="{FF2B5EF4-FFF2-40B4-BE49-F238E27FC236}">
                <a16:creationId xmlns:a16="http://schemas.microsoft.com/office/drawing/2014/main" id="{2201CA0F-A1B4-4FF0-AAAA-C84D1349F3DF}"/>
              </a:ext>
            </a:extLst>
          </p:cNvPr>
          <p:cNvCxnSpPr/>
          <p:nvPr/>
        </p:nvCxnSpPr>
        <p:spPr>
          <a:xfrm>
            <a:off x="9762760" y="580814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8" name="모서리가 둥근 직사각형 1437">
            <a:extLst>
              <a:ext uri="{FF2B5EF4-FFF2-40B4-BE49-F238E27FC236}">
                <a16:creationId xmlns:a16="http://schemas.microsoft.com/office/drawing/2014/main" id="{26691B28-952B-7967-CE09-9272E65E4516}"/>
              </a:ext>
            </a:extLst>
          </p:cNvPr>
          <p:cNvSpPr/>
          <p:nvPr/>
        </p:nvSpPr>
        <p:spPr>
          <a:xfrm>
            <a:off x="9730296" y="578246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439" name="직선 연결선 1438">
            <a:extLst>
              <a:ext uri="{FF2B5EF4-FFF2-40B4-BE49-F238E27FC236}">
                <a16:creationId xmlns:a16="http://schemas.microsoft.com/office/drawing/2014/main" id="{AD27AA4C-3EA5-0F66-DEAA-C246EC832762}"/>
              </a:ext>
            </a:extLst>
          </p:cNvPr>
          <p:cNvCxnSpPr/>
          <p:nvPr/>
        </p:nvCxnSpPr>
        <p:spPr>
          <a:xfrm>
            <a:off x="9698315" y="59481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직선 연결선 1439">
            <a:extLst>
              <a:ext uri="{FF2B5EF4-FFF2-40B4-BE49-F238E27FC236}">
                <a16:creationId xmlns:a16="http://schemas.microsoft.com/office/drawing/2014/main" id="{C53F8BE3-6388-E710-CFA3-409E9949DDE2}"/>
              </a:ext>
            </a:extLst>
          </p:cNvPr>
          <p:cNvCxnSpPr/>
          <p:nvPr/>
        </p:nvCxnSpPr>
        <p:spPr>
          <a:xfrm>
            <a:off x="9656296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모서리가 둥근 직사각형 1440">
            <a:extLst>
              <a:ext uri="{FF2B5EF4-FFF2-40B4-BE49-F238E27FC236}">
                <a16:creationId xmlns:a16="http://schemas.microsoft.com/office/drawing/2014/main" id="{1ED8D21B-638D-9529-8404-639FA35227C9}"/>
              </a:ext>
            </a:extLst>
          </p:cNvPr>
          <p:cNvSpPr/>
          <p:nvPr/>
        </p:nvSpPr>
        <p:spPr>
          <a:xfrm>
            <a:off x="9660607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42" name="모서리가 둥근 직사각형 1441">
            <a:extLst>
              <a:ext uri="{FF2B5EF4-FFF2-40B4-BE49-F238E27FC236}">
                <a16:creationId xmlns:a16="http://schemas.microsoft.com/office/drawing/2014/main" id="{CF8A1AD8-4FF9-7378-947D-93F91A70205C}"/>
              </a:ext>
            </a:extLst>
          </p:cNvPr>
          <p:cNvSpPr/>
          <p:nvPr/>
        </p:nvSpPr>
        <p:spPr>
          <a:xfrm>
            <a:off x="9660607" y="59193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43" name="모서리가 둥근 직사각형 1442">
            <a:extLst>
              <a:ext uri="{FF2B5EF4-FFF2-40B4-BE49-F238E27FC236}">
                <a16:creationId xmlns:a16="http://schemas.microsoft.com/office/drawing/2014/main" id="{76C0022B-477F-58AE-428E-F01149658296}"/>
              </a:ext>
            </a:extLst>
          </p:cNvPr>
          <p:cNvSpPr/>
          <p:nvPr/>
        </p:nvSpPr>
        <p:spPr>
          <a:xfrm>
            <a:off x="9618588" y="584565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44" name="직선 연결선 1443">
            <a:extLst>
              <a:ext uri="{FF2B5EF4-FFF2-40B4-BE49-F238E27FC236}">
                <a16:creationId xmlns:a16="http://schemas.microsoft.com/office/drawing/2014/main" id="{00CA2A3A-CD59-3F5F-7FCE-846182410C97}"/>
              </a:ext>
            </a:extLst>
          </p:cNvPr>
          <p:cNvCxnSpPr/>
          <p:nvPr/>
        </p:nvCxnSpPr>
        <p:spPr>
          <a:xfrm flipH="1">
            <a:off x="9862125" y="5874840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5" name="직선 연결선 1444">
            <a:extLst>
              <a:ext uri="{FF2B5EF4-FFF2-40B4-BE49-F238E27FC236}">
                <a16:creationId xmlns:a16="http://schemas.microsoft.com/office/drawing/2014/main" id="{41AC87F3-259F-1C5A-F97A-27FA9FDCA7F1}"/>
              </a:ext>
            </a:extLst>
          </p:cNvPr>
          <p:cNvCxnSpPr/>
          <p:nvPr/>
        </p:nvCxnSpPr>
        <p:spPr>
          <a:xfrm>
            <a:off x="9904144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6" name="직선 연결선 1445">
            <a:extLst>
              <a:ext uri="{FF2B5EF4-FFF2-40B4-BE49-F238E27FC236}">
                <a16:creationId xmlns:a16="http://schemas.microsoft.com/office/drawing/2014/main" id="{DC5E7A90-6EAA-EDD6-F0C5-980365D1F307}"/>
              </a:ext>
            </a:extLst>
          </p:cNvPr>
          <p:cNvCxnSpPr/>
          <p:nvPr/>
        </p:nvCxnSpPr>
        <p:spPr>
          <a:xfrm>
            <a:off x="9814283" y="59988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7" name="직선 연결선 1446">
            <a:extLst>
              <a:ext uri="{FF2B5EF4-FFF2-40B4-BE49-F238E27FC236}">
                <a16:creationId xmlns:a16="http://schemas.microsoft.com/office/drawing/2014/main" id="{94FB6160-2F99-18DE-2363-1DEDB4097F04}"/>
              </a:ext>
            </a:extLst>
          </p:cNvPr>
          <p:cNvCxnSpPr/>
          <p:nvPr/>
        </p:nvCxnSpPr>
        <p:spPr>
          <a:xfrm>
            <a:off x="9862125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직선 연결선 1447">
            <a:extLst>
              <a:ext uri="{FF2B5EF4-FFF2-40B4-BE49-F238E27FC236}">
                <a16:creationId xmlns:a16="http://schemas.microsoft.com/office/drawing/2014/main" id="{C6AD4C8C-680D-B679-6E6D-406F6085DE7C}"/>
              </a:ext>
            </a:extLst>
          </p:cNvPr>
          <p:cNvCxnSpPr/>
          <p:nvPr/>
        </p:nvCxnSpPr>
        <p:spPr>
          <a:xfrm flipH="1">
            <a:off x="9812082" y="59227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9" name="모서리가 둥근 직사각형 1448">
            <a:extLst>
              <a:ext uri="{FF2B5EF4-FFF2-40B4-BE49-F238E27FC236}">
                <a16:creationId xmlns:a16="http://schemas.microsoft.com/office/drawing/2014/main" id="{FDEFFFC2-04C7-768F-C7C4-DC754E38FAE6}"/>
              </a:ext>
            </a:extLst>
          </p:cNvPr>
          <p:cNvSpPr/>
          <p:nvPr/>
        </p:nvSpPr>
        <p:spPr>
          <a:xfrm>
            <a:off x="9776957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0" name="모서리가 둥근 직사각형 1449">
            <a:extLst>
              <a:ext uri="{FF2B5EF4-FFF2-40B4-BE49-F238E27FC236}">
                <a16:creationId xmlns:a16="http://schemas.microsoft.com/office/drawing/2014/main" id="{1A84CCBE-D619-CBB2-8F66-68D8682AB3DE}"/>
              </a:ext>
            </a:extLst>
          </p:cNvPr>
          <p:cNvSpPr/>
          <p:nvPr/>
        </p:nvSpPr>
        <p:spPr>
          <a:xfrm>
            <a:off x="9776957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1" name="모서리가 둥근 직사각형 1450">
            <a:extLst>
              <a:ext uri="{FF2B5EF4-FFF2-40B4-BE49-F238E27FC236}">
                <a16:creationId xmlns:a16="http://schemas.microsoft.com/office/drawing/2014/main" id="{C2292A67-7E6D-321D-18CF-D619E685850F}"/>
              </a:ext>
            </a:extLst>
          </p:cNvPr>
          <p:cNvSpPr/>
          <p:nvPr/>
        </p:nvSpPr>
        <p:spPr>
          <a:xfrm>
            <a:off x="9866436" y="60437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2" name="모서리가 둥근 직사각형 1451">
            <a:extLst>
              <a:ext uri="{FF2B5EF4-FFF2-40B4-BE49-F238E27FC236}">
                <a16:creationId xmlns:a16="http://schemas.microsoft.com/office/drawing/2014/main" id="{F36A5593-35E4-C190-9C15-53A48EC4E043}"/>
              </a:ext>
            </a:extLst>
          </p:cNvPr>
          <p:cNvSpPr/>
          <p:nvPr/>
        </p:nvSpPr>
        <p:spPr>
          <a:xfrm>
            <a:off x="9866436" y="59700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3" name="모서리가 둥근 직사각형 1452">
            <a:extLst>
              <a:ext uri="{FF2B5EF4-FFF2-40B4-BE49-F238E27FC236}">
                <a16:creationId xmlns:a16="http://schemas.microsoft.com/office/drawing/2014/main" id="{FAA76E3B-6956-B516-F14C-D80B4E863BDE}"/>
              </a:ext>
            </a:extLst>
          </p:cNvPr>
          <p:cNvSpPr/>
          <p:nvPr/>
        </p:nvSpPr>
        <p:spPr>
          <a:xfrm>
            <a:off x="9824417" y="58963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54" name="직선 연결선 1453">
            <a:extLst>
              <a:ext uri="{FF2B5EF4-FFF2-40B4-BE49-F238E27FC236}">
                <a16:creationId xmlns:a16="http://schemas.microsoft.com/office/drawing/2014/main" id="{26CFE7D3-0E14-4D52-6FF3-4102156250F2}"/>
              </a:ext>
            </a:extLst>
          </p:cNvPr>
          <p:cNvCxnSpPr/>
          <p:nvPr/>
        </p:nvCxnSpPr>
        <p:spPr>
          <a:xfrm>
            <a:off x="9992830" y="59481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직선 연결선 1454">
            <a:extLst>
              <a:ext uri="{FF2B5EF4-FFF2-40B4-BE49-F238E27FC236}">
                <a16:creationId xmlns:a16="http://schemas.microsoft.com/office/drawing/2014/main" id="{28875332-2DB8-869B-298F-44551531AAAE}"/>
              </a:ext>
            </a:extLst>
          </p:cNvPr>
          <p:cNvCxnSpPr/>
          <p:nvPr/>
        </p:nvCxnSpPr>
        <p:spPr>
          <a:xfrm>
            <a:off x="9950811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6" name="모서리가 둥근 직사각형 1455">
            <a:extLst>
              <a:ext uri="{FF2B5EF4-FFF2-40B4-BE49-F238E27FC236}">
                <a16:creationId xmlns:a16="http://schemas.microsoft.com/office/drawing/2014/main" id="{61559D23-251A-5D0C-491C-2E62ED10A49E}"/>
              </a:ext>
            </a:extLst>
          </p:cNvPr>
          <p:cNvSpPr/>
          <p:nvPr/>
        </p:nvSpPr>
        <p:spPr>
          <a:xfrm>
            <a:off x="9955122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7" name="모서리가 둥근 직사각형 1456">
            <a:extLst>
              <a:ext uri="{FF2B5EF4-FFF2-40B4-BE49-F238E27FC236}">
                <a16:creationId xmlns:a16="http://schemas.microsoft.com/office/drawing/2014/main" id="{08E6DF31-685B-E791-096F-CCB51F083753}"/>
              </a:ext>
            </a:extLst>
          </p:cNvPr>
          <p:cNvSpPr/>
          <p:nvPr/>
        </p:nvSpPr>
        <p:spPr>
          <a:xfrm>
            <a:off x="9955122" y="59193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58" name="모서리가 둥근 직사각형 1457">
            <a:extLst>
              <a:ext uri="{FF2B5EF4-FFF2-40B4-BE49-F238E27FC236}">
                <a16:creationId xmlns:a16="http://schemas.microsoft.com/office/drawing/2014/main" id="{0F826138-52C7-25E2-9D1F-F52B8A235CA9}"/>
              </a:ext>
            </a:extLst>
          </p:cNvPr>
          <p:cNvSpPr/>
          <p:nvPr/>
        </p:nvSpPr>
        <p:spPr>
          <a:xfrm>
            <a:off x="9913102" y="584565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59" name="직선 연결선 1458">
            <a:extLst>
              <a:ext uri="{FF2B5EF4-FFF2-40B4-BE49-F238E27FC236}">
                <a16:creationId xmlns:a16="http://schemas.microsoft.com/office/drawing/2014/main" id="{8A27F7FF-302F-2295-4B59-F4B353C2EE9A}"/>
              </a:ext>
            </a:extLst>
          </p:cNvPr>
          <p:cNvCxnSpPr/>
          <p:nvPr/>
        </p:nvCxnSpPr>
        <p:spPr>
          <a:xfrm>
            <a:off x="9872422" y="553263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0" name="모서리가 둥근 직사각형 1459">
            <a:extLst>
              <a:ext uri="{FF2B5EF4-FFF2-40B4-BE49-F238E27FC236}">
                <a16:creationId xmlns:a16="http://schemas.microsoft.com/office/drawing/2014/main" id="{50C948E0-44F9-7687-864F-B9C478A83515}"/>
              </a:ext>
            </a:extLst>
          </p:cNvPr>
          <p:cNvSpPr/>
          <p:nvPr/>
        </p:nvSpPr>
        <p:spPr>
          <a:xfrm>
            <a:off x="9839958" y="550695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461" name="직선 연결선 1460">
            <a:extLst>
              <a:ext uri="{FF2B5EF4-FFF2-40B4-BE49-F238E27FC236}">
                <a16:creationId xmlns:a16="http://schemas.microsoft.com/office/drawing/2014/main" id="{59F3D1FD-3280-C33E-17DE-D9563AABA32D}"/>
              </a:ext>
            </a:extLst>
          </p:cNvPr>
          <p:cNvCxnSpPr/>
          <p:nvPr/>
        </p:nvCxnSpPr>
        <p:spPr>
          <a:xfrm flipH="1">
            <a:off x="9971787" y="559932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직선 연결선 1461">
            <a:extLst>
              <a:ext uri="{FF2B5EF4-FFF2-40B4-BE49-F238E27FC236}">
                <a16:creationId xmlns:a16="http://schemas.microsoft.com/office/drawing/2014/main" id="{D53C9285-F229-9194-2F2D-FACB1B3CD8E4}"/>
              </a:ext>
            </a:extLst>
          </p:cNvPr>
          <p:cNvCxnSpPr/>
          <p:nvPr/>
        </p:nvCxnSpPr>
        <p:spPr>
          <a:xfrm>
            <a:off x="10013806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직선 연결선 1462">
            <a:extLst>
              <a:ext uri="{FF2B5EF4-FFF2-40B4-BE49-F238E27FC236}">
                <a16:creationId xmlns:a16="http://schemas.microsoft.com/office/drawing/2014/main" id="{9E723D54-D842-01D0-9CC7-D610C17D4CBC}"/>
              </a:ext>
            </a:extLst>
          </p:cNvPr>
          <p:cNvCxnSpPr/>
          <p:nvPr/>
        </p:nvCxnSpPr>
        <p:spPr>
          <a:xfrm>
            <a:off x="9923944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직선 연결선 1463">
            <a:extLst>
              <a:ext uri="{FF2B5EF4-FFF2-40B4-BE49-F238E27FC236}">
                <a16:creationId xmlns:a16="http://schemas.microsoft.com/office/drawing/2014/main" id="{4E292E7B-47FB-E9B6-7C74-1B2FEA27AEFE}"/>
              </a:ext>
            </a:extLst>
          </p:cNvPr>
          <p:cNvCxnSpPr/>
          <p:nvPr/>
        </p:nvCxnSpPr>
        <p:spPr>
          <a:xfrm>
            <a:off x="9971786" y="565059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직선 연결선 1464">
            <a:extLst>
              <a:ext uri="{FF2B5EF4-FFF2-40B4-BE49-F238E27FC236}">
                <a16:creationId xmlns:a16="http://schemas.microsoft.com/office/drawing/2014/main" id="{AF7537FB-5F18-F7D9-7447-91DF29545927}"/>
              </a:ext>
            </a:extLst>
          </p:cNvPr>
          <p:cNvCxnSpPr/>
          <p:nvPr/>
        </p:nvCxnSpPr>
        <p:spPr>
          <a:xfrm flipH="1">
            <a:off x="9921743" y="564722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6" name="모서리가 둥근 직사각형 1465">
            <a:extLst>
              <a:ext uri="{FF2B5EF4-FFF2-40B4-BE49-F238E27FC236}">
                <a16:creationId xmlns:a16="http://schemas.microsoft.com/office/drawing/2014/main" id="{52820C5A-77B5-3F75-678A-F056478718A5}"/>
              </a:ext>
            </a:extLst>
          </p:cNvPr>
          <p:cNvSpPr/>
          <p:nvPr/>
        </p:nvSpPr>
        <p:spPr>
          <a:xfrm>
            <a:off x="9886619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67" name="모서리가 둥근 직사각형 1466">
            <a:extLst>
              <a:ext uri="{FF2B5EF4-FFF2-40B4-BE49-F238E27FC236}">
                <a16:creationId xmlns:a16="http://schemas.microsoft.com/office/drawing/2014/main" id="{AB69BF7B-70F3-B40B-79CE-A347E1A93DB1}"/>
              </a:ext>
            </a:extLst>
          </p:cNvPr>
          <p:cNvSpPr/>
          <p:nvPr/>
        </p:nvSpPr>
        <p:spPr>
          <a:xfrm>
            <a:off x="9886619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68" name="모서리가 둥근 직사각형 1467">
            <a:extLst>
              <a:ext uri="{FF2B5EF4-FFF2-40B4-BE49-F238E27FC236}">
                <a16:creationId xmlns:a16="http://schemas.microsoft.com/office/drawing/2014/main" id="{0771523A-0805-A6B5-88A2-5F2B50916AA7}"/>
              </a:ext>
            </a:extLst>
          </p:cNvPr>
          <p:cNvSpPr/>
          <p:nvPr/>
        </p:nvSpPr>
        <p:spPr>
          <a:xfrm>
            <a:off x="9976097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69" name="모서리가 둥근 직사각형 1468">
            <a:extLst>
              <a:ext uri="{FF2B5EF4-FFF2-40B4-BE49-F238E27FC236}">
                <a16:creationId xmlns:a16="http://schemas.microsoft.com/office/drawing/2014/main" id="{777FE9E2-C040-8C74-FAED-199D9494A7B4}"/>
              </a:ext>
            </a:extLst>
          </p:cNvPr>
          <p:cNvSpPr/>
          <p:nvPr/>
        </p:nvSpPr>
        <p:spPr>
          <a:xfrm>
            <a:off x="9976097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70" name="모서리가 둥근 직사각형 1469">
            <a:extLst>
              <a:ext uri="{FF2B5EF4-FFF2-40B4-BE49-F238E27FC236}">
                <a16:creationId xmlns:a16="http://schemas.microsoft.com/office/drawing/2014/main" id="{49B58F44-44DA-2A56-10A5-A5EEE05AFA43}"/>
              </a:ext>
            </a:extLst>
          </p:cNvPr>
          <p:cNvSpPr/>
          <p:nvPr/>
        </p:nvSpPr>
        <p:spPr>
          <a:xfrm>
            <a:off x="9934078" y="562081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71" name="직선 연결선 1470">
            <a:extLst>
              <a:ext uri="{FF2B5EF4-FFF2-40B4-BE49-F238E27FC236}">
                <a16:creationId xmlns:a16="http://schemas.microsoft.com/office/drawing/2014/main" id="{DC84B33F-4FC9-F62E-0CB3-0A9A56360846}"/>
              </a:ext>
            </a:extLst>
          </p:cNvPr>
          <p:cNvCxnSpPr/>
          <p:nvPr/>
        </p:nvCxnSpPr>
        <p:spPr>
          <a:xfrm>
            <a:off x="10102491" y="567264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직선 연결선 1471">
            <a:extLst>
              <a:ext uri="{FF2B5EF4-FFF2-40B4-BE49-F238E27FC236}">
                <a16:creationId xmlns:a16="http://schemas.microsoft.com/office/drawing/2014/main" id="{AAA1BD4A-3384-A885-0E57-762FBEB78BC8}"/>
              </a:ext>
            </a:extLst>
          </p:cNvPr>
          <p:cNvCxnSpPr/>
          <p:nvPr/>
        </p:nvCxnSpPr>
        <p:spPr>
          <a:xfrm>
            <a:off x="10060472" y="559993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모서리가 둥근 직사각형 1472">
            <a:extLst>
              <a:ext uri="{FF2B5EF4-FFF2-40B4-BE49-F238E27FC236}">
                <a16:creationId xmlns:a16="http://schemas.microsoft.com/office/drawing/2014/main" id="{DCEBA316-FE24-FD0F-9E57-86BB01383741}"/>
              </a:ext>
            </a:extLst>
          </p:cNvPr>
          <p:cNvSpPr/>
          <p:nvPr/>
        </p:nvSpPr>
        <p:spPr>
          <a:xfrm>
            <a:off x="10064783" y="571762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74" name="모서리가 둥근 직사각형 1473">
            <a:extLst>
              <a:ext uri="{FF2B5EF4-FFF2-40B4-BE49-F238E27FC236}">
                <a16:creationId xmlns:a16="http://schemas.microsoft.com/office/drawing/2014/main" id="{F19F3FC8-F2ED-953D-FC5A-DCD3003008D8}"/>
              </a:ext>
            </a:extLst>
          </p:cNvPr>
          <p:cNvSpPr/>
          <p:nvPr/>
        </p:nvSpPr>
        <p:spPr>
          <a:xfrm>
            <a:off x="10064783" y="564388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75" name="모서리가 둥근 직사각형 1474">
            <a:extLst>
              <a:ext uri="{FF2B5EF4-FFF2-40B4-BE49-F238E27FC236}">
                <a16:creationId xmlns:a16="http://schemas.microsoft.com/office/drawing/2014/main" id="{C66BD323-F5CC-AF76-107E-60B92FD32E83}"/>
              </a:ext>
            </a:extLst>
          </p:cNvPr>
          <p:cNvSpPr/>
          <p:nvPr/>
        </p:nvSpPr>
        <p:spPr>
          <a:xfrm>
            <a:off x="10022764" y="557014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76" name="직선 연결선 1475">
            <a:extLst>
              <a:ext uri="{FF2B5EF4-FFF2-40B4-BE49-F238E27FC236}">
                <a16:creationId xmlns:a16="http://schemas.microsoft.com/office/drawing/2014/main" id="{BD9E6BB8-28AB-FA1F-8910-E6AD58F0BC4A}"/>
              </a:ext>
            </a:extLst>
          </p:cNvPr>
          <p:cNvCxnSpPr/>
          <p:nvPr/>
        </p:nvCxnSpPr>
        <p:spPr>
          <a:xfrm flipH="1">
            <a:off x="9527208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직선 연결선 1476">
            <a:extLst>
              <a:ext uri="{FF2B5EF4-FFF2-40B4-BE49-F238E27FC236}">
                <a16:creationId xmlns:a16="http://schemas.microsoft.com/office/drawing/2014/main" id="{D64A973C-2C0D-D524-7FC1-0BFD5CDC2A93}"/>
              </a:ext>
            </a:extLst>
          </p:cNvPr>
          <p:cNvCxnSpPr/>
          <p:nvPr/>
        </p:nvCxnSpPr>
        <p:spPr>
          <a:xfrm>
            <a:off x="9340417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" name="직선 연결선 1477">
            <a:extLst>
              <a:ext uri="{FF2B5EF4-FFF2-40B4-BE49-F238E27FC236}">
                <a16:creationId xmlns:a16="http://schemas.microsoft.com/office/drawing/2014/main" id="{F2021E13-E093-321A-8731-03E1923B1637}"/>
              </a:ext>
            </a:extLst>
          </p:cNvPr>
          <p:cNvCxnSpPr/>
          <p:nvPr/>
        </p:nvCxnSpPr>
        <p:spPr>
          <a:xfrm flipH="1">
            <a:off x="9053367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직선 연결선 1478">
            <a:extLst>
              <a:ext uri="{FF2B5EF4-FFF2-40B4-BE49-F238E27FC236}">
                <a16:creationId xmlns:a16="http://schemas.microsoft.com/office/drawing/2014/main" id="{C665A539-DEC7-0F6F-C81B-A32D0F7FBA61}"/>
              </a:ext>
            </a:extLst>
          </p:cNvPr>
          <p:cNvCxnSpPr/>
          <p:nvPr/>
        </p:nvCxnSpPr>
        <p:spPr>
          <a:xfrm flipH="1">
            <a:off x="8922253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0" name="모서리가 둥근 직사각형 1479">
            <a:extLst>
              <a:ext uri="{FF2B5EF4-FFF2-40B4-BE49-F238E27FC236}">
                <a16:creationId xmlns:a16="http://schemas.microsoft.com/office/drawing/2014/main" id="{1D0CCBF1-9070-DB94-A612-F0FA6C6DEA5D}"/>
              </a:ext>
            </a:extLst>
          </p:cNvPr>
          <p:cNvSpPr/>
          <p:nvPr/>
        </p:nvSpPr>
        <p:spPr>
          <a:xfrm>
            <a:off x="9279698" y="60560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481" name="직선 연결선 1480">
            <a:extLst>
              <a:ext uri="{FF2B5EF4-FFF2-40B4-BE49-F238E27FC236}">
                <a16:creationId xmlns:a16="http://schemas.microsoft.com/office/drawing/2014/main" id="{0D6B4135-61A7-DD21-FAE8-F32DE0824559}"/>
              </a:ext>
            </a:extLst>
          </p:cNvPr>
          <p:cNvCxnSpPr/>
          <p:nvPr/>
        </p:nvCxnSpPr>
        <p:spPr>
          <a:xfrm flipH="1">
            <a:off x="8728247" y="6458616"/>
            <a:ext cx="194006" cy="1187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2" name="직선 연결선 1481">
            <a:extLst>
              <a:ext uri="{FF2B5EF4-FFF2-40B4-BE49-F238E27FC236}">
                <a16:creationId xmlns:a16="http://schemas.microsoft.com/office/drawing/2014/main" id="{A2080B5F-6AAF-6E15-B3B4-E1F94C5FF12A}"/>
              </a:ext>
            </a:extLst>
          </p:cNvPr>
          <p:cNvCxnSpPr/>
          <p:nvPr/>
        </p:nvCxnSpPr>
        <p:spPr>
          <a:xfrm>
            <a:off x="8770266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" name="직선 연결선 1482">
            <a:extLst>
              <a:ext uri="{FF2B5EF4-FFF2-40B4-BE49-F238E27FC236}">
                <a16:creationId xmlns:a16="http://schemas.microsoft.com/office/drawing/2014/main" id="{43F40217-903F-BC66-1699-E118D3B8D310}"/>
              </a:ext>
            </a:extLst>
          </p:cNvPr>
          <p:cNvCxnSpPr/>
          <p:nvPr/>
        </p:nvCxnSpPr>
        <p:spPr>
          <a:xfrm>
            <a:off x="8680404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4" name="직선 연결선 1483">
            <a:extLst>
              <a:ext uri="{FF2B5EF4-FFF2-40B4-BE49-F238E27FC236}">
                <a16:creationId xmlns:a16="http://schemas.microsoft.com/office/drawing/2014/main" id="{50CBDAE8-482A-4C00-1F99-75B6E644081F}"/>
              </a:ext>
            </a:extLst>
          </p:cNvPr>
          <p:cNvCxnSpPr/>
          <p:nvPr/>
        </p:nvCxnSpPr>
        <p:spPr>
          <a:xfrm>
            <a:off x="8728247" y="6577364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직선 연결선 1484">
            <a:extLst>
              <a:ext uri="{FF2B5EF4-FFF2-40B4-BE49-F238E27FC236}">
                <a16:creationId xmlns:a16="http://schemas.microsoft.com/office/drawing/2014/main" id="{FB4E8608-1085-19F1-D52A-257213750700}"/>
              </a:ext>
            </a:extLst>
          </p:cNvPr>
          <p:cNvCxnSpPr/>
          <p:nvPr/>
        </p:nvCxnSpPr>
        <p:spPr>
          <a:xfrm flipH="1">
            <a:off x="8678203" y="6573991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6" name="모서리가 둥근 직사각형 1485">
            <a:extLst>
              <a:ext uri="{FF2B5EF4-FFF2-40B4-BE49-F238E27FC236}">
                <a16:creationId xmlns:a16="http://schemas.microsoft.com/office/drawing/2014/main" id="{D7544BD7-B64E-35D9-B6F5-A6CEC9DA62BE}"/>
              </a:ext>
            </a:extLst>
          </p:cNvPr>
          <p:cNvSpPr/>
          <p:nvPr/>
        </p:nvSpPr>
        <p:spPr>
          <a:xfrm>
            <a:off x="8643079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87" name="모서리가 둥근 직사각형 1486">
            <a:extLst>
              <a:ext uri="{FF2B5EF4-FFF2-40B4-BE49-F238E27FC236}">
                <a16:creationId xmlns:a16="http://schemas.microsoft.com/office/drawing/2014/main" id="{E9639622-D13D-4943-E268-7D499BF907BB}"/>
              </a:ext>
            </a:extLst>
          </p:cNvPr>
          <p:cNvSpPr/>
          <p:nvPr/>
        </p:nvSpPr>
        <p:spPr>
          <a:xfrm>
            <a:off x="8643079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88" name="모서리가 둥근 직사각형 1487">
            <a:extLst>
              <a:ext uri="{FF2B5EF4-FFF2-40B4-BE49-F238E27FC236}">
                <a16:creationId xmlns:a16="http://schemas.microsoft.com/office/drawing/2014/main" id="{0F5D6BC8-5660-0C16-894C-892B723585B5}"/>
              </a:ext>
            </a:extLst>
          </p:cNvPr>
          <p:cNvSpPr/>
          <p:nvPr/>
        </p:nvSpPr>
        <p:spPr>
          <a:xfrm>
            <a:off x="8732558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89" name="모서리가 둥근 직사각형 1488">
            <a:extLst>
              <a:ext uri="{FF2B5EF4-FFF2-40B4-BE49-F238E27FC236}">
                <a16:creationId xmlns:a16="http://schemas.microsoft.com/office/drawing/2014/main" id="{E9460CC5-C57E-35B3-A6EA-43AC539BDB24}"/>
              </a:ext>
            </a:extLst>
          </p:cNvPr>
          <p:cNvSpPr/>
          <p:nvPr/>
        </p:nvSpPr>
        <p:spPr>
          <a:xfrm>
            <a:off x="8732558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90" name="모서리가 둥근 직사각형 1489">
            <a:extLst>
              <a:ext uri="{FF2B5EF4-FFF2-40B4-BE49-F238E27FC236}">
                <a16:creationId xmlns:a16="http://schemas.microsoft.com/office/drawing/2014/main" id="{0FFCF444-348C-76BE-57BB-5EE68A95C491}"/>
              </a:ext>
            </a:extLst>
          </p:cNvPr>
          <p:cNvSpPr/>
          <p:nvPr/>
        </p:nvSpPr>
        <p:spPr>
          <a:xfrm>
            <a:off x="8690538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91" name="직선 연결선 1490">
            <a:extLst>
              <a:ext uri="{FF2B5EF4-FFF2-40B4-BE49-F238E27FC236}">
                <a16:creationId xmlns:a16="http://schemas.microsoft.com/office/drawing/2014/main" id="{2E0FAA1A-BD2A-A9D5-DBFC-5228263DD700}"/>
              </a:ext>
            </a:extLst>
          </p:cNvPr>
          <p:cNvCxnSpPr/>
          <p:nvPr/>
        </p:nvCxnSpPr>
        <p:spPr>
          <a:xfrm>
            <a:off x="8923396" y="6459397"/>
            <a:ext cx="188051" cy="6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2" name="모서리가 둥근 직사각형 1491">
            <a:extLst>
              <a:ext uri="{FF2B5EF4-FFF2-40B4-BE49-F238E27FC236}">
                <a16:creationId xmlns:a16="http://schemas.microsoft.com/office/drawing/2014/main" id="{873937FB-78D9-F6CC-9C7B-2BF70B14031A}"/>
              </a:ext>
            </a:extLst>
          </p:cNvPr>
          <p:cNvSpPr/>
          <p:nvPr/>
        </p:nvSpPr>
        <p:spPr>
          <a:xfrm>
            <a:off x="8890932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493" name="직선 연결선 1492">
            <a:extLst>
              <a:ext uri="{FF2B5EF4-FFF2-40B4-BE49-F238E27FC236}">
                <a16:creationId xmlns:a16="http://schemas.microsoft.com/office/drawing/2014/main" id="{D63EDC89-12EB-A6CE-BC08-FA43FD5BF12D}"/>
              </a:ext>
            </a:extLst>
          </p:cNvPr>
          <p:cNvCxnSpPr/>
          <p:nvPr/>
        </p:nvCxnSpPr>
        <p:spPr>
          <a:xfrm>
            <a:off x="8858952" y="659941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4" name="직선 연결선 1493">
            <a:extLst>
              <a:ext uri="{FF2B5EF4-FFF2-40B4-BE49-F238E27FC236}">
                <a16:creationId xmlns:a16="http://schemas.microsoft.com/office/drawing/2014/main" id="{EACFF464-CDA3-6E7D-5C78-49B5376C3990}"/>
              </a:ext>
            </a:extLst>
          </p:cNvPr>
          <p:cNvCxnSpPr/>
          <p:nvPr/>
        </p:nvCxnSpPr>
        <p:spPr>
          <a:xfrm>
            <a:off x="8816932" y="6526701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5" name="모서리가 둥근 직사각형 1494">
            <a:extLst>
              <a:ext uri="{FF2B5EF4-FFF2-40B4-BE49-F238E27FC236}">
                <a16:creationId xmlns:a16="http://schemas.microsoft.com/office/drawing/2014/main" id="{5EBFB0C6-AEC5-A575-9BFD-96BEE0C6C2A0}"/>
              </a:ext>
            </a:extLst>
          </p:cNvPr>
          <p:cNvSpPr/>
          <p:nvPr/>
        </p:nvSpPr>
        <p:spPr>
          <a:xfrm>
            <a:off x="8821243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96" name="모서리가 둥근 직사각형 1495">
            <a:extLst>
              <a:ext uri="{FF2B5EF4-FFF2-40B4-BE49-F238E27FC236}">
                <a16:creationId xmlns:a16="http://schemas.microsoft.com/office/drawing/2014/main" id="{591633D0-AC8E-9056-AEC9-CB3C026B8E74}"/>
              </a:ext>
            </a:extLst>
          </p:cNvPr>
          <p:cNvSpPr/>
          <p:nvPr/>
        </p:nvSpPr>
        <p:spPr>
          <a:xfrm>
            <a:off x="8821243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497" name="모서리가 둥근 직사각형 1496">
            <a:extLst>
              <a:ext uri="{FF2B5EF4-FFF2-40B4-BE49-F238E27FC236}">
                <a16:creationId xmlns:a16="http://schemas.microsoft.com/office/drawing/2014/main" id="{C3F2C8B0-E63A-818D-CE82-6C21CD8619B4}"/>
              </a:ext>
            </a:extLst>
          </p:cNvPr>
          <p:cNvSpPr/>
          <p:nvPr/>
        </p:nvSpPr>
        <p:spPr>
          <a:xfrm>
            <a:off x="8779224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498" name="직선 연결선 1497">
            <a:extLst>
              <a:ext uri="{FF2B5EF4-FFF2-40B4-BE49-F238E27FC236}">
                <a16:creationId xmlns:a16="http://schemas.microsoft.com/office/drawing/2014/main" id="{36936B84-E268-E8D4-6F32-6E94B1298A5E}"/>
              </a:ext>
            </a:extLst>
          </p:cNvPr>
          <p:cNvCxnSpPr/>
          <p:nvPr/>
        </p:nvCxnSpPr>
        <p:spPr>
          <a:xfrm flipH="1">
            <a:off x="9022762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9" name="직선 연결선 1498">
            <a:extLst>
              <a:ext uri="{FF2B5EF4-FFF2-40B4-BE49-F238E27FC236}">
                <a16:creationId xmlns:a16="http://schemas.microsoft.com/office/drawing/2014/main" id="{B8D399BB-0E93-FE91-8C00-1D130B5B4EEB}"/>
              </a:ext>
            </a:extLst>
          </p:cNvPr>
          <p:cNvCxnSpPr/>
          <p:nvPr/>
        </p:nvCxnSpPr>
        <p:spPr>
          <a:xfrm>
            <a:off x="9064781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0" name="직선 연결선 1499">
            <a:extLst>
              <a:ext uri="{FF2B5EF4-FFF2-40B4-BE49-F238E27FC236}">
                <a16:creationId xmlns:a16="http://schemas.microsoft.com/office/drawing/2014/main" id="{8AD93816-6874-E241-3D40-7D26FB48645E}"/>
              </a:ext>
            </a:extLst>
          </p:cNvPr>
          <p:cNvCxnSpPr/>
          <p:nvPr/>
        </p:nvCxnSpPr>
        <p:spPr>
          <a:xfrm>
            <a:off x="8974918" y="6650077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직선 연결선 1500">
            <a:extLst>
              <a:ext uri="{FF2B5EF4-FFF2-40B4-BE49-F238E27FC236}">
                <a16:creationId xmlns:a16="http://schemas.microsoft.com/office/drawing/2014/main" id="{4628B702-ED11-9CC4-0033-3346BAC3EB0F}"/>
              </a:ext>
            </a:extLst>
          </p:cNvPr>
          <p:cNvCxnSpPr/>
          <p:nvPr/>
        </p:nvCxnSpPr>
        <p:spPr>
          <a:xfrm>
            <a:off x="9022761" y="6577364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직선 연결선 1501">
            <a:extLst>
              <a:ext uri="{FF2B5EF4-FFF2-40B4-BE49-F238E27FC236}">
                <a16:creationId xmlns:a16="http://schemas.microsoft.com/office/drawing/2014/main" id="{72B3FCDD-5F9A-CB2D-1F57-3FAB4E7096F5}"/>
              </a:ext>
            </a:extLst>
          </p:cNvPr>
          <p:cNvCxnSpPr/>
          <p:nvPr/>
        </p:nvCxnSpPr>
        <p:spPr>
          <a:xfrm flipH="1">
            <a:off x="8972718" y="6573991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3" name="모서리가 둥근 직사각형 1502">
            <a:extLst>
              <a:ext uri="{FF2B5EF4-FFF2-40B4-BE49-F238E27FC236}">
                <a16:creationId xmlns:a16="http://schemas.microsoft.com/office/drawing/2014/main" id="{B85EE90E-B8CD-DCD0-2C0C-8B01A7835067}"/>
              </a:ext>
            </a:extLst>
          </p:cNvPr>
          <p:cNvSpPr/>
          <p:nvPr/>
        </p:nvSpPr>
        <p:spPr>
          <a:xfrm>
            <a:off x="8937593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04" name="모서리가 둥근 직사각형 1503">
            <a:extLst>
              <a:ext uri="{FF2B5EF4-FFF2-40B4-BE49-F238E27FC236}">
                <a16:creationId xmlns:a16="http://schemas.microsoft.com/office/drawing/2014/main" id="{A8ACA854-B769-FE25-3E84-489922092B5C}"/>
              </a:ext>
            </a:extLst>
          </p:cNvPr>
          <p:cNvSpPr/>
          <p:nvPr/>
        </p:nvSpPr>
        <p:spPr>
          <a:xfrm>
            <a:off x="8937593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05" name="모서리가 둥근 직사각형 1504">
            <a:extLst>
              <a:ext uri="{FF2B5EF4-FFF2-40B4-BE49-F238E27FC236}">
                <a16:creationId xmlns:a16="http://schemas.microsoft.com/office/drawing/2014/main" id="{67ABF820-54F8-D2A9-4144-4FCB8815C993}"/>
              </a:ext>
            </a:extLst>
          </p:cNvPr>
          <p:cNvSpPr/>
          <p:nvPr/>
        </p:nvSpPr>
        <p:spPr>
          <a:xfrm>
            <a:off x="9027073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06" name="모서리가 둥근 직사각형 1505">
            <a:extLst>
              <a:ext uri="{FF2B5EF4-FFF2-40B4-BE49-F238E27FC236}">
                <a16:creationId xmlns:a16="http://schemas.microsoft.com/office/drawing/2014/main" id="{934A38D0-EB97-4025-1D59-CD373AA2D396}"/>
              </a:ext>
            </a:extLst>
          </p:cNvPr>
          <p:cNvSpPr/>
          <p:nvPr/>
        </p:nvSpPr>
        <p:spPr>
          <a:xfrm>
            <a:off x="9027073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07" name="모서리가 둥근 직사각형 1506">
            <a:extLst>
              <a:ext uri="{FF2B5EF4-FFF2-40B4-BE49-F238E27FC236}">
                <a16:creationId xmlns:a16="http://schemas.microsoft.com/office/drawing/2014/main" id="{C6CFD042-77FE-2885-4E55-C2433DA4D75F}"/>
              </a:ext>
            </a:extLst>
          </p:cNvPr>
          <p:cNvSpPr/>
          <p:nvPr/>
        </p:nvSpPr>
        <p:spPr>
          <a:xfrm>
            <a:off x="8985053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08" name="직선 연결선 1507">
            <a:extLst>
              <a:ext uri="{FF2B5EF4-FFF2-40B4-BE49-F238E27FC236}">
                <a16:creationId xmlns:a16="http://schemas.microsoft.com/office/drawing/2014/main" id="{6B2B1741-AD98-F60B-0BB3-8A8F083A423C}"/>
              </a:ext>
            </a:extLst>
          </p:cNvPr>
          <p:cNvCxnSpPr/>
          <p:nvPr/>
        </p:nvCxnSpPr>
        <p:spPr>
          <a:xfrm>
            <a:off x="9153466" y="659941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9" name="직선 연결선 1508">
            <a:extLst>
              <a:ext uri="{FF2B5EF4-FFF2-40B4-BE49-F238E27FC236}">
                <a16:creationId xmlns:a16="http://schemas.microsoft.com/office/drawing/2014/main" id="{944238B8-7470-B425-80CC-D084C03136CD}"/>
              </a:ext>
            </a:extLst>
          </p:cNvPr>
          <p:cNvCxnSpPr/>
          <p:nvPr/>
        </p:nvCxnSpPr>
        <p:spPr>
          <a:xfrm>
            <a:off x="9111447" y="6526701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0" name="모서리가 둥근 직사각형 1509">
            <a:extLst>
              <a:ext uri="{FF2B5EF4-FFF2-40B4-BE49-F238E27FC236}">
                <a16:creationId xmlns:a16="http://schemas.microsoft.com/office/drawing/2014/main" id="{CCD67804-8D06-895F-46BA-AD6582BF6C76}"/>
              </a:ext>
            </a:extLst>
          </p:cNvPr>
          <p:cNvSpPr/>
          <p:nvPr/>
        </p:nvSpPr>
        <p:spPr>
          <a:xfrm>
            <a:off x="9115758" y="66443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11" name="모서리가 둥근 직사각형 1510">
            <a:extLst>
              <a:ext uri="{FF2B5EF4-FFF2-40B4-BE49-F238E27FC236}">
                <a16:creationId xmlns:a16="http://schemas.microsoft.com/office/drawing/2014/main" id="{C72C8A04-3202-87A6-D6D7-00DE088A49FB}"/>
              </a:ext>
            </a:extLst>
          </p:cNvPr>
          <p:cNvSpPr/>
          <p:nvPr/>
        </p:nvSpPr>
        <p:spPr>
          <a:xfrm>
            <a:off x="9115758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12" name="모서리가 둥근 직사각형 1511">
            <a:extLst>
              <a:ext uri="{FF2B5EF4-FFF2-40B4-BE49-F238E27FC236}">
                <a16:creationId xmlns:a16="http://schemas.microsoft.com/office/drawing/2014/main" id="{412496BB-90AE-85A1-B3BD-805379FC22DF}"/>
              </a:ext>
            </a:extLst>
          </p:cNvPr>
          <p:cNvSpPr/>
          <p:nvPr/>
        </p:nvSpPr>
        <p:spPr>
          <a:xfrm>
            <a:off x="9073739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13" name="직선 연결선 1512">
            <a:extLst>
              <a:ext uri="{FF2B5EF4-FFF2-40B4-BE49-F238E27FC236}">
                <a16:creationId xmlns:a16="http://schemas.microsoft.com/office/drawing/2014/main" id="{4AACC5D4-2F7F-D289-25C9-2D19CC22CC36}"/>
              </a:ext>
            </a:extLst>
          </p:cNvPr>
          <p:cNvCxnSpPr/>
          <p:nvPr/>
        </p:nvCxnSpPr>
        <p:spPr>
          <a:xfrm flipH="1">
            <a:off x="9327951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직선 연결선 1513">
            <a:extLst>
              <a:ext uri="{FF2B5EF4-FFF2-40B4-BE49-F238E27FC236}">
                <a16:creationId xmlns:a16="http://schemas.microsoft.com/office/drawing/2014/main" id="{8D6879DF-35E7-EB52-FB26-4877D943D735}"/>
              </a:ext>
            </a:extLst>
          </p:cNvPr>
          <p:cNvCxnSpPr/>
          <p:nvPr/>
        </p:nvCxnSpPr>
        <p:spPr>
          <a:xfrm>
            <a:off x="9369970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5" name="직선 연결선 1514">
            <a:extLst>
              <a:ext uri="{FF2B5EF4-FFF2-40B4-BE49-F238E27FC236}">
                <a16:creationId xmlns:a16="http://schemas.microsoft.com/office/drawing/2014/main" id="{5AC05A95-09BB-4FB9-43BB-A2974DBAD855}"/>
              </a:ext>
            </a:extLst>
          </p:cNvPr>
          <p:cNvCxnSpPr/>
          <p:nvPr/>
        </p:nvCxnSpPr>
        <p:spPr>
          <a:xfrm>
            <a:off x="9280108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6" name="직선 연결선 1515">
            <a:extLst>
              <a:ext uri="{FF2B5EF4-FFF2-40B4-BE49-F238E27FC236}">
                <a16:creationId xmlns:a16="http://schemas.microsoft.com/office/drawing/2014/main" id="{A0DC72C9-A905-20B0-2B8B-0384A301D992}"/>
              </a:ext>
            </a:extLst>
          </p:cNvPr>
          <p:cNvCxnSpPr/>
          <p:nvPr/>
        </p:nvCxnSpPr>
        <p:spPr>
          <a:xfrm>
            <a:off x="9327951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직선 연결선 1516">
            <a:extLst>
              <a:ext uri="{FF2B5EF4-FFF2-40B4-BE49-F238E27FC236}">
                <a16:creationId xmlns:a16="http://schemas.microsoft.com/office/drawing/2014/main" id="{413BFCD0-3007-537C-ECEB-91287AEE0C26}"/>
              </a:ext>
            </a:extLst>
          </p:cNvPr>
          <p:cNvCxnSpPr/>
          <p:nvPr/>
        </p:nvCxnSpPr>
        <p:spPr>
          <a:xfrm flipH="1">
            <a:off x="9277907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8" name="모서리가 둥근 직사각형 1517">
            <a:extLst>
              <a:ext uri="{FF2B5EF4-FFF2-40B4-BE49-F238E27FC236}">
                <a16:creationId xmlns:a16="http://schemas.microsoft.com/office/drawing/2014/main" id="{004756B9-5B37-CBD6-5783-CC360007123C}"/>
              </a:ext>
            </a:extLst>
          </p:cNvPr>
          <p:cNvSpPr/>
          <p:nvPr/>
        </p:nvSpPr>
        <p:spPr>
          <a:xfrm>
            <a:off x="9242783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19" name="모서리가 둥근 직사각형 1518">
            <a:extLst>
              <a:ext uri="{FF2B5EF4-FFF2-40B4-BE49-F238E27FC236}">
                <a16:creationId xmlns:a16="http://schemas.microsoft.com/office/drawing/2014/main" id="{75C9D281-13BF-428B-B522-79719B5F4133}"/>
              </a:ext>
            </a:extLst>
          </p:cNvPr>
          <p:cNvSpPr/>
          <p:nvPr/>
        </p:nvSpPr>
        <p:spPr>
          <a:xfrm>
            <a:off x="9242783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0" name="모서리가 둥근 직사각형 1519">
            <a:extLst>
              <a:ext uri="{FF2B5EF4-FFF2-40B4-BE49-F238E27FC236}">
                <a16:creationId xmlns:a16="http://schemas.microsoft.com/office/drawing/2014/main" id="{3873254E-2D78-7B2A-A648-82C2FCD3C754}"/>
              </a:ext>
            </a:extLst>
          </p:cNvPr>
          <p:cNvSpPr/>
          <p:nvPr/>
        </p:nvSpPr>
        <p:spPr>
          <a:xfrm>
            <a:off x="9332261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1" name="모서리가 둥근 직사각형 1520">
            <a:extLst>
              <a:ext uri="{FF2B5EF4-FFF2-40B4-BE49-F238E27FC236}">
                <a16:creationId xmlns:a16="http://schemas.microsoft.com/office/drawing/2014/main" id="{B4D0D289-A358-A556-6A95-AED8B5148FA2}"/>
              </a:ext>
            </a:extLst>
          </p:cNvPr>
          <p:cNvSpPr/>
          <p:nvPr/>
        </p:nvSpPr>
        <p:spPr>
          <a:xfrm>
            <a:off x="9332261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2" name="모서리가 둥근 직사각형 1521">
            <a:extLst>
              <a:ext uri="{FF2B5EF4-FFF2-40B4-BE49-F238E27FC236}">
                <a16:creationId xmlns:a16="http://schemas.microsoft.com/office/drawing/2014/main" id="{3E2A832F-E926-D52E-9EE2-63D67A4D1029}"/>
              </a:ext>
            </a:extLst>
          </p:cNvPr>
          <p:cNvSpPr/>
          <p:nvPr/>
        </p:nvSpPr>
        <p:spPr>
          <a:xfrm>
            <a:off x="9290242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23" name="직선 연결선 1522">
            <a:extLst>
              <a:ext uri="{FF2B5EF4-FFF2-40B4-BE49-F238E27FC236}">
                <a16:creationId xmlns:a16="http://schemas.microsoft.com/office/drawing/2014/main" id="{843A5940-E8C0-ECBB-7742-1C37F248D58E}"/>
              </a:ext>
            </a:extLst>
          </p:cNvPr>
          <p:cNvCxnSpPr/>
          <p:nvPr/>
        </p:nvCxnSpPr>
        <p:spPr>
          <a:xfrm>
            <a:off x="9523100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4" name="모서리가 둥근 직사각형 1523">
            <a:extLst>
              <a:ext uri="{FF2B5EF4-FFF2-40B4-BE49-F238E27FC236}">
                <a16:creationId xmlns:a16="http://schemas.microsoft.com/office/drawing/2014/main" id="{F6DCB0F3-0F05-3A80-BEBC-A1C289B6B4DD}"/>
              </a:ext>
            </a:extLst>
          </p:cNvPr>
          <p:cNvSpPr/>
          <p:nvPr/>
        </p:nvSpPr>
        <p:spPr>
          <a:xfrm>
            <a:off x="9490636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525" name="직선 연결선 1524">
            <a:extLst>
              <a:ext uri="{FF2B5EF4-FFF2-40B4-BE49-F238E27FC236}">
                <a16:creationId xmlns:a16="http://schemas.microsoft.com/office/drawing/2014/main" id="{F29AB5AF-9060-3B21-6F97-20DD29232EFE}"/>
              </a:ext>
            </a:extLst>
          </p:cNvPr>
          <p:cNvCxnSpPr/>
          <p:nvPr/>
        </p:nvCxnSpPr>
        <p:spPr>
          <a:xfrm>
            <a:off x="9458655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6" name="직선 연결선 1525">
            <a:extLst>
              <a:ext uri="{FF2B5EF4-FFF2-40B4-BE49-F238E27FC236}">
                <a16:creationId xmlns:a16="http://schemas.microsoft.com/office/drawing/2014/main" id="{2D66E83B-F79A-1CAE-A27F-60742E45C50A}"/>
              </a:ext>
            </a:extLst>
          </p:cNvPr>
          <p:cNvCxnSpPr/>
          <p:nvPr/>
        </p:nvCxnSpPr>
        <p:spPr>
          <a:xfrm>
            <a:off x="9416636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7" name="모서리가 둥근 직사각형 1526">
            <a:extLst>
              <a:ext uri="{FF2B5EF4-FFF2-40B4-BE49-F238E27FC236}">
                <a16:creationId xmlns:a16="http://schemas.microsoft.com/office/drawing/2014/main" id="{ECF67C3B-BCBF-47B0-DB02-C068EB5897C3}"/>
              </a:ext>
            </a:extLst>
          </p:cNvPr>
          <p:cNvSpPr/>
          <p:nvPr/>
        </p:nvSpPr>
        <p:spPr>
          <a:xfrm>
            <a:off x="9420947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8" name="모서리가 둥근 직사각형 1527">
            <a:extLst>
              <a:ext uri="{FF2B5EF4-FFF2-40B4-BE49-F238E27FC236}">
                <a16:creationId xmlns:a16="http://schemas.microsoft.com/office/drawing/2014/main" id="{7CE1E7A9-D776-3C7D-B75E-F087012454F8}"/>
              </a:ext>
            </a:extLst>
          </p:cNvPr>
          <p:cNvSpPr/>
          <p:nvPr/>
        </p:nvSpPr>
        <p:spPr>
          <a:xfrm>
            <a:off x="9420947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29" name="모서리가 둥근 직사각형 1528">
            <a:extLst>
              <a:ext uri="{FF2B5EF4-FFF2-40B4-BE49-F238E27FC236}">
                <a16:creationId xmlns:a16="http://schemas.microsoft.com/office/drawing/2014/main" id="{602E86BE-2C2F-998B-29B7-9BAAE2248C70}"/>
              </a:ext>
            </a:extLst>
          </p:cNvPr>
          <p:cNvSpPr/>
          <p:nvPr/>
        </p:nvSpPr>
        <p:spPr>
          <a:xfrm>
            <a:off x="9378928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30" name="직선 연결선 1529">
            <a:extLst>
              <a:ext uri="{FF2B5EF4-FFF2-40B4-BE49-F238E27FC236}">
                <a16:creationId xmlns:a16="http://schemas.microsoft.com/office/drawing/2014/main" id="{0905B9F6-02D9-3315-4EF9-B2AABFD82C56}"/>
              </a:ext>
            </a:extLst>
          </p:cNvPr>
          <p:cNvCxnSpPr/>
          <p:nvPr/>
        </p:nvCxnSpPr>
        <p:spPr>
          <a:xfrm flipH="1">
            <a:off x="9622465" y="6532363"/>
            <a:ext cx="88685" cy="512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1" name="직선 연결선 1530">
            <a:extLst>
              <a:ext uri="{FF2B5EF4-FFF2-40B4-BE49-F238E27FC236}">
                <a16:creationId xmlns:a16="http://schemas.microsoft.com/office/drawing/2014/main" id="{4189A8A4-4FAA-97C0-2B72-B1C52E626E55}"/>
              </a:ext>
            </a:extLst>
          </p:cNvPr>
          <p:cNvCxnSpPr/>
          <p:nvPr/>
        </p:nvCxnSpPr>
        <p:spPr>
          <a:xfrm>
            <a:off x="9664484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2" name="직선 연결선 1531">
            <a:extLst>
              <a:ext uri="{FF2B5EF4-FFF2-40B4-BE49-F238E27FC236}">
                <a16:creationId xmlns:a16="http://schemas.microsoft.com/office/drawing/2014/main" id="{CC2E1EE4-2296-38A6-71F8-7F5B7205AE6D}"/>
              </a:ext>
            </a:extLst>
          </p:cNvPr>
          <p:cNvCxnSpPr/>
          <p:nvPr/>
        </p:nvCxnSpPr>
        <p:spPr>
          <a:xfrm>
            <a:off x="9574623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3" name="직선 연결선 1532">
            <a:extLst>
              <a:ext uri="{FF2B5EF4-FFF2-40B4-BE49-F238E27FC236}">
                <a16:creationId xmlns:a16="http://schemas.microsoft.com/office/drawing/2014/main" id="{4AD4BEAA-A268-8E91-18C4-015D70571202}"/>
              </a:ext>
            </a:extLst>
          </p:cNvPr>
          <p:cNvCxnSpPr/>
          <p:nvPr/>
        </p:nvCxnSpPr>
        <p:spPr>
          <a:xfrm>
            <a:off x="9622465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" name="직선 연결선 1533">
            <a:extLst>
              <a:ext uri="{FF2B5EF4-FFF2-40B4-BE49-F238E27FC236}">
                <a16:creationId xmlns:a16="http://schemas.microsoft.com/office/drawing/2014/main" id="{2707EC25-807B-CCDB-5D93-B96D3AE67204}"/>
              </a:ext>
            </a:extLst>
          </p:cNvPr>
          <p:cNvCxnSpPr/>
          <p:nvPr/>
        </p:nvCxnSpPr>
        <p:spPr>
          <a:xfrm flipH="1">
            <a:off x="9572422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5" name="모서리가 둥근 직사각형 1534">
            <a:extLst>
              <a:ext uri="{FF2B5EF4-FFF2-40B4-BE49-F238E27FC236}">
                <a16:creationId xmlns:a16="http://schemas.microsoft.com/office/drawing/2014/main" id="{AB995F38-D43B-76D8-14DB-6FD2827D0C5E}"/>
              </a:ext>
            </a:extLst>
          </p:cNvPr>
          <p:cNvSpPr/>
          <p:nvPr/>
        </p:nvSpPr>
        <p:spPr>
          <a:xfrm>
            <a:off x="9537297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36" name="모서리가 둥근 직사각형 1535">
            <a:extLst>
              <a:ext uri="{FF2B5EF4-FFF2-40B4-BE49-F238E27FC236}">
                <a16:creationId xmlns:a16="http://schemas.microsoft.com/office/drawing/2014/main" id="{3BDE5D7F-3520-DF07-0A41-6D134576E86B}"/>
              </a:ext>
            </a:extLst>
          </p:cNvPr>
          <p:cNvSpPr/>
          <p:nvPr/>
        </p:nvSpPr>
        <p:spPr>
          <a:xfrm>
            <a:off x="9537297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37" name="모서리가 둥근 직사각형 1536">
            <a:extLst>
              <a:ext uri="{FF2B5EF4-FFF2-40B4-BE49-F238E27FC236}">
                <a16:creationId xmlns:a16="http://schemas.microsoft.com/office/drawing/2014/main" id="{A1512946-FF8C-4684-0D63-20111C94CD0D}"/>
              </a:ext>
            </a:extLst>
          </p:cNvPr>
          <p:cNvSpPr/>
          <p:nvPr/>
        </p:nvSpPr>
        <p:spPr>
          <a:xfrm>
            <a:off x="9626776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38" name="모서리가 둥근 직사각형 1537">
            <a:extLst>
              <a:ext uri="{FF2B5EF4-FFF2-40B4-BE49-F238E27FC236}">
                <a16:creationId xmlns:a16="http://schemas.microsoft.com/office/drawing/2014/main" id="{A5B82CE3-5C88-EDFD-AA0E-B2B909ED3B6A}"/>
              </a:ext>
            </a:extLst>
          </p:cNvPr>
          <p:cNvSpPr/>
          <p:nvPr/>
        </p:nvSpPr>
        <p:spPr>
          <a:xfrm>
            <a:off x="9626776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39" name="모서리가 둥근 직사각형 1538">
            <a:extLst>
              <a:ext uri="{FF2B5EF4-FFF2-40B4-BE49-F238E27FC236}">
                <a16:creationId xmlns:a16="http://schemas.microsoft.com/office/drawing/2014/main" id="{66080FE7-8981-E1B0-BFF9-F9894D199A1D}"/>
              </a:ext>
            </a:extLst>
          </p:cNvPr>
          <p:cNvSpPr/>
          <p:nvPr/>
        </p:nvSpPr>
        <p:spPr>
          <a:xfrm>
            <a:off x="9584757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40" name="직선 연결선 1539">
            <a:extLst>
              <a:ext uri="{FF2B5EF4-FFF2-40B4-BE49-F238E27FC236}">
                <a16:creationId xmlns:a16="http://schemas.microsoft.com/office/drawing/2014/main" id="{639EF2D9-F996-5A03-E966-FBDEF0E85760}"/>
              </a:ext>
            </a:extLst>
          </p:cNvPr>
          <p:cNvCxnSpPr/>
          <p:nvPr/>
        </p:nvCxnSpPr>
        <p:spPr>
          <a:xfrm>
            <a:off x="9753170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직선 연결선 1540">
            <a:extLst>
              <a:ext uri="{FF2B5EF4-FFF2-40B4-BE49-F238E27FC236}">
                <a16:creationId xmlns:a16="http://schemas.microsoft.com/office/drawing/2014/main" id="{BC41D65B-2168-1DEF-F7C2-62BE5F512E42}"/>
              </a:ext>
            </a:extLst>
          </p:cNvPr>
          <p:cNvCxnSpPr/>
          <p:nvPr/>
        </p:nvCxnSpPr>
        <p:spPr>
          <a:xfrm>
            <a:off x="9711151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2" name="모서리가 둥근 직사각형 1541">
            <a:extLst>
              <a:ext uri="{FF2B5EF4-FFF2-40B4-BE49-F238E27FC236}">
                <a16:creationId xmlns:a16="http://schemas.microsoft.com/office/drawing/2014/main" id="{422D53E4-EE03-5D1E-D246-5F3A9E7EDD1E}"/>
              </a:ext>
            </a:extLst>
          </p:cNvPr>
          <p:cNvSpPr/>
          <p:nvPr/>
        </p:nvSpPr>
        <p:spPr>
          <a:xfrm>
            <a:off x="9715462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43" name="모서리가 둥근 직사각형 1542">
            <a:extLst>
              <a:ext uri="{FF2B5EF4-FFF2-40B4-BE49-F238E27FC236}">
                <a16:creationId xmlns:a16="http://schemas.microsoft.com/office/drawing/2014/main" id="{3C385A63-A33A-CA90-CCAA-0D45091898CB}"/>
              </a:ext>
            </a:extLst>
          </p:cNvPr>
          <p:cNvSpPr/>
          <p:nvPr/>
        </p:nvSpPr>
        <p:spPr>
          <a:xfrm>
            <a:off x="9715462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44" name="모서리가 둥근 직사각형 1543">
            <a:extLst>
              <a:ext uri="{FF2B5EF4-FFF2-40B4-BE49-F238E27FC236}">
                <a16:creationId xmlns:a16="http://schemas.microsoft.com/office/drawing/2014/main" id="{90A56763-4A74-97A6-2B2D-E92AB2CC9C99}"/>
              </a:ext>
            </a:extLst>
          </p:cNvPr>
          <p:cNvSpPr/>
          <p:nvPr/>
        </p:nvSpPr>
        <p:spPr>
          <a:xfrm>
            <a:off x="9673442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45" name="직선 연결선 1544">
            <a:extLst>
              <a:ext uri="{FF2B5EF4-FFF2-40B4-BE49-F238E27FC236}">
                <a16:creationId xmlns:a16="http://schemas.microsoft.com/office/drawing/2014/main" id="{4ED166D4-B87D-8365-7B98-D594875EC156}"/>
              </a:ext>
            </a:extLst>
          </p:cNvPr>
          <p:cNvCxnSpPr/>
          <p:nvPr/>
        </p:nvCxnSpPr>
        <p:spPr>
          <a:xfrm>
            <a:off x="9049056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6" name="모서리가 둥근 직사각형 1545">
            <a:extLst>
              <a:ext uri="{FF2B5EF4-FFF2-40B4-BE49-F238E27FC236}">
                <a16:creationId xmlns:a16="http://schemas.microsoft.com/office/drawing/2014/main" id="{376E9F4C-C8FA-202A-C85D-C58439B543EA}"/>
              </a:ext>
            </a:extLst>
          </p:cNvPr>
          <p:cNvSpPr/>
          <p:nvPr/>
        </p:nvSpPr>
        <p:spPr>
          <a:xfrm>
            <a:off x="9016592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547" name="직선 연결선 1546">
            <a:extLst>
              <a:ext uri="{FF2B5EF4-FFF2-40B4-BE49-F238E27FC236}">
                <a16:creationId xmlns:a16="http://schemas.microsoft.com/office/drawing/2014/main" id="{F101C8DF-3842-C278-F7AB-D6C210AE8684}"/>
              </a:ext>
            </a:extLst>
          </p:cNvPr>
          <p:cNvCxnSpPr/>
          <p:nvPr/>
        </p:nvCxnSpPr>
        <p:spPr>
          <a:xfrm flipH="1">
            <a:off x="9148422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8" name="직선 연결선 1547">
            <a:extLst>
              <a:ext uri="{FF2B5EF4-FFF2-40B4-BE49-F238E27FC236}">
                <a16:creationId xmlns:a16="http://schemas.microsoft.com/office/drawing/2014/main" id="{8403FEC4-0B9E-0492-707A-A1AA78876D37}"/>
              </a:ext>
            </a:extLst>
          </p:cNvPr>
          <p:cNvCxnSpPr/>
          <p:nvPr/>
        </p:nvCxnSpPr>
        <p:spPr>
          <a:xfrm>
            <a:off x="9190441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9" name="직선 연결선 1548">
            <a:extLst>
              <a:ext uri="{FF2B5EF4-FFF2-40B4-BE49-F238E27FC236}">
                <a16:creationId xmlns:a16="http://schemas.microsoft.com/office/drawing/2014/main" id="{1A0D21AB-8DEC-6CBC-EB01-65D8F4CFCC72}"/>
              </a:ext>
            </a:extLst>
          </p:cNvPr>
          <p:cNvCxnSpPr/>
          <p:nvPr/>
        </p:nvCxnSpPr>
        <p:spPr>
          <a:xfrm>
            <a:off x="9100579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0" name="직선 연결선 1549">
            <a:extLst>
              <a:ext uri="{FF2B5EF4-FFF2-40B4-BE49-F238E27FC236}">
                <a16:creationId xmlns:a16="http://schemas.microsoft.com/office/drawing/2014/main" id="{8E54420C-BD6E-F9CF-C2BB-A67EBE5FCE73}"/>
              </a:ext>
            </a:extLst>
          </p:cNvPr>
          <p:cNvCxnSpPr/>
          <p:nvPr/>
        </p:nvCxnSpPr>
        <p:spPr>
          <a:xfrm>
            <a:off x="9148422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직선 연결선 1550">
            <a:extLst>
              <a:ext uri="{FF2B5EF4-FFF2-40B4-BE49-F238E27FC236}">
                <a16:creationId xmlns:a16="http://schemas.microsoft.com/office/drawing/2014/main" id="{D489D74C-E137-B51A-4B2F-2373093E11CE}"/>
              </a:ext>
            </a:extLst>
          </p:cNvPr>
          <p:cNvCxnSpPr/>
          <p:nvPr/>
        </p:nvCxnSpPr>
        <p:spPr>
          <a:xfrm flipH="1">
            <a:off x="9098378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2" name="모서리가 둥근 직사각형 1551">
            <a:extLst>
              <a:ext uri="{FF2B5EF4-FFF2-40B4-BE49-F238E27FC236}">
                <a16:creationId xmlns:a16="http://schemas.microsoft.com/office/drawing/2014/main" id="{F0AF435B-621E-EDE5-966F-02E2448BE860}"/>
              </a:ext>
            </a:extLst>
          </p:cNvPr>
          <p:cNvSpPr/>
          <p:nvPr/>
        </p:nvSpPr>
        <p:spPr>
          <a:xfrm>
            <a:off x="9063254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53" name="모서리가 둥근 직사각형 1552">
            <a:extLst>
              <a:ext uri="{FF2B5EF4-FFF2-40B4-BE49-F238E27FC236}">
                <a16:creationId xmlns:a16="http://schemas.microsoft.com/office/drawing/2014/main" id="{6C6D6D21-243A-392C-8A56-AB741F38F4C6}"/>
              </a:ext>
            </a:extLst>
          </p:cNvPr>
          <p:cNvSpPr/>
          <p:nvPr/>
        </p:nvSpPr>
        <p:spPr>
          <a:xfrm>
            <a:off x="9063254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54" name="모서리가 둥근 직사각형 1553">
            <a:extLst>
              <a:ext uri="{FF2B5EF4-FFF2-40B4-BE49-F238E27FC236}">
                <a16:creationId xmlns:a16="http://schemas.microsoft.com/office/drawing/2014/main" id="{963EEF10-1B78-801C-EACD-A9C5CCF3F85D}"/>
              </a:ext>
            </a:extLst>
          </p:cNvPr>
          <p:cNvSpPr/>
          <p:nvPr/>
        </p:nvSpPr>
        <p:spPr>
          <a:xfrm>
            <a:off x="9152733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55" name="모서리가 둥근 직사각형 1554">
            <a:extLst>
              <a:ext uri="{FF2B5EF4-FFF2-40B4-BE49-F238E27FC236}">
                <a16:creationId xmlns:a16="http://schemas.microsoft.com/office/drawing/2014/main" id="{4B4C4CD8-4047-BB7F-8031-4205630FEB1D}"/>
              </a:ext>
            </a:extLst>
          </p:cNvPr>
          <p:cNvSpPr/>
          <p:nvPr/>
        </p:nvSpPr>
        <p:spPr>
          <a:xfrm>
            <a:off x="9152733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56" name="모서리가 둥근 직사각형 1555">
            <a:extLst>
              <a:ext uri="{FF2B5EF4-FFF2-40B4-BE49-F238E27FC236}">
                <a16:creationId xmlns:a16="http://schemas.microsoft.com/office/drawing/2014/main" id="{A6A91AEC-F532-AF16-2DE1-681FCF9B5D21}"/>
              </a:ext>
            </a:extLst>
          </p:cNvPr>
          <p:cNvSpPr/>
          <p:nvPr/>
        </p:nvSpPr>
        <p:spPr>
          <a:xfrm>
            <a:off x="9110714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60" name="직선 연결선 1559">
            <a:extLst>
              <a:ext uri="{FF2B5EF4-FFF2-40B4-BE49-F238E27FC236}">
                <a16:creationId xmlns:a16="http://schemas.microsoft.com/office/drawing/2014/main" id="{5ACEEAE0-5C7A-53D5-2CA3-B951675DF6F8}"/>
              </a:ext>
            </a:extLst>
          </p:cNvPr>
          <p:cNvCxnSpPr/>
          <p:nvPr/>
        </p:nvCxnSpPr>
        <p:spPr>
          <a:xfrm>
            <a:off x="9279126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직선 연결선 1560">
            <a:extLst>
              <a:ext uri="{FF2B5EF4-FFF2-40B4-BE49-F238E27FC236}">
                <a16:creationId xmlns:a16="http://schemas.microsoft.com/office/drawing/2014/main" id="{05AAF013-14BF-CBFB-B5D8-0A80B44887B4}"/>
              </a:ext>
            </a:extLst>
          </p:cNvPr>
          <p:cNvCxnSpPr/>
          <p:nvPr/>
        </p:nvCxnSpPr>
        <p:spPr>
          <a:xfrm>
            <a:off x="9237107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2" name="모서리가 둥근 직사각형 1561">
            <a:extLst>
              <a:ext uri="{FF2B5EF4-FFF2-40B4-BE49-F238E27FC236}">
                <a16:creationId xmlns:a16="http://schemas.microsoft.com/office/drawing/2014/main" id="{AAC23135-BC52-6AD2-93BA-1475A7B8C041}"/>
              </a:ext>
            </a:extLst>
          </p:cNvPr>
          <p:cNvSpPr/>
          <p:nvPr/>
        </p:nvSpPr>
        <p:spPr>
          <a:xfrm>
            <a:off x="9241418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63" name="모서리가 둥근 직사각형 1562">
            <a:extLst>
              <a:ext uri="{FF2B5EF4-FFF2-40B4-BE49-F238E27FC236}">
                <a16:creationId xmlns:a16="http://schemas.microsoft.com/office/drawing/2014/main" id="{D84FCD9E-AF3B-3DBE-CF1F-A61BBEF573B9}"/>
              </a:ext>
            </a:extLst>
          </p:cNvPr>
          <p:cNvSpPr/>
          <p:nvPr/>
        </p:nvSpPr>
        <p:spPr>
          <a:xfrm>
            <a:off x="9241418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64" name="모서리가 둥근 직사각형 1563">
            <a:extLst>
              <a:ext uri="{FF2B5EF4-FFF2-40B4-BE49-F238E27FC236}">
                <a16:creationId xmlns:a16="http://schemas.microsoft.com/office/drawing/2014/main" id="{89D391AE-9822-EACF-B5EE-9CBA221CBC97}"/>
              </a:ext>
            </a:extLst>
          </p:cNvPr>
          <p:cNvSpPr/>
          <p:nvPr/>
        </p:nvSpPr>
        <p:spPr>
          <a:xfrm>
            <a:off x="9199399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65" name="직선 연결선 1564">
            <a:extLst>
              <a:ext uri="{FF2B5EF4-FFF2-40B4-BE49-F238E27FC236}">
                <a16:creationId xmlns:a16="http://schemas.microsoft.com/office/drawing/2014/main" id="{5212A89C-3844-33C0-7398-7C4BC767BF6F}"/>
              </a:ext>
            </a:extLst>
          </p:cNvPr>
          <p:cNvCxnSpPr/>
          <p:nvPr/>
        </p:nvCxnSpPr>
        <p:spPr>
          <a:xfrm>
            <a:off x="9632762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6" name="모서리가 둥근 직사각형 1565">
            <a:extLst>
              <a:ext uri="{FF2B5EF4-FFF2-40B4-BE49-F238E27FC236}">
                <a16:creationId xmlns:a16="http://schemas.microsoft.com/office/drawing/2014/main" id="{B13E610E-9242-D226-8840-38DA9551614C}"/>
              </a:ext>
            </a:extLst>
          </p:cNvPr>
          <p:cNvSpPr/>
          <p:nvPr/>
        </p:nvSpPr>
        <p:spPr>
          <a:xfrm>
            <a:off x="9600298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567" name="직선 연결선 1566">
            <a:extLst>
              <a:ext uri="{FF2B5EF4-FFF2-40B4-BE49-F238E27FC236}">
                <a16:creationId xmlns:a16="http://schemas.microsoft.com/office/drawing/2014/main" id="{55D06E34-30B2-35E3-F3C3-D0922314C890}"/>
              </a:ext>
            </a:extLst>
          </p:cNvPr>
          <p:cNvCxnSpPr/>
          <p:nvPr/>
        </p:nvCxnSpPr>
        <p:spPr>
          <a:xfrm flipH="1">
            <a:off x="9732127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직선 연결선 1567">
            <a:extLst>
              <a:ext uri="{FF2B5EF4-FFF2-40B4-BE49-F238E27FC236}">
                <a16:creationId xmlns:a16="http://schemas.microsoft.com/office/drawing/2014/main" id="{A155EE9C-6C1F-0F91-3326-41E0E5FC6B2B}"/>
              </a:ext>
            </a:extLst>
          </p:cNvPr>
          <p:cNvCxnSpPr/>
          <p:nvPr/>
        </p:nvCxnSpPr>
        <p:spPr>
          <a:xfrm>
            <a:off x="9774146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직선 연결선 1568">
            <a:extLst>
              <a:ext uri="{FF2B5EF4-FFF2-40B4-BE49-F238E27FC236}">
                <a16:creationId xmlns:a16="http://schemas.microsoft.com/office/drawing/2014/main" id="{6FCF2299-75ED-9246-2E6C-57EFCB0C23A9}"/>
              </a:ext>
            </a:extLst>
          </p:cNvPr>
          <p:cNvCxnSpPr/>
          <p:nvPr/>
        </p:nvCxnSpPr>
        <p:spPr>
          <a:xfrm>
            <a:off x="9684284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직선 연결선 1569">
            <a:extLst>
              <a:ext uri="{FF2B5EF4-FFF2-40B4-BE49-F238E27FC236}">
                <a16:creationId xmlns:a16="http://schemas.microsoft.com/office/drawing/2014/main" id="{476603D9-8324-3EA4-A956-5016B4C23734}"/>
              </a:ext>
            </a:extLst>
          </p:cNvPr>
          <p:cNvCxnSpPr/>
          <p:nvPr/>
        </p:nvCxnSpPr>
        <p:spPr>
          <a:xfrm>
            <a:off x="9732127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직선 연결선 1570">
            <a:extLst>
              <a:ext uri="{FF2B5EF4-FFF2-40B4-BE49-F238E27FC236}">
                <a16:creationId xmlns:a16="http://schemas.microsoft.com/office/drawing/2014/main" id="{6D9B7C77-3403-130D-4881-7A0F89354441}"/>
              </a:ext>
            </a:extLst>
          </p:cNvPr>
          <p:cNvCxnSpPr/>
          <p:nvPr/>
        </p:nvCxnSpPr>
        <p:spPr>
          <a:xfrm flipH="1">
            <a:off x="9682083" y="6304746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2" name="모서리가 둥근 직사각형 1571">
            <a:extLst>
              <a:ext uri="{FF2B5EF4-FFF2-40B4-BE49-F238E27FC236}">
                <a16:creationId xmlns:a16="http://schemas.microsoft.com/office/drawing/2014/main" id="{55F08F12-EAA8-D773-C37B-F27BDCABB8DE}"/>
              </a:ext>
            </a:extLst>
          </p:cNvPr>
          <p:cNvSpPr/>
          <p:nvPr/>
        </p:nvSpPr>
        <p:spPr>
          <a:xfrm>
            <a:off x="9646959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73" name="모서리가 둥근 직사각형 1572">
            <a:extLst>
              <a:ext uri="{FF2B5EF4-FFF2-40B4-BE49-F238E27FC236}">
                <a16:creationId xmlns:a16="http://schemas.microsoft.com/office/drawing/2014/main" id="{9DA44D62-F25D-3F67-95A4-C56FA1386010}"/>
              </a:ext>
            </a:extLst>
          </p:cNvPr>
          <p:cNvSpPr/>
          <p:nvPr/>
        </p:nvSpPr>
        <p:spPr>
          <a:xfrm>
            <a:off x="9646959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74" name="모서리가 둥근 직사각형 1573">
            <a:extLst>
              <a:ext uri="{FF2B5EF4-FFF2-40B4-BE49-F238E27FC236}">
                <a16:creationId xmlns:a16="http://schemas.microsoft.com/office/drawing/2014/main" id="{3BBCDF4C-ED6C-92D0-83D5-B5C0A609836E}"/>
              </a:ext>
            </a:extLst>
          </p:cNvPr>
          <p:cNvSpPr/>
          <p:nvPr/>
        </p:nvSpPr>
        <p:spPr>
          <a:xfrm>
            <a:off x="9736437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75" name="모서리가 둥근 직사각형 1574">
            <a:extLst>
              <a:ext uri="{FF2B5EF4-FFF2-40B4-BE49-F238E27FC236}">
                <a16:creationId xmlns:a16="http://schemas.microsoft.com/office/drawing/2014/main" id="{FBA2676D-6640-8DA8-D346-3419B32FE9B9}"/>
              </a:ext>
            </a:extLst>
          </p:cNvPr>
          <p:cNvSpPr/>
          <p:nvPr/>
        </p:nvSpPr>
        <p:spPr>
          <a:xfrm>
            <a:off x="9736437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76" name="모서리가 둥근 직사각형 1575">
            <a:extLst>
              <a:ext uri="{FF2B5EF4-FFF2-40B4-BE49-F238E27FC236}">
                <a16:creationId xmlns:a16="http://schemas.microsoft.com/office/drawing/2014/main" id="{86B99C0D-9BBD-1421-816B-E910ECF9C9D2}"/>
              </a:ext>
            </a:extLst>
          </p:cNvPr>
          <p:cNvSpPr/>
          <p:nvPr/>
        </p:nvSpPr>
        <p:spPr>
          <a:xfrm>
            <a:off x="9694418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577" name="직선 연결선 1576">
            <a:extLst>
              <a:ext uri="{FF2B5EF4-FFF2-40B4-BE49-F238E27FC236}">
                <a16:creationId xmlns:a16="http://schemas.microsoft.com/office/drawing/2014/main" id="{1B1DB2F4-5D75-D46F-B96C-6CC799CBB455}"/>
              </a:ext>
            </a:extLst>
          </p:cNvPr>
          <p:cNvCxnSpPr/>
          <p:nvPr/>
        </p:nvCxnSpPr>
        <p:spPr>
          <a:xfrm>
            <a:off x="9862831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직선 연결선 1577">
            <a:extLst>
              <a:ext uri="{FF2B5EF4-FFF2-40B4-BE49-F238E27FC236}">
                <a16:creationId xmlns:a16="http://schemas.microsoft.com/office/drawing/2014/main" id="{916158F9-3AE8-408B-4035-742C4E0931AA}"/>
              </a:ext>
            </a:extLst>
          </p:cNvPr>
          <p:cNvCxnSpPr/>
          <p:nvPr/>
        </p:nvCxnSpPr>
        <p:spPr>
          <a:xfrm>
            <a:off x="9820812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9" name="모서리가 둥근 직사각형 1578">
            <a:extLst>
              <a:ext uri="{FF2B5EF4-FFF2-40B4-BE49-F238E27FC236}">
                <a16:creationId xmlns:a16="http://schemas.microsoft.com/office/drawing/2014/main" id="{8D4BE80D-770B-BFF3-39DE-F891E1365DC6}"/>
              </a:ext>
            </a:extLst>
          </p:cNvPr>
          <p:cNvSpPr/>
          <p:nvPr/>
        </p:nvSpPr>
        <p:spPr>
          <a:xfrm>
            <a:off x="9825123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80" name="모서리가 둥근 직사각형 1579">
            <a:extLst>
              <a:ext uri="{FF2B5EF4-FFF2-40B4-BE49-F238E27FC236}">
                <a16:creationId xmlns:a16="http://schemas.microsoft.com/office/drawing/2014/main" id="{5388B47C-ADC5-C6DA-F349-C96F4A5F441A}"/>
              </a:ext>
            </a:extLst>
          </p:cNvPr>
          <p:cNvSpPr/>
          <p:nvPr/>
        </p:nvSpPr>
        <p:spPr>
          <a:xfrm>
            <a:off x="9825123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581" name="모서리가 둥근 직사각형 1580">
            <a:extLst>
              <a:ext uri="{FF2B5EF4-FFF2-40B4-BE49-F238E27FC236}">
                <a16:creationId xmlns:a16="http://schemas.microsoft.com/office/drawing/2014/main" id="{9B54BEDE-A77F-9ED3-27F4-42FE8784DD9D}"/>
              </a:ext>
            </a:extLst>
          </p:cNvPr>
          <p:cNvSpPr/>
          <p:nvPr/>
        </p:nvSpPr>
        <p:spPr>
          <a:xfrm>
            <a:off x="9783104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1582" name="모서리가 둥근 직사각형 1581">
            <a:extLst>
              <a:ext uri="{FF2B5EF4-FFF2-40B4-BE49-F238E27FC236}">
                <a16:creationId xmlns:a16="http://schemas.microsoft.com/office/drawing/2014/main" id="{7635D42B-D207-81A8-0191-58B6692F2B30}"/>
              </a:ext>
            </a:extLst>
          </p:cNvPr>
          <p:cNvSpPr/>
          <p:nvPr/>
        </p:nvSpPr>
        <p:spPr>
          <a:xfrm>
            <a:off x="8860476" y="5283643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1907" name="직선 연결선 1906">
            <a:extLst>
              <a:ext uri="{FF2B5EF4-FFF2-40B4-BE49-F238E27FC236}">
                <a16:creationId xmlns:a16="http://schemas.microsoft.com/office/drawing/2014/main" id="{74C8162D-4B56-930C-0751-F281B00FD0ED}"/>
              </a:ext>
            </a:extLst>
          </p:cNvPr>
          <p:cNvCxnSpPr/>
          <p:nvPr/>
        </p:nvCxnSpPr>
        <p:spPr>
          <a:xfrm>
            <a:off x="7885488" y="3850427"/>
            <a:ext cx="1706450" cy="250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8" name="직선 연결선 1907">
            <a:extLst>
              <a:ext uri="{FF2B5EF4-FFF2-40B4-BE49-F238E27FC236}">
                <a16:creationId xmlns:a16="http://schemas.microsoft.com/office/drawing/2014/main" id="{A22D5B11-5641-5FD1-ECF5-59B210AF742F}"/>
              </a:ext>
            </a:extLst>
          </p:cNvPr>
          <p:cNvCxnSpPr/>
          <p:nvPr/>
        </p:nvCxnSpPr>
        <p:spPr>
          <a:xfrm flipH="1">
            <a:off x="7299396" y="3809282"/>
            <a:ext cx="538759" cy="3095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9" name="직선 연결선 1908">
            <a:extLst>
              <a:ext uri="{FF2B5EF4-FFF2-40B4-BE49-F238E27FC236}">
                <a16:creationId xmlns:a16="http://schemas.microsoft.com/office/drawing/2014/main" id="{39A0D89F-9BEF-4095-9071-81EBA281C5F8}"/>
              </a:ext>
            </a:extLst>
          </p:cNvPr>
          <p:cNvCxnSpPr/>
          <p:nvPr/>
        </p:nvCxnSpPr>
        <p:spPr>
          <a:xfrm flipH="1">
            <a:off x="6655196" y="4120019"/>
            <a:ext cx="660216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0" name="직선 연결선 1909">
            <a:extLst>
              <a:ext uri="{FF2B5EF4-FFF2-40B4-BE49-F238E27FC236}">
                <a16:creationId xmlns:a16="http://schemas.microsoft.com/office/drawing/2014/main" id="{43E60C32-F894-039B-9BA1-D15ED120CF93}"/>
              </a:ext>
            </a:extLst>
          </p:cNvPr>
          <p:cNvCxnSpPr/>
          <p:nvPr/>
        </p:nvCxnSpPr>
        <p:spPr>
          <a:xfrm flipH="1">
            <a:off x="6947081" y="5501815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1" name="직선 연결선 1910">
            <a:extLst>
              <a:ext uri="{FF2B5EF4-FFF2-40B4-BE49-F238E27FC236}">
                <a16:creationId xmlns:a16="http://schemas.microsoft.com/office/drawing/2014/main" id="{5E1EDC70-FE0B-6943-8E1A-5D7325B7641E}"/>
              </a:ext>
            </a:extLst>
          </p:cNvPr>
          <p:cNvCxnSpPr/>
          <p:nvPr/>
        </p:nvCxnSpPr>
        <p:spPr>
          <a:xfrm flipH="1" flipV="1">
            <a:off x="6672135" y="5433919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2" name="직선 연결선 1911">
            <a:extLst>
              <a:ext uri="{FF2B5EF4-FFF2-40B4-BE49-F238E27FC236}">
                <a16:creationId xmlns:a16="http://schemas.microsoft.com/office/drawing/2014/main" id="{05ECF380-A905-05C6-7F5C-27110F0B8759}"/>
              </a:ext>
            </a:extLst>
          </p:cNvPr>
          <p:cNvCxnSpPr/>
          <p:nvPr/>
        </p:nvCxnSpPr>
        <p:spPr>
          <a:xfrm flipH="1">
            <a:off x="6160636" y="5435421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3" name="직선 연결선 1912">
            <a:extLst>
              <a:ext uri="{FF2B5EF4-FFF2-40B4-BE49-F238E27FC236}">
                <a16:creationId xmlns:a16="http://schemas.microsoft.com/office/drawing/2014/main" id="{E63362FC-E0DF-56AF-8A5D-10D403F41852}"/>
              </a:ext>
            </a:extLst>
          </p:cNvPr>
          <p:cNvCxnSpPr/>
          <p:nvPr/>
        </p:nvCxnSpPr>
        <p:spPr>
          <a:xfrm flipH="1">
            <a:off x="5767636" y="5516555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4" name="직선 연결선 1913">
            <a:extLst>
              <a:ext uri="{FF2B5EF4-FFF2-40B4-BE49-F238E27FC236}">
                <a16:creationId xmlns:a16="http://schemas.microsoft.com/office/drawing/2014/main" id="{5F6EFB64-C1ED-81C8-74DF-38FE648ADBDD}"/>
              </a:ext>
            </a:extLst>
          </p:cNvPr>
          <p:cNvCxnSpPr/>
          <p:nvPr/>
        </p:nvCxnSpPr>
        <p:spPr>
          <a:xfrm flipH="1">
            <a:off x="5960431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5" name="직선 연결선 1914">
            <a:extLst>
              <a:ext uri="{FF2B5EF4-FFF2-40B4-BE49-F238E27FC236}">
                <a16:creationId xmlns:a16="http://schemas.microsoft.com/office/drawing/2014/main" id="{5CBF7C32-39F3-8082-5EC8-94694F5CB093}"/>
              </a:ext>
            </a:extLst>
          </p:cNvPr>
          <p:cNvCxnSpPr/>
          <p:nvPr/>
        </p:nvCxnSpPr>
        <p:spPr>
          <a:xfrm>
            <a:off x="5773640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6" name="직선 연결선 1915">
            <a:extLst>
              <a:ext uri="{FF2B5EF4-FFF2-40B4-BE49-F238E27FC236}">
                <a16:creationId xmlns:a16="http://schemas.microsoft.com/office/drawing/2014/main" id="{0CF6CE2D-5B6D-FA1B-702A-DA1099B8C5FF}"/>
              </a:ext>
            </a:extLst>
          </p:cNvPr>
          <p:cNvCxnSpPr/>
          <p:nvPr/>
        </p:nvCxnSpPr>
        <p:spPr>
          <a:xfrm flipH="1">
            <a:off x="5486590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7" name="직선 연결선 1916">
            <a:extLst>
              <a:ext uri="{FF2B5EF4-FFF2-40B4-BE49-F238E27FC236}">
                <a16:creationId xmlns:a16="http://schemas.microsoft.com/office/drawing/2014/main" id="{1F4F3179-6189-2176-D0BC-7641F64470CB}"/>
              </a:ext>
            </a:extLst>
          </p:cNvPr>
          <p:cNvCxnSpPr/>
          <p:nvPr/>
        </p:nvCxnSpPr>
        <p:spPr>
          <a:xfrm flipH="1">
            <a:off x="5355476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8" name="모서리가 둥근 직사각형 1917">
            <a:extLst>
              <a:ext uri="{FF2B5EF4-FFF2-40B4-BE49-F238E27FC236}">
                <a16:creationId xmlns:a16="http://schemas.microsoft.com/office/drawing/2014/main" id="{41138450-3357-B77C-60AC-F1F4B04A3621}"/>
              </a:ext>
            </a:extLst>
          </p:cNvPr>
          <p:cNvSpPr/>
          <p:nvPr/>
        </p:nvSpPr>
        <p:spPr>
          <a:xfrm>
            <a:off x="5712922" y="6056007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1919" name="직선 연결선 1918">
            <a:extLst>
              <a:ext uri="{FF2B5EF4-FFF2-40B4-BE49-F238E27FC236}">
                <a16:creationId xmlns:a16="http://schemas.microsoft.com/office/drawing/2014/main" id="{59928528-7F85-E844-5040-C39142E5ED9C}"/>
              </a:ext>
            </a:extLst>
          </p:cNvPr>
          <p:cNvCxnSpPr/>
          <p:nvPr/>
        </p:nvCxnSpPr>
        <p:spPr>
          <a:xfrm flipH="1">
            <a:off x="5161470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직선 연결선 1919">
            <a:extLst>
              <a:ext uri="{FF2B5EF4-FFF2-40B4-BE49-F238E27FC236}">
                <a16:creationId xmlns:a16="http://schemas.microsoft.com/office/drawing/2014/main" id="{D083D94A-AB22-E645-25A2-099EA7A5D5DD}"/>
              </a:ext>
            </a:extLst>
          </p:cNvPr>
          <p:cNvCxnSpPr/>
          <p:nvPr/>
        </p:nvCxnSpPr>
        <p:spPr>
          <a:xfrm>
            <a:off x="5203489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1" name="직선 연결선 1920">
            <a:extLst>
              <a:ext uri="{FF2B5EF4-FFF2-40B4-BE49-F238E27FC236}">
                <a16:creationId xmlns:a16="http://schemas.microsoft.com/office/drawing/2014/main" id="{53E2610D-4114-18BB-0F3B-DDB95DA6B36E}"/>
              </a:ext>
            </a:extLst>
          </p:cNvPr>
          <p:cNvCxnSpPr/>
          <p:nvPr/>
        </p:nvCxnSpPr>
        <p:spPr>
          <a:xfrm>
            <a:off x="5113628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2" name="직선 연결선 1921">
            <a:extLst>
              <a:ext uri="{FF2B5EF4-FFF2-40B4-BE49-F238E27FC236}">
                <a16:creationId xmlns:a16="http://schemas.microsoft.com/office/drawing/2014/main" id="{2466BD63-AFB9-4C60-CFBC-7134E3C8F61C}"/>
              </a:ext>
            </a:extLst>
          </p:cNvPr>
          <p:cNvCxnSpPr/>
          <p:nvPr/>
        </p:nvCxnSpPr>
        <p:spPr>
          <a:xfrm>
            <a:off x="5161470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3" name="직선 연결선 1922">
            <a:extLst>
              <a:ext uri="{FF2B5EF4-FFF2-40B4-BE49-F238E27FC236}">
                <a16:creationId xmlns:a16="http://schemas.microsoft.com/office/drawing/2014/main" id="{1237EB2F-CFA8-91AE-3639-BE4F897F077F}"/>
              </a:ext>
            </a:extLst>
          </p:cNvPr>
          <p:cNvCxnSpPr/>
          <p:nvPr/>
        </p:nvCxnSpPr>
        <p:spPr>
          <a:xfrm flipH="1">
            <a:off x="5111426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4" name="모서리가 둥근 직사각형 1923">
            <a:extLst>
              <a:ext uri="{FF2B5EF4-FFF2-40B4-BE49-F238E27FC236}">
                <a16:creationId xmlns:a16="http://schemas.microsoft.com/office/drawing/2014/main" id="{038F238C-2777-5AAD-42B0-0E8F69CD8AD9}"/>
              </a:ext>
            </a:extLst>
          </p:cNvPr>
          <p:cNvSpPr/>
          <p:nvPr/>
        </p:nvSpPr>
        <p:spPr>
          <a:xfrm>
            <a:off x="5076302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25" name="모서리가 둥근 직사각형 1924">
            <a:extLst>
              <a:ext uri="{FF2B5EF4-FFF2-40B4-BE49-F238E27FC236}">
                <a16:creationId xmlns:a16="http://schemas.microsoft.com/office/drawing/2014/main" id="{FD67671A-493E-A8D8-2CE3-A6ADE8F40895}"/>
              </a:ext>
            </a:extLst>
          </p:cNvPr>
          <p:cNvSpPr/>
          <p:nvPr/>
        </p:nvSpPr>
        <p:spPr>
          <a:xfrm>
            <a:off x="5076302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26" name="모서리가 둥근 직사각형 1925">
            <a:extLst>
              <a:ext uri="{FF2B5EF4-FFF2-40B4-BE49-F238E27FC236}">
                <a16:creationId xmlns:a16="http://schemas.microsoft.com/office/drawing/2014/main" id="{EEC66F80-84B6-6245-56CB-4577553BBA68}"/>
              </a:ext>
            </a:extLst>
          </p:cNvPr>
          <p:cNvSpPr/>
          <p:nvPr/>
        </p:nvSpPr>
        <p:spPr>
          <a:xfrm>
            <a:off x="5165781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27" name="모서리가 둥근 직사각형 1926">
            <a:extLst>
              <a:ext uri="{FF2B5EF4-FFF2-40B4-BE49-F238E27FC236}">
                <a16:creationId xmlns:a16="http://schemas.microsoft.com/office/drawing/2014/main" id="{A76853FC-26A7-3AD4-EF95-1583B145D71E}"/>
              </a:ext>
            </a:extLst>
          </p:cNvPr>
          <p:cNvSpPr/>
          <p:nvPr/>
        </p:nvSpPr>
        <p:spPr>
          <a:xfrm>
            <a:off x="5165781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28" name="모서리가 둥근 직사각형 1927">
            <a:extLst>
              <a:ext uri="{FF2B5EF4-FFF2-40B4-BE49-F238E27FC236}">
                <a16:creationId xmlns:a16="http://schemas.microsoft.com/office/drawing/2014/main" id="{2C4B64AF-6D3E-E306-6A96-4107B95F2EA0}"/>
              </a:ext>
            </a:extLst>
          </p:cNvPr>
          <p:cNvSpPr/>
          <p:nvPr/>
        </p:nvSpPr>
        <p:spPr>
          <a:xfrm>
            <a:off x="5123761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29" name="직선 연결선 1928">
            <a:extLst>
              <a:ext uri="{FF2B5EF4-FFF2-40B4-BE49-F238E27FC236}">
                <a16:creationId xmlns:a16="http://schemas.microsoft.com/office/drawing/2014/main" id="{47C473B6-80CF-C86B-12DE-544D6BA456A7}"/>
              </a:ext>
            </a:extLst>
          </p:cNvPr>
          <p:cNvCxnSpPr/>
          <p:nvPr/>
        </p:nvCxnSpPr>
        <p:spPr>
          <a:xfrm>
            <a:off x="5356619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0" name="모서리가 둥근 직사각형 1929">
            <a:extLst>
              <a:ext uri="{FF2B5EF4-FFF2-40B4-BE49-F238E27FC236}">
                <a16:creationId xmlns:a16="http://schemas.microsoft.com/office/drawing/2014/main" id="{F76E0884-151C-3B0F-83E5-B69715BBE4A7}"/>
              </a:ext>
            </a:extLst>
          </p:cNvPr>
          <p:cNvSpPr/>
          <p:nvPr/>
        </p:nvSpPr>
        <p:spPr>
          <a:xfrm>
            <a:off x="5324155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31" name="직선 연결선 1930">
            <a:extLst>
              <a:ext uri="{FF2B5EF4-FFF2-40B4-BE49-F238E27FC236}">
                <a16:creationId xmlns:a16="http://schemas.microsoft.com/office/drawing/2014/main" id="{515AD519-19A9-BD06-489B-4EA6613E602E}"/>
              </a:ext>
            </a:extLst>
          </p:cNvPr>
          <p:cNvCxnSpPr/>
          <p:nvPr/>
        </p:nvCxnSpPr>
        <p:spPr>
          <a:xfrm>
            <a:off x="5292175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2" name="직선 연결선 1931">
            <a:extLst>
              <a:ext uri="{FF2B5EF4-FFF2-40B4-BE49-F238E27FC236}">
                <a16:creationId xmlns:a16="http://schemas.microsoft.com/office/drawing/2014/main" id="{7B05FF89-EC67-627F-5969-42E9E679A9E8}"/>
              </a:ext>
            </a:extLst>
          </p:cNvPr>
          <p:cNvCxnSpPr/>
          <p:nvPr/>
        </p:nvCxnSpPr>
        <p:spPr>
          <a:xfrm>
            <a:off x="5250156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3" name="모서리가 둥근 직사각형 1932">
            <a:extLst>
              <a:ext uri="{FF2B5EF4-FFF2-40B4-BE49-F238E27FC236}">
                <a16:creationId xmlns:a16="http://schemas.microsoft.com/office/drawing/2014/main" id="{4F23CE9D-EE35-FF86-8303-E6FE46A3C759}"/>
              </a:ext>
            </a:extLst>
          </p:cNvPr>
          <p:cNvSpPr/>
          <p:nvPr/>
        </p:nvSpPr>
        <p:spPr>
          <a:xfrm>
            <a:off x="5254467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34" name="모서리가 둥근 직사각형 1933">
            <a:extLst>
              <a:ext uri="{FF2B5EF4-FFF2-40B4-BE49-F238E27FC236}">
                <a16:creationId xmlns:a16="http://schemas.microsoft.com/office/drawing/2014/main" id="{4E305FBB-802A-EDCC-3C1B-EA32EB71000B}"/>
              </a:ext>
            </a:extLst>
          </p:cNvPr>
          <p:cNvSpPr/>
          <p:nvPr/>
        </p:nvSpPr>
        <p:spPr>
          <a:xfrm>
            <a:off x="5254467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35" name="모서리가 둥근 직사각형 1934">
            <a:extLst>
              <a:ext uri="{FF2B5EF4-FFF2-40B4-BE49-F238E27FC236}">
                <a16:creationId xmlns:a16="http://schemas.microsoft.com/office/drawing/2014/main" id="{AF2CF6B1-A346-871A-497F-CEC542A34A60}"/>
              </a:ext>
            </a:extLst>
          </p:cNvPr>
          <p:cNvSpPr/>
          <p:nvPr/>
        </p:nvSpPr>
        <p:spPr>
          <a:xfrm>
            <a:off x="5212447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36" name="직선 연결선 1935">
            <a:extLst>
              <a:ext uri="{FF2B5EF4-FFF2-40B4-BE49-F238E27FC236}">
                <a16:creationId xmlns:a16="http://schemas.microsoft.com/office/drawing/2014/main" id="{15C12F35-A42C-ABEC-DDD2-55E3EB2775F1}"/>
              </a:ext>
            </a:extLst>
          </p:cNvPr>
          <p:cNvCxnSpPr/>
          <p:nvPr/>
        </p:nvCxnSpPr>
        <p:spPr>
          <a:xfrm flipH="1">
            <a:off x="5455985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7" name="직선 연결선 1936">
            <a:extLst>
              <a:ext uri="{FF2B5EF4-FFF2-40B4-BE49-F238E27FC236}">
                <a16:creationId xmlns:a16="http://schemas.microsoft.com/office/drawing/2014/main" id="{B8FB54D4-DF9B-6104-2606-D71724E2D7F9}"/>
              </a:ext>
            </a:extLst>
          </p:cNvPr>
          <p:cNvCxnSpPr/>
          <p:nvPr/>
        </p:nvCxnSpPr>
        <p:spPr>
          <a:xfrm>
            <a:off x="5498003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" name="직선 연결선 1937">
            <a:extLst>
              <a:ext uri="{FF2B5EF4-FFF2-40B4-BE49-F238E27FC236}">
                <a16:creationId xmlns:a16="http://schemas.microsoft.com/office/drawing/2014/main" id="{DEED3044-3FB4-D646-1617-9CF2A127A621}"/>
              </a:ext>
            </a:extLst>
          </p:cNvPr>
          <p:cNvCxnSpPr/>
          <p:nvPr/>
        </p:nvCxnSpPr>
        <p:spPr>
          <a:xfrm>
            <a:off x="5408142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9" name="직선 연결선 1938">
            <a:extLst>
              <a:ext uri="{FF2B5EF4-FFF2-40B4-BE49-F238E27FC236}">
                <a16:creationId xmlns:a16="http://schemas.microsoft.com/office/drawing/2014/main" id="{103B9ADE-265A-B23C-B808-9762241581A0}"/>
              </a:ext>
            </a:extLst>
          </p:cNvPr>
          <p:cNvCxnSpPr/>
          <p:nvPr/>
        </p:nvCxnSpPr>
        <p:spPr>
          <a:xfrm>
            <a:off x="5455984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0" name="직선 연결선 1939">
            <a:extLst>
              <a:ext uri="{FF2B5EF4-FFF2-40B4-BE49-F238E27FC236}">
                <a16:creationId xmlns:a16="http://schemas.microsoft.com/office/drawing/2014/main" id="{B56AB0BD-4916-D5B1-05D4-F009C166E8BA}"/>
              </a:ext>
            </a:extLst>
          </p:cNvPr>
          <p:cNvCxnSpPr/>
          <p:nvPr/>
        </p:nvCxnSpPr>
        <p:spPr>
          <a:xfrm flipH="1">
            <a:off x="5405941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1" name="모서리가 둥근 직사각형 1940">
            <a:extLst>
              <a:ext uri="{FF2B5EF4-FFF2-40B4-BE49-F238E27FC236}">
                <a16:creationId xmlns:a16="http://schemas.microsoft.com/office/drawing/2014/main" id="{09C87DD8-77D0-D7DD-6D71-4553CCB54600}"/>
              </a:ext>
            </a:extLst>
          </p:cNvPr>
          <p:cNvSpPr/>
          <p:nvPr/>
        </p:nvSpPr>
        <p:spPr>
          <a:xfrm>
            <a:off x="5370816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42" name="모서리가 둥근 직사각형 1941">
            <a:extLst>
              <a:ext uri="{FF2B5EF4-FFF2-40B4-BE49-F238E27FC236}">
                <a16:creationId xmlns:a16="http://schemas.microsoft.com/office/drawing/2014/main" id="{9EA0B6F2-288D-68BE-3541-4A08C53F56BC}"/>
              </a:ext>
            </a:extLst>
          </p:cNvPr>
          <p:cNvSpPr/>
          <p:nvPr/>
        </p:nvSpPr>
        <p:spPr>
          <a:xfrm>
            <a:off x="5370816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43" name="모서리가 둥근 직사각형 1942">
            <a:extLst>
              <a:ext uri="{FF2B5EF4-FFF2-40B4-BE49-F238E27FC236}">
                <a16:creationId xmlns:a16="http://schemas.microsoft.com/office/drawing/2014/main" id="{D08AFE0C-4D03-C13E-422E-84111B9F1981}"/>
              </a:ext>
            </a:extLst>
          </p:cNvPr>
          <p:cNvSpPr/>
          <p:nvPr/>
        </p:nvSpPr>
        <p:spPr>
          <a:xfrm>
            <a:off x="5460296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44" name="모서리가 둥근 직사각형 1943">
            <a:extLst>
              <a:ext uri="{FF2B5EF4-FFF2-40B4-BE49-F238E27FC236}">
                <a16:creationId xmlns:a16="http://schemas.microsoft.com/office/drawing/2014/main" id="{FB9C142E-FBBB-B1B1-6EF4-8CC8B341834C}"/>
              </a:ext>
            </a:extLst>
          </p:cNvPr>
          <p:cNvSpPr/>
          <p:nvPr/>
        </p:nvSpPr>
        <p:spPr>
          <a:xfrm>
            <a:off x="5460296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45" name="모서리가 둥근 직사각형 1944">
            <a:extLst>
              <a:ext uri="{FF2B5EF4-FFF2-40B4-BE49-F238E27FC236}">
                <a16:creationId xmlns:a16="http://schemas.microsoft.com/office/drawing/2014/main" id="{77F7C522-1216-6D29-7E9E-1CFE39A9A048}"/>
              </a:ext>
            </a:extLst>
          </p:cNvPr>
          <p:cNvSpPr/>
          <p:nvPr/>
        </p:nvSpPr>
        <p:spPr>
          <a:xfrm>
            <a:off x="5418276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46" name="직선 연결선 1945">
            <a:extLst>
              <a:ext uri="{FF2B5EF4-FFF2-40B4-BE49-F238E27FC236}">
                <a16:creationId xmlns:a16="http://schemas.microsoft.com/office/drawing/2014/main" id="{0CD64087-EF87-D75B-7A86-43D2AA88A175}"/>
              </a:ext>
            </a:extLst>
          </p:cNvPr>
          <p:cNvCxnSpPr/>
          <p:nvPr/>
        </p:nvCxnSpPr>
        <p:spPr>
          <a:xfrm>
            <a:off x="5586689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" name="직선 연결선 1946">
            <a:extLst>
              <a:ext uri="{FF2B5EF4-FFF2-40B4-BE49-F238E27FC236}">
                <a16:creationId xmlns:a16="http://schemas.microsoft.com/office/drawing/2014/main" id="{64189D73-FA35-CD86-2440-AF40194A31DE}"/>
              </a:ext>
            </a:extLst>
          </p:cNvPr>
          <p:cNvCxnSpPr/>
          <p:nvPr/>
        </p:nvCxnSpPr>
        <p:spPr>
          <a:xfrm>
            <a:off x="5544670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8" name="모서리가 둥근 직사각형 1947">
            <a:extLst>
              <a:ext uri="{FF2B5EF4-FFF2-40B4-BE49-F238E27FC236}">
                <a16:creationId xmlns:a16="http://schemas.microsoft.com/office/drawing/2014/main" id="{CDAF4C93-E781-170E-2C28-8DF11C110792}"/>
              </a:ext>
            </a:extLst>
          </p:cNvPr>
          <p:cNvSpPr/>
          <p:nvPr/>
        </p:nvSpPr>
        <p:spPr>
          <a:xfrm>
            <a:off x="5548981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49" name="모서리가 둥근 직사각형 1948">
            <a:extLst>
              <a:ext uri="{FF2B5EF4-FFF2-40B4-BE49-F238E27FC236}">
                <a16:creationId xmlns:a16="http://schemas.microsoft.com/office/drawing/2014/main" id="{CD65CB2E-6FD8-5127-BCF8-39CA8E4D17E5}"/>
              </a:ext>
            </a:extLst>
          </p:cNvPr>
          <p:cNvSpPr/>
          <p:nvPr/>
        </p:nvSpPr>
        <p:spPr>
          <a:xfrm>
            <a:off x="5548981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50" name="모서리가 둥근 직사각형 1949">
            <a:extLst>
              <a:ext uri="{FF2B5EF4-FFF2-40B4-BE49-F238E27FC236}">
                <a16:creationId xmlns:a16="http://schemas.microsoft.com/office/drawing/2014/main" id="{29141B56-A50B-F169-BFF9-64AAD995021F}"/>
              </a:ext>
            </a:extLst>
          </p:cNvPr>
          <p:cNvSpPr/>
          <p:nvPr/>
        </p:nvSpPr>
        <p:spPr>
          <a:xfrm>
            <a:off x="5506962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51" name="직선 연결선 1950">
            <a:extLst>
              <a:ext uri="{FF2B5EF4-FFF2-40B4-BE49-F238E27FC236}">
                <a16:creationId xmlns:a16="http://schemas.microsoft.com/office/drawing/2014/main" id="{9B0079C5-5388-9839-C6E7-A84DC7249BD2}"/>
              </a:ext>
            </a:extLst>
          </p:cNvPr>
          <p:cNvCxnSpPr/>
          <p:nvPr/>
        </p:nvCxnSpPr>
        <p:spPr>
          <a:xfrm flipH="1">
            <a:off x="5761174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2" name="직선 연결선 1951">
            <a:extLst>
              <a:ext uri="{FF2B5EF4-FFF2-40B4-BE49-F238E27FC236}">
                <a16:creationId xmlns:a16="http://schemas.microsoft.com/office/drawing/2014/main" id="{A77969E6-55F1-BBD1-A459-EB993C228CDE}"/>
              </a:ext>
            </a:extLst>
          </p:cNvPr>
          <p:cNvCxnSpPr/>
          <p:nvPr/>
        </p:nvCxnSpPr>
        <p:spPr>
          <a:xfrm>
            <a:off x="5803193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3" name="직선 연결선 1952">
            <a:extLst>
              <a:ext uri="{FF2B5EF4-FFF2-40B4-BE49-F238E27FC236}">
                <a16:creationId xmlns:a16="http://schemas.microsoft.com/office/drawing/2014/main" id="{E3711995-9CB9-38B7-7E48-3C089C33F6AB}"/>
              </a:ext>
            </a:extLst>
          </p:cNvPr>
          <p:cNvCxnSpPr/>
          <p:nvPr/>
        </p:nvCxnSpPr>
        <p:spPr>
          <a:xfrm>
            <a:off x="5713332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" name="직선 연결선 1953">
            <a:extLst>
              <a:ext uri="{FF2B5EF4-FFF2-40B4-BE49-F238E27FC236}">
                <a16:creationId xmlns:a16="http://schemas.microsoft.com/office/drawing/2014/main" id="{35DD60AE-A1B6-EF9C-FA7E-3F9558F57263}"/>
              </a:ext>
            </a:extLst>
          </p:cNvPr>
          <p:cNvCxnSpPr/>
          <p:nvPr/>
        </p:nvCxnSpPr>
        <p:spPr>
          <a:xfrm>
            <a:off x="5761174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5" name="직선 연결선 1954">
            <a:extLst>
              <a:ext uri="{FF2B5EF4-FFF2-40B4-BE49-F238E27FC236}">
                <a16:creationId xmlns:a16="http://schemas.microsoft.com/office/drawing/2014/main" id="{8C462331-9996-BF11-78CE-6AC893B7B86A}"/>
              </a:ext>
            </a:extLst>
          </p:cNvPr>
          <p:cNvCxnSpPr/>
          <p:nvPr/>
        </p:nvCxnSpPr>
        <p:spPr>
          <a:xfrm flipH="1">
            <a:off x="5711131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6" name="모서리가 둥근 직사각형 1955">
            <a:extLst>
              <a:ext uri="{FF2B5EF4-FFF2-40B4-BE49-F238E27FC236}">
                <a16:creationId xmlns:a16="http://schemas.microsoft.com/office/drawing/2014/main" id="{FF2BD7AA-D440-3A35-3313-8032CF6EBC8C}"/>
              </a:ext>
            </a:extLst>
          </p:cNvPr>
          <p:cNvSpPr/>
          <p:nvPr/>
        </p:nvSpPr>
        <p:spPr>
          <a:xfrm>
            <a:off x="5676006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57" name="모서리가 둥근 직사각형 1956">
            <a:extLst>
              <a:ext uri="{FF2B5EF4-FFF2-40B4-BE49-F238E27FC236}">
                <a16:creationId xmlns:a16="http://schemas.microsoft.com/office/drawing/2014/main" id="{5C173156-68A5-D7DF-0BB0-729A4E9602EB}"/>
              </a:ext>
            </a:extLst>
          </p:cNvPr>
          <p:cNvSpPr/>
          <p:nvPr/>
        </p:nvSpPr>
        <p:spPr>
          <a:xfrm>
            <a:off x="5676006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58" name="모서리가 둥근 직사각형 1957">
            <a:extLst>
              <a:ext uri="{FF2B5EF4-FFF2-40B4-BE49-F238E27FC236}">
                <a16:creationId xmlns:a16="http://schemas.microsoft.com/office/drawing/2014/main" id="{B1BC9ACD-AA18-CB55-4761-214402AC66F0}"/>
              </a:ext>
            </a:extLst>
          </p:cNvPr>
          <p:cNvSpPr/>
          <p:nvPr/>
        </p:nvSpPr>
        <p:spPr>
          <a:xfrm>
            <a:off x="5765485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59" name="모서리가 둥근 직사각형 1958">
            <a:extLst>
              <a:ext uri="{FF2B5EF4-FFF2-40B4-BE49-F238E27FC236}">
                <a16:creationId xmlns:a16="http://schemas.microsoft.com/office/drawing/2014/main" id="{FFB78465-8467-97AA-4D0E-1C4840E8767A}"/>
              </a:ext>
            </a:extLst>
          </p:cNvPr>
          <p:cNvSpPr/>
          <p:nvPr/>
        </p:nvSpPr>
        <p:spPr>
          <a:xfrm>
            <a:off x="5765485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60" name="모서리가 둥근 직사각형 1959">
            <a:extLst>
              <a:ext uri="{FF2B5EF4-FFF2-40B4-BE49-F238E27FC236}">
                <a16:creationId xmlns:a16="http://schemas.microsoft.com/office/drawing/2014/main" id="{01CF4E18-EEDC-B50D-7968-9BE3BB053C7C}"/>
              </a:ext>
            </a:extLst>
          </p:cNvPr>
          <p:cNvSpPr/>
          <p:nvPr/>
        </p:nvSpPr>
        <p:spPr>
          <a:xfrm>
            <a:off x="5723466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61" name="직선 연결선 1960">
            <a:extLst>
              <a:ext uri="{FF2B5EF4-FFF2-40B4-BE49-F238E27FC236}">
                <a16:creationId xmlns:a16="http://schemas.microsoft.com/office/drawing/2014/main" id="{61C3D87E-4195-BF93-7F18-171C07F8457D}"/>
              </a:ext>
            </a:extLst>
          </p:cNvPr>
          <p:cNvCxnSpPr/>
          <p:nvPr/>
        </p:nvCxnSpPr>
        <p:spPr>
          <a:xfrm>
            <a:off x="5956324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2" name="모서리가 둥근 직사각형 1961">
            <a:extLst>
              <a:ext uri="{FF2B5EF4-FFF2-40B4-BE49-F238E27FC236}">
                <a16:creationId xmlns:a16="http://schemas.microsoft.com/office/drawing/2014/main" id="{4A867DCD-4698-8D23-DD64-7B5FAE00D4B4}"/>
              </a:ext>
            </a:extLst>
          </p:cNvPr>
          <p:cNvSpPr/>
          <p:nvPr/>
        </p:nvSpPr>
        <p:spPr>
          <a:xfrm>
            <a:off x="5923860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63" name="직선 연결선 1962">
            <a:extLst>
              <a:ext uri="{FF2B5EF4-FFF2-40B4-BE49-F238E27FC236}">
                <a16:creationId xmlns:a16="http://schemas.microsoft.com/office/drawing/2014/main" id="{0CE72EB7-4EB2-F1DC-13A7-B9928C5C7097}"/>
              </a:ext>
            </a:extLst>
          </p:cNvPr>
          <p:cNvCxnSpPr/>
          <p:nvPr/>
        </p:nvCxnSpPr>
        <p:spPr>
          <a:xfrm>
            <a:off x="5891879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4" name="직선 연결선 1963">
            <a:extLst>
              <a:ext uri="{FF2B5EF4-FFF2-40B4-BE49-F238E27FC236}">
                <a16:creationId xmlns:a16="http://schemas.microsoft.com/office/drawing/2014/main" id="{6D4DC75C-49BD-8822-55BC-5CBC3C8AB7B3}"/>
              </a:ext>
            </a:extLst>
          </p:cNvPr>
          <p:cNvCxnSpPr/>
          <p:nvPr/>
        </p:nvCxnSpPr>
        <p:spPr>
          <a:xfrm>
            <a:off x="5849860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5" name="모서리가 둥근 직사각형 1964">
            <a:extLst>
              <a:ext uri="{FF2B5EF4-FFF2-40B4-BE49-F238E27FC236}">
                <a16:creationId xmlns:a16="http://schemas.microsoft.com/office/drawing/2014/main" id="{1BC73D26-50A9-F942-B8B7-4594D3F516BF}"/>
              </a:ext>
            </a:extLst>
          </p:cNvPr>
          <p:cNvSpPr/>
          <p:nvPr/>
        </p:nvSpPr>
        <p:spPr>
          <a:xfrm>
            <a:off x="5854171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66" name="모서리가 둥근 직사각형 1965">
            <a:extLst>
              <a:ext uri="{FF2B5EF4-FFF2-40B4-BE49-F238E27FC236}">
                <a16:creationId xmlns:a16="http://schemas.microsoft.com/office/drawing/2014/main" id="{D7ABB878-51BA-CE76-9D88-8747E728031E}"/>
              </a:ext>
            </a:extLst>
          </p:cNvPr>
          <p:cNvSpPr/>
          <p:nvPr/>
        </p:nvSpPr>
        <p:spPr>
          <a:xfrm>
            <a:off x="5854171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67" name="모서리가 둥근 직사각형 1966">
            <a:extLst>
              <a:ext uri="{FF2B5EF4-FFF2-40B4-BE49-F238E27FC236}">
                <a16:creationId xmlns:a16="http://schemas.microsoft.com/office/drawing/2014/main" id="{888F94E8-3131-A400-CC14-02B588DB6912}"/>
              </a:ext>
            </a:extLst>
          </p:cNvPr>
          <p:cNvSpPr/>
          <p:nvPr/>
        </p:nvSpPr>
        <p:spPr>
          <a:xfrm>
            <a:off x="5812152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68" name="직선 연결선 1967">
            <a:extLst>
              <a:ext uri="{FF2B5EF4-FFF2-40B4-BE49-F238E27FC236}">
                <a16:creationId xmlns:a16="http://schemas.microsoft.com/office/drawing/2014/main" id="{C0518E4E-8A97-23AE-DCF8-1B57FE528486}"/>
              </a:ext>
            </a:extLst>
          </p:cNvPr>
          <p:cNvCxnSpPr/>
          <p:nvPr/>
        </p:nvCxnSpPr>
        <p:spPr>
          <a:xfrm flipH="1">
            <a:off x="6055689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직선 연결선 1968">
            <a:extLst>
              <a:ext uri="{FF2B5EF4-FFF2-40B4-BE49-F238E27FC236}">
                <a16:creationId xmlns:a16="http://schemas.microsoft.com/office/drawing/2014/main" id="{2FCCE38C-2ACF-2802-C964-2B4C371EC591}"/>
              </a:ext>
            </a:extLst>
          </p:cNvPr>
          <p:cNvCxnSpPr/>
          <p:nvPr/>
        </p:nvCxnSpPr>
        <p:spPr>
          <a:xfrm>
            <a:off x="6097708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0" name="직선 연결선 1969">
            <a:extLst>
              <a:ext uri="{FF2B5EF4-FFF2-40B4-BE49-F238E27FC236}">
                <a16:creationId xmlns:a16="http://schemas.microsoft.com/office/drawing/2014/main" id="{4E5196E9-4D84-C865-B788-107E1ED95395}"/>
              </a:ext>
            </a:extLst>
          </p:cNvPr>
          <p:cNvCxnSpPr/>
          <p:nvPr/>
        </p:nvCxnSpPr>
        <p:spPr>
          <a:xfrm>
            <a:off x="6007846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1" name="직선 연결선 1970">
            <a:extLst>
              <a:ext uri="{FF2B5EF4-FFF2-40B4-BE49-F238E27FC236}">
                <a16:creationId xmlns:a16="http://schemas.microsoft.com/office/drawing/2014/main" id="{54AAED75-4E1A-962D-22EB-676B3722BC4C}"/>
              </a:ext>
            </a:extLst>
          </p:cNvPr>
          <p:cNvCxnSpPr/>
          <p:nvPr/>
        </p:nvCxnSpPr>
        <p:spPr>
          <a:xfrm>
            <a:off x="6055689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2" name="직선 연결선 1971">
            <a:extLst>
              <a:ext uri="{FF2B5EF4-FFF2-40B4-BE49-F238E27FC236}">
                <a16:creationId xmlns:a16="http://schemas.microsoft.com/office/drawing/2014/main" id="{205F8070-8247-C26D-E3AA-44E792B68E16}"/>
              </a:ext>
            </a:extLst>
          </p:cNvPr>
          <p:cNvCxnSpPr/>
          <p:nvPr/>
        </p:nvCxnSpPr>
        <p:spPr>
          <a:xfrm flipH="1">
            <a:off x="6005645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3" name="모서리가 둥근 직사각형 1972">
            <a:extLst>
              <a:ext uri="{FF2B5EF4-FFF2-40B4-BE49-F238E27FC236}">
                <a16:creationId xmlns:a16="http://schemas.microsoft.com/office/drawing/2014/main" id="{522B91C8-DFA8-40B3-E0F1-E6903A6DD834}"/>
              </a:ext>
            </a:extLst>
          </p:cNvPr>
          <p:cNvSpPr/>
          <p:nvPr/>
        </p:nvSpPr>
        <p:spPr>
          <a:xfrm>
            <a:off x="5970521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74" name="모서리가 둥근 직사각형 1973">
            <a:extLst>
              <a:ext uri="{FF2B5EF4-FFF2-40B4-BE49-F238E27FC236}">
                <a16:creationId xmlns:a16="http://schemas.microsoft.com/office/drawing/2014/main" id="{F405F6DD-CC4E-2540-3B14-0CE31099B37B}"/>
              </a:ext>
            </a:extLst>
          </p:cNvPr>
          <p:cNvSpPr/>
          <p:nvPr/>
        </p:nvSpPr>
        <p:spPr>
          <a:xfrm>
            <a:off x="5970521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75" name="모서리가 둥근 직사각형 1974">
            <a:extLst>
              <a:ext uri="{FF2B5EF4-FFF2-40B4-BE49-F238E27FC236}">
                <a16:creationId xmlns:a16="http://schemas.microsoft.com/office/drawing/2014/main" id="{23C02369-4E78-C592-92EF-56B38E2190B3}"/>
              </a:ext>
            </a:extLst>
          </p:cNvPr>
          <p:cNvSpPr/>
          <p:nvPr/>
        </p:nvSpPr>
        <p:spPr>
          <a:xfrm>
            <a:off x="6060000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76" name="모서리가 둥근 직사각형 1975">
            <a:extLst>
              <a:ext uri="{FF2B5EF4-FFF2-40B4-BE49-F238E27FC236}">
                <a16:creationId xmlns:a16="http://schemas.microsoft.com/office/drawing/2014/main" id="{37180A3D-E12E-7721-E0A3-1FFFDD587C31}"/>
              </a:ext>
            </a:extLst>
          </p:cNvPr>
          <p:cNvSpPr/>
          <p:nvPr/>
        </p:nvSpPr>
        <p:spPr>
          <a:xfrm>
            <a:off x="6060000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77" name="모서리가 둥근 직사각형 1976">
            <a:extLst>
              <a:ext uri="{FF2B5EF4-FFF2-40B4-BE49-F238E27FC236}">
                <a16:creationId xmlns:a16="http://schemas.microsoft.com/office/drawing/2014/main" id="{15DDF503-D11A-B84E-3AE6-281664294E10}"/>
              </a:ext>
            </a:extLst>
          </p:cNvPr>
          <p:cNvSpPr/>
          <p:nvPr/>
        </p:nvSpPr>
        <p:spPr>
          <a:xfrm>
            <a:off x="6017981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78" name="직선 연결선 1977">
            <a:extLst>
              <a:ext uri="{FF2B5EF4-FFF2-40B4-BE49-F238E27FC236}">
                <a16:creationId xmlns:a16="http://schemas.microsoft.com/office/drawing/2014/main" id="{E5463481-2675-9439-219C-3FD42C70B75D}"/>
              </a:ext>
            </a:extLst>
          </p:cNvPr>
          <p:cNvCxnSpPr/>
          <p:nvPr/>
        </p:nvCxnSpPr>
        <p:spPr>
          <a:xfrm>
            <a:off x="6186394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9" name="직선 연결선 1978">
            <a:extLst>
              <a:ext uri="{FF2B5EF4-FFF2-40B4-BE49-F238E27FC236}">
                <a16:creationId xmlns:a16="http://schemas.microsoft.com/office/drawing/2014/main" id="{1E98B3C1-1D9F-AE86-E235-03C45CBC4393}"/>
              </a:ext>
            </a:extLst>
          </p:cNvPr>
          <p:cNvCxnSpPr/>
          <p:nvPr/>
        </p:nvCxnSpPr>
        <p:spPr>
          <a:xfrm>
            <a:off x="6144375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0" name="모서리가 둥근 직사각형 1979">
            <a:extLst>
              <a:ext uri="{FF2B5EF4-FFF2-40B4-BE49-F238E27FC236}">
                <a16:creationId xmlns:a16="http://schemas.microsoft.com/office/drawing/2014/main" id="{D1F7ED7F-CE63-224A-DE64-9B015C7C4424}"/>
              </a:ext>
            </a:extLst>
          </p:cNvPr>
          <p:cNvSpPr/>
          <p:nvPr/>
        </p:nvSpPr>
        <p:spPr>
          <a:xfrm>
            <a:off x="6148685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81" name="모서리가 둥근 직사각형 1980">
            <a:extLst>
              <a:ext uri="{FF2B5EF4-FFF2-40B4-BE49-F238E27FC236}">
                <a16:creationId xmlns:a16="http://schemas.microsoft.com/office/drawing/2014/main" id="{A2895A9E-0ED1-55BE-F403-E05C0C29D890}"/>
              </a:ext>
            </a:extLst>
          </p:cNvPr>
          <p:cNvSpPr/>
          <p:nvPr/>
        </p:nvSpPr>
        <p:spPr>
          <a:xfrm>
            <a:off x="6148685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82" name="모서리가 둥근 직사각형 1981">
            <a:extLst>
              <a:ext uri="{FF2B5EF4-FFF2-40B4-BE49-F238E27FC236}">
                <a16:creationId xmlns:a16="http://schemas.microsoft.com/office/drawing/2014/main" id="{A60D1517-4570-EF4B-2890-A5DFBD509047}"/>
              </a:ext>
            </a:extLst>
          </p:cNvPr>
          <p:cNvSpPr/>
          <p:nvPr/>
        </p:nvSpPr>
        <p:spPr>
          <a:xfrm>
            <a:off x="6106666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83" name="직선 연결선 1982">
            <a:extLst>
              <a:ext uri="{FF2B5EF4-FFF2-40B4-BE49-F238E27FC236}">
                <a16:creationId xmlns:a16="http://schemas.microsoft.com/office/drawing/2014/main" id="{C7EFC8C8-D12E-9445-4DFC-C213B64E5AB0}"/>
              </a:ext>
            </a:extLst>
          </p:cNvPr>
          <p:cNvCxnSpPr/>
          <p:nvPr/>
        </p:nvCxnSpPr>
        <p:spPr>
          <a:xfrm>
            <a:off x="5482280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4" name="모서리가 둥근 직사각형 1983">
            <a:extLst>
              <a:ext uri="{FF2B5EF4-FFF2-40B4-BE49-F238E27FC236}">
                <a16:creationId xmlns:a16="http://schemas.microsoft.com/office/drawing/2014/main" id="{1426936B-190E-A4D8-8C97-CA921BB55CC0}"/>
              </a:ext>
            </a:extLst>
          </p:cNvPr>
          <p:cNvSpPr/>
          <p:nvPr/>
        </p:nvSpPr>
        <p:spPr>
          <a:xfrm>
            <a:off x="5449816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1985" name="직선 연결선 1984">
            <a:extLst>
              <a:ext uri="{FF2B5EF4-FFF2-40B4-BE49-F238E27FC236}">
                <a16:creationId xmlns:a16="http://schemas.microsoft.com/office/drawing/2014/main" id="{2770ED71-3C3F-986C-871D-4A0687B2F733}"/>
              </a:ext>
            </a:extLst>
          </p:cNvPr>
          <p:cNvCxnSpPr/>
          <p:nvPr/>
        </p:nvCxnSpPr>
        <p:spPr>
          <a:xfrm flipH="1">
            <a:off x="5581645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6" name="직선 연결선 1985">
            <a:extLst>
              <a:ext uri="{FF2B5EF4-FFF2-40B4-BE49-F238E27FC236}">
                <a16:creationId xmlns:a16="http://schemas.microsoft.com/office/drawing/2014/main" id="{7C26A5B7-0476-FB5F-C767-5661924F4469}"/>
              </a:ext>
            </a:extLst>
          </p:cNvPr>
          <p:cNvCxnSpPr/>
          <p:nvPr/>
        </p:nvCxnSpPr>
        <p:spPr>
          <a:xfrm>
            <a:off x="5623664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7" name="직선 연결선 1986">
            <a:extLst>
              <a:ext uri="{FF2B5EF4-FFF2-40B4-BE49-F238E27FC236}">
                <a16:creationId xmlns:a16="http://schemas.microsoft.com/office/drawing/2014/main" id="{20E2C43B-5CF1-DCC9-CB11-2421207BB87C}"/>
              </a:ext>
            </a:extLst>
          </p:cNvPr>
          <p:cNvCxnSpPr/>
          <p:nvPr/>
        </p:nvCxnSpPr>
        <p:spPr>
          <a:xfrm>
            <a:off x="5533802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8" name="직선 연결선 1987">
            <a:extLst>
              <a:ext uri="{FF2B5EF4-FFF2-40B4-BE49-F238E27FC236}">
                <a16:creationId xmlns:a16="http://schemas.microsoft.com/office/drawing/2014/main" id="{C98AE48D-FE18-F25E-126B-8A02755DBF80}"/>
              </a:ext>
            </a:extLst>
          </p:cNvPr>
          <p:cNvCxnSpPr/>
          <p:nvPr/>
        </p:nvCxnSpPr>
        <p:spPr>
          <a:xfrm>
            <a:off x="5581645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9" name="직선 연결선 1988">
            <a:extLst>
              <a:ext uri="{FF2B5EF4-FFF2-40B4-BE49-F238E27FC236}">
                <a16:creationId xmlns:a16="http://schemas.microsoft.com/office/drawing/2014/main" id="{2A2D70C8-8E86-6ED8-AD31-40F0AD8ED144}"/>
              </a:ext>
            </a:extLst>
          </p:cNvPr>
          <p:cNvCxnSpPr/>
          <p:nvPr/>
        </p:nvCxnSpPr>
        <p:spPr>
          <a:xfrm flipH="1">
            <a:off x="5531601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0" name="모서리가 둥근 직사각형 1989">
            <a:extLst>
              <a:ext uri="{FF2B5EF4-FFF2-40B4-BE49-F238E27FC236}">
                <a16:creationId xmlns:a16="http://schemas.microsoft.com/office/drawing/2014/main" id="{0838C15A-1BAB-3D53-2FF1-428D60D269FF}"/>
              </a:ext>
            </a:extLst>
          </p:cNvPr>
          <p:cNvSpPr/>
          <p:nvPr/>
        </p:nvSpPr>
        <p:spPr>
          <a:xfrm>
            <a:off x="5496477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1" name="모서리가 둥근 직사각형 1990">
            <a:extLst>
              <a:ext uri="{FF2B5EF4-FFF2-40B4-BE49-F238E27FC236}">
                <a16:creationId xmlns:a16="http://schemas.microsoft.com/office/drawing/2014/main" id="{8087774C-1FF0-E012-8117-2379029EDDAA}"/>
              </a:ext>
            </a:extLst>
          </p:cNvPr>
          <p:cNvSpPr/>
          <p:nvPr/>
        </p:nvSpPr>
        <p:spPr>
          <a:xfrm>
            <a:off x="5496477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2" name="모서리가 둥근 직사각형 1991">
            <a:extLst>
              <a:ext uri="{FF2B5EF4-FFF2-40B4-BE49-F238E27FC236}">
                <a16:creationId xmlns:a16="http://schemas.microsoft.com/office/drawing/2014/main" id="{2D8B66F3-A31B-914C-3440-35B5CAE5A86C}"/>
              </a:ext>
            </a:extLst>
          </p:cNvPr>
          <p:cNvSpPr/>
          <p:nvPr/>
        </p:nvSpPr>
        <p:spPr>
          <a:xfrm>
            <a:off x="5585956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3" name="모서리가 둥근 직사각형 1992">
            <a:extLst>
              <a:ext uri="{FF2B5EF4-FFF2-40B4-BE49-F238E27FC236}">
                <a16:creationId xmlns:a16="http://schemas.microsoft.com/office/drawing/2014/main" id="{D606891D-DC79-5805-0844-37E937EF9ED6}"/>
              </a:ext>
            </a:extLst>
          </p:cNvPr>
          <p:cNvSpPr/>
          <p:nvPr/>
        </p:nvSpPr>
        <p:spPr>
          <a:xfrm>
            <a:off x="5585956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4" name="모서리가 둥근 직사각형 1993">
            <a:extLst>
              <a:ext uri="{FF2B5EF4-FFF2-40B4-BE49-F238E27FC236}">
                <a16:creationId xmlns:a16="http://schemas.microsoft.com/office/drawing/2014/main" id="{9758C7CA-9E4D-8595-9B13-A2577C51B2CB}"/>
              </a:ext>
            </a:extLst>
          </p:cNvPr>
          <p:cNvSpPr/>
          <p:nvPr/>
        </p:nvSpPr>
        <p:spPr>
          <a:xfrm>
            <a:off x="5543936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1995" name="직선 연결선 1994">
            <a:extLst>
              <a:ext uri="{FF2B5EF4-FFF2-40B4-BE49-F238E27FC236}">
                <a16:creationId xmlns:a16="http://schemas.microsoft.com/office/drawing/2014/main" id="{4669F2BE-76D5-03C9-C889-4E3C34DE8716}"/>
              </a:ext>
            </a:extLst>
          </p:cNvPr>
          <p:cNvCxnSpPr/>
          <p:nvPr/>
        </p:nvCxnSpPr>
        <p:spPr>
          <a:xfrm>
            <a:off x="5712350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6" name="직선 연결선 1995">
            <a:extLst>
              <a:ext uri="{FF2B5EF4-FFF2-40B4-BE49-F238E27FC236}">
                <a16:creationId xmlns:a16="http://schemas.microsoft.com/office/drawing/2014/main" id="{DEFD1572-1D0C-947A-7B5F-6FA3544773EF}"/>
              </a:ext>
            </a:extLst>
          </p:cNvPr>
          <p:cNvCxnSpPr/>
          <p:nvPr/>
        </p:nvCxnSpPr>
        <p:spPr>
          <a:xfrm>
            <a:off x="5670331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7" name="모서리가 둥근 직사각형 1996">
            <a:extLst>
              <a:ext uri="{FF2B5EF4-FFF2-40B4-BE49-F238E27FC236}">
                <a16:creationId xmlns:a16="http://schemas.microsoft.com/office/drawing/2014/main" id="{657B42B1-8FEF-1FCE-5FCE-9467C030368A}"/>
              </a:ext>
            </a:extLst>
          </p:cNvPr>
          <p:cNvSpPr/>
          <p:nvPr/>
        </p:nvSpPr>
        <p:spPr>
          <a:xfrm>
            <a:off x="5674642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8" name="모서리가 둥근 직사각형 1997">
            <a:extLst>
              <a:ext uri="{FF2B5EF4-FFF2-40B4-BE49-F238E27FC236}">
                <a16:creationId xmlns:a16="http://schemas.microsoft.com/office/drawing/2014/main" id="{C79864FE-C84A-0275-CBE2-042B4274B830}"/>
              </a:ext>
            </a:extLst>
          </p:cNvPr>
          <p:cNvSpPr/>
          <p:nvPr/>
        </p:nvSpPr>
        <p:spPr>
          <a:xfrm>
            <a:off x="5674642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999" name="모서리가 둥근 직사각형 1998">
            <a:extLst>
              <a:ext uri="{FF2B5EF4-FFF2-40B4-BE49-F238E27FC236}">
                <a16:creationId xmlns:a16="http://schemas.microsoft.com/office/drawing/2014/main" id="{AD8089BF-9085-9649-79DE-A9518FA26C68}"/>
              </a:ext>
            </a:extLst>
          </p:cNvPr>
          <p:cNvSpPr/>
          <p:nvPr/>
        </p:nvSpPr>
        <p:spPr>
          <a:xfrm>
            <a:off x="5632622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00" name="직선 연결선 1999">
            <a:extLst>
              <a:ext uri="{FF2B5EF4-FFF2-40B4-BE49-F238E27FC236}">
                <a16:creationId xmlns:a16="http://schemas.microsoft.com/office/drawing/2014/main" id="{5D56D086-AE16-46A4-642E-1BE8ACC05068}"/>
              </a:ext>
            </a:extLst>
          </p:cNvPr>
          <p:cNvCxnSpPr/>
          <p:nvPr/>
        </p:nvCxnSpPr>
        <p:spPr>
          <a:xfrm>
            <a:off x="6065985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1" name="모서리가 둥근 직사각형 2000">
            <a:extLst>
              <a:ext uri="{FF2B5EF4-FFF2-40B4-BE49-F238E27FC236}">
                <a16:creationId xmlns:a16="http://schemas.microsoft.com/office/drawing/2014/main" id="{BFE60C1B-09D5-4638-6D12-6A5A9D61C7D3}"/>
              </a:ext>
            </a:extLst>
          </p:cNvPr>
          <p:cNvSpPr/>
          <p:nvPr/>
        </p:nvSpPr>
        <p:spPr>
          <a:xfrm>
            <a:off x="6033521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002" name="직선 연결선 2001">
            <a:extLst>
              <a:ext uri="{FF2B5EF4-FFF2-40B4-BE49-F238E27FC236}">
                <a16:creationId xmlns:a16="http://schemas.microsoft.com/office/drawing/2014/main" id="{2BBD7D6D-5595-9D64-CF8C-A1601A78EB19}"/>
              </a:ext>
            </a:extLst>
          </p:cNvPr>
          <p:cNvCxnSpPr/>
          <p:nvPr/>
        </p:nvCxnSpPr>
        <p:spPr>
          <a:xfrm flipH="1">
            <a:off x="6165350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3" name="직선 연결선 2002">
            <a:extLst>
              <a:ext uri="{FF2B5EF4-FFF2-40B4-BE49-F238E27FC236}">
                <a16:creationId xmlns:a16="http://schemas.microsoft.com/office/drawing/2014/main" id="{FF0A99FB-9B65-72F0-149B-D5DCF71D1B73}"/>
              </a:ext>
            </a:extLst>
          </p:cNvPr>
          <p:cNvCxnSpPr/>
          <p:nvPr/>
        </p:nvCxnSpPr>
        <p:spPr>
          <a:xfrm>
            <a:off x="6207369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4" name="직선 연결선 2003">
            <a:extLst>
              <a:ext uri="{FF2B5EF4-FFF2-40B4-BE49-F238E27FC236}">
                <a16:creationId xmlns:a16="http://schemas.microsoft.com/office/drawing/2014/main" id="{2CA4FE83-9C8E-E9E3-47DB-FC6F88F16D99}"/>
              </a:ext>
            </a:extLst>
          </p:cNvPr>
          <p:cNvCxnSpPr/>
          <p:nvPr/>
        </p:nvCxnSpPr>
        <p:spPr>
          <a:xfrm>
            <a:off x="6117507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" name="직선 연결선 2004">
            <a:extLst>
              <a:ext uri="{FF2B5EF4-FFF2-40B4-BE49-F238E27FC236}">
                <a16:creationId xmlns:a16="http://schemas.microsoft.com/office/drawing/2014/main" id="{6A4D7FF9-27ED-29E4-8CE4-7C8F85AE2193}"/>
              </a:ext>
            </a:extLst>
          </p:cNvPr>
          <p:cNvCxnSpPr/>
          <p:nvPr/>
        </p:nvCxnSpPr>
        <p:spPr>
          <a:xfrm>
            <a:off x="6165350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6" name="직선 연결선 2005">
            <a:extLst>
              <a:ext uri="{FF2B5EF4-FFF2-40B4-BE49-F238E27FC236}">
                <a16:creationId xmlns:a16="http://schemas.microsoft.com/office/drawing/2014/main" id="{D838600E-A55D-AC6D-1812-7B1430EE5023}"/>
              </a:ext>
            </a:extLst>
          </p:cNvPr>
          <p:cNvCxnSpPr/>
          <p:nvPr/>
        </p:nvCxnSpPr>
        <p:spPr>
          <a:xfrm flipH="1">
            <a:off x="6115307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7" name="모서리가 둥근 직사각형 2006">
            <a:extLst>
              <a:ext uri="{FF2B5EF4-FFF2-40B4-BE49-F238E27FC236}">
                <a16:creationId xmlns:a16="http://schemas.microsoft.com/office/drawing/2014/main" id="{1FF1AC03-58E6-5908-216C-A8A89C8FD5E7}"/>
              </a:ext>
            </a:extLst>
          </p:cNvPr>
          <p:cNvSpPr/>
          <p:nvPr/>
        </p:nvSpPr>
        <p:spPr>
          <a:xfrm>
            <a:off x="6080182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08" name="모서리가 둥근 직사각형 2007">
            <a:extLst>
              <a:ext uri="{FF2B5EF4-FFF2-40B4-BE49-F238E27FC236}">
                <a16:creationId xmlns:a16="http://schemas.microsoft.com/office/drawing/2014/main" id="{06AF2BBD-2726-86C7-E03F-2E172DE2D8D1}"/>
              </a:ext>
            </a:extLst>
          </p:cNvPr>
          <p:cNvSpPr/>
          <p:nvPr/>
        </p:nvSpPr>
        <p:spPr>
          <a:xfrm>
            <a:off x="6080182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09" name="모서리가 둥근 직사각형 2008">
            <a:extLst>
              <a:ext uri="{FF2B5EF4-FFF2-40B4-BE49-F238E27FC236}">
                <a16:creationId xmlns:a16="http://schemas.microsoft.com/office/drawing/2014/main" id="{EF47C0E3-A028-D0BF-E20B-D2C5573DAF39}"/>
              </a:ext>
            </a:extLst>
          </p:cNvPr>
          <p:cNvSpPr/>
          <p:nvPr/>
        </p:nvSpPr>
        <p:spPr>
          <a:xfrm>
            <a:off x="6169661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10" name="모서리가 둥근 직사각형 2009">
            <a:extLst>
              <a:ext uri="{FF2B5EF4-FFF2-40B4-BE49-F238E27FC236}">
                <a16:creationId xmlns:a16="http://schemas.microsoft.com/office/drawing/2014/main" id="{79584319-0A50-69A7-22D3-55AE6BEE98F7}"/>
              </a:ext>
            </a:extLst>
          </p:cNvPr>
          <p:cNvSpPr/>
          <p:nvPr/>
        </p:nvSpPr>
        <p:spPr>
          <a:xfrm>
            <a:off x="6169661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11" name="모서리가 둥근 직사각형 2010">
            <a:extLst>
              <a:ext uri="{FF2B5EF4-FFF2-40B4-BE49-F238E27FC236}">
                <a16:creationId xmlns:a16="http://schemas.microsoft.com/office/drawing/2014/main" id="{BB52D683-4683-574F-FA05-F7B201730D41}"/>
              </a:ext>
            </a:extLst>
          </p:cNvPr>
          <p:cNvSpPr/>
          <p:nvPr/>
        </p:nvSpPr>
        <p:spPr>
          <a:xfrm>
            <a:off x="6127642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12" name="직선 연결선 2011">
            <a:extLst>
              <a:ext uri="{FF2B5EF4-FFF2-40B4-BE49-F238E27FC236}">
                <a16:creationId xmlns:a16="http://schemas.microsoft.com/office/drawing/2014/main" id="{D29E89AE-726D-1695-6367-84F03F572422}"/>
              </a:ext>
            </a:extLst>
          </p:cNvPr>
          <p:cNvCxnSpPr/>
          <p:nvPr/>
        </p:nvCxnSpPr>
        <p:spPr>
          <a:xfrm>
            <a:off x="6296055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3" name="직선 연결선 2012">
            <a:extLst>
              <a:ext uri="{FF2B5EF4-FFF2-40B4-BE49-F238E27FC236}">
                <a16:creationId xmlns:a16="http://schemas.microsoft.com/office/drawing/2014/main" id="{AF185E89-A84B-11E8-88C6-23A09CE066B2}"/>
              </a:ext>
            </a:extLst>
          </p:cNvPr>
          <p:cNvCxnSpPr/>
          <p:nvPr/>
        </p:nvCxnSpPr>
        <p:spPr>
          <a:xfrm>
            <a:off x="6254036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4" name="모서리가 둥근 직사각형 2013">
            <a:extLst>
              <a:ext uri="{FF2B5EF4-FFF2-40B4-BE49-F238E27FC236}">
                <a16:creationId xmlns:a16="http://schemas.microsoft.com/office/drawing/2014/main" id="{EC1B67C1-C3DC-30E3-6302-2251B199122E}"/>
              </a:ext>
            </a:extLst>
          </p:cNvPr>
          <p:cNvSpPr/>
          <p:nvPr/>
        </p:nvSpPr>
        <p:spPr>
          <a:xfrm>
            <a:off x="6258346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15" name="모서리가 둥근 직사각형 2014">
            <a:extLst>
              <a:ext uri="{FF2B5EF4-FFF2-40B4-BE49-F238E27FC236}">
                <a16:creationId xmlns:a16="http://schemas.microsoft.com/office/drawing/2014/main" id="{E3871FDD-95CD-2F07-D98C-C3D6A51B54FF}"/>
              </a:ext>
            </a:extLst>
          </p:cNvPr>
          <p:cNvSpPr/>
          <p:nvPr/>
        </p:nvSpPr>
        <p:spPr>
          <a:xfrm>
            <a:off x="6258346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16" name="모서리가 둥근 직사각형 2015">
            <a:extLst>
              <a:ext uri="{FF2B5EF4-FFF2-40B4-BE49-F238E27FC236}">
                <a16:creationId xmlns:a16="http://schemas.microsoft.com/office/drawing/2014/main" id="{836CD811-924E-F21D-4393-850B45CF7F9B}"/>
              </a:ext>
            </a:extLst>
          </p:cNvPr>
          <p:cNvSpPr/>
          <p:nvPr/>
        </p:nvSpPr>
        <p:spPr>
          <a:xfrm>
            <a:off x="6216328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17" name="직선 연결선 2016">
            <a:extLst>
              <a:ext uri="{FF2B5EF4-FFF2-40B4-BE49-F238E27FC236}">
                <a16:creationId xmlns:a16="http://schemas.microsoft.com/office/drawing/2014/main" id="{3FF4CD70-ECF1-C3F7-AB49-DBEF8B15B438}"/>
              </a:ext>
            </a:extLst>
          </p:cNvPr>
          <p:cNvCxnSpPr/>
          <p:nvPr/>
        </p:nvCxnSpPr>
        <p:spPr>
          <a:xfrm flipH="1">
            <a:off x="6222093" y="5566736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8" name="직선 연결선 2017">
            <a:extLst>
              <a:ext uri="{FF2B5EF4-FFF2-40B4-BE49-F238E27FC236}">
                <a16:creationId xmlns:a16="http://schemas.microsoft.com/office/drawing/2014/main" id="{563B90AC-44FB-9995-FFFF-A7F67C1C3E6D}"/>
              </a:ext>
            </a:extLst>
          </p:cNvPr>
          <p:cNvCxnSpPr/>
          <p:nvPr/>
        </p:nvCxnSpPr>
        <p:spPr>
          <a:xfrm>
            <a:off x="6153540" y="5521760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9" name="모서리가 둥근 직사각형 2018">
            <a:extLst>
              <a:ext uri="{FF2B5EF4-FFF2-40B4-BE49-F238E27FC236}">
                <a16:creationId xmlns:a16="http://schemas.microsoft.com/office/drawing/2014/main" id="{B1E66DC6-4F03-4C5D-4749-62A65FEA66E5}"/>
              </a:ext>
            </a:extLst>
          </p:cNvPr>
          <p:cNvSpPr/>
          <p:nvPr/>
        </p:nvSpPr>
        <p:spPr>
          <a:xfrm>
            <a:off x="6097341" y="5490130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020" name="직선 연결선 2019">
            <a:extLst>
              <a:ext uri="{FF2B5EF4-FFF2-40B4-BE49-F238E27FC236}">
                <a16:creationId xmlns:a16="http://schemas.microsoft.com/office/drawing/2014/main" id="{4182D504-A744-BEB2-4751-D5B7652AA220}"/>
              </a:ext>
            </a:extLst>
          </p:cNvPr>
          <p:cNvCxnSpPr/>
          <p:nvPr/>
        </p:nvCxnSpPr>
        <p:spPr>
          <a:xfrm flipH="1">
            <a:off x="6022836" y="584064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1" name="직선 연결선 2020">
            <a:extLst>
              <a:ext uri="{FF2B5EF4-FFF2-40B4-BE49-F238E27FC236}">
                <a16:creationId xmlns:a16="http://schemas.microsoft.com/office/drawing/2014/main" id="{3BB32511-3574-D35B-DB55-905D3DD8C7C6}"/>
              </a:ext>
            </a:extLst>
          </p:cNvPr>
          <p:cNvCxnSpPr/>
          <p:nvPr/>
        </p:nvCxnSpPr>
        <p:spPr>
          <a:xfrm>
            <a:off x="6064855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2" name="직선 연결선 2021">
            <a:extLst>
              <a:ext uri="{FF2B5EF4-FFF2-40B4-BE49-F238E27FC236}">
                <a16:creationId xmlns:a16="http://schemas.microsoft.com/office/drawing/2014/main" id="{D987CA14-103B-60C4-5C1C-388EA03EEAEF}"/>
              </a:ext>
            </a:extLst>
          </p:cNvPr>
          <p:cNvCxnSpPr/>
          <p:nvPr/>
        </p:nvCxnSpPr>
        <p:spPr>
          <a:xfrm>
            <a:off x="5974993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3" name="직선 연결선 2022">
            <a:extLst>
              <a:ext uri="{FF2B5EF4-FFF2-40B4-BE49-F238E27FC236}">
                <a16:creationId xmlns:a16="http://schemas.microsoft.com/office/drawing/2014/main" id="{A4EB4B03-8E95-D0D3-5481-69393B2F6CEB}"/>
              </a:ext>
            </a:extLst>
          </p:cNvPr>
          <p:cNvCxnSpPr/>
          <p:nvPr/>
        </p:nvCxnSpPr>
        <p:spPr>
          <a:xfrm>
            <a:off x="6022836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4" name="직선 연결선 2023">
            <a:extLst>
              <a:ext uri="{FF2B5EF4-FFF2-40B4-BE49-F238E27FC236}">
                <a16:creationId xmlns:a16="http://schemas.microsoft.com/office/drawing/2014/main" id="{200C5BEF-EC35-01A6-E89C-03838A71C953}"/>
              </a:ext>
            </a:extLst>
          </p:cNvPr>
          <p:cNvCxnSpPr/>
          <p:nvPr/>
        </p:nvCxnSpPr>
        <p:spPr>
          <a:xfrm flipH="1">
            <a:off x="5972792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5" name="모서리가 둥근 직사각형 2024">
            <a:extLst>
              <a:ext uri="{FF2B5EF4-FFF2-40B4-BE49-F238E27FC236}">
                <a16:creationId xmlns:a16="http://schemas.microsoft.com/office/drawing/2014/main" id="{FCF9157C-BC29-9B9F-B047-61E5260D0BBF}"/>
              </a:ext>
            </a:extLst>
          </p:cNvPr>
          <p:cNvSpPr/>
          <p:nvPr/>
        </p:nvSpPr>
        <p:spPr>
          <a:xfrm>
            <a:off x="5937668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26" name="모서리가 둥근 직사각형 2025">
            <a:extLst>
              <a:ext uri="{FF2B5EF4-FFF2-40B4-BE49-F238E27FC236}">
                <a16:creationId xmlns:a16="http://schemas.microsoft.com/office/drawing/2014/main" id="{41E38AD6-FECF-F6A6-4F0B-E4F7AE073247}"/>
              </a:ext>
            </a:extLst>
          </p:cNvPr>
          <p:cNvSpPr/>
          <p:nvPr/>
        </p:nvSpPr>
        <p:spPr>
          <a:xfrm>
            <a:off x="5937668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27" name="모서리가 둥근 직사각형 2026">
            <a:extLst>
              <a:ext uri="{FF2B5EF4-FFF2-40B4-BE49-F238E27FC236}">
                <a16:creationId xmlns:a16="http://schemas.microsoft.com/office/drawing/2014/main" id="{79F1E720-C239-C683-B062-2B5095588BD8}"/>
              </a:ext>
            </a:extLst>
          </p:cNvPr>
          <p:cNvSpPr/>
          <p:nvPr/>
        </p:nvSpPr>
        <p:spPr>
          <a:xfrm>
            <a:off x="6027146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28" name="모서리가 둥근 직사각형 2027">
            <a:extLst>
              <a:ext uri="{FF2B5EF4-FFF2-40B4-BE49-F238E27FC236}">
                <a16:creationId xmlns:a16="http://schemas.microsoft.com/office/drawing/2014/main" id="{ED8EEB4C-024E-948B-AF51-6A53BF3E341B}"/>
              </a:ext>
            </a:extLst>
          </p:cNvPr>
          <p:cNvSpPr/>
          <p:nvPr/>
        </p:nvSpPr>
        <p:spPr>
          <a:xfrm>
            <a:off x="6027146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29" name="모서리가 둥근 직사각형 2028">
            <a:extLst>
              <a:ext uri="{FF2B5EF4-FFF2-40B4-BE49-F238E27FC236}">
                <a16:creationId xmlns:a16="http://schemas.microsoft.com/office/drawing/2014/main" id="{27A6EF68-F3E4-EA22-2B6C-39DE1D841BEB}"/>
              </a:ext>
            </a:extLst>
          </p:cNvPr>
          <p:cNvSpPr/>
          <p:nvPr/>
        </p:nvSpPr>
        <p:spPr>
          <a:xfrm>
            <a:off x="5985127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30" name="직선 연결선 2029">
            <a:extLst>
              <a:ext uri="{FF2B5EF4-FFF2-40B4-BE49-F238E27FC236}">
                <a16:creationId xmlns:a16="http://schemas.microsoft.com/office/drawing/2014/main" id="{14B7FFF2-31B6-CE84-6C06-FEFDD5823BAD}"/>
              </a:ext>
            </a:extLst>
          </p:cNvPr>
          <p:cNvCxnSpPr/>
          <p:nvPr/>
        </p:nvCxnSpPr>
        <p:spPr>
          <a:xfrm>
            <a:off x="6217985" y="584142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1" name="모서리가 둥근 직사각형 2030">
            <a:extLst>
              <a:ext uri="{FF2B5EF4-FFF2-40B4-BE49-F238E27FC236}">
                <a16:creationId xmlns:a16="http://schemas.microsoft.com/office/drawing/2014/main" id="{C01E23CE-4C64-7F8C-16DA-B38096493259}"/>
              </a:ext>
            </a:extLst>
          </p:cNvPr>
          <p:cNvSpPr/>
          <p:nvPr/>
        </p:nvSpPr>
        <p:spPr>
          <a:xfrm>
            <a:off x="6185521" y="581574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032" name="직선 연결선 2031">
            <a:extLst>
              <a:ext uri="{FF2B5EF4-FFF2-40B4-BE49-F238E27FC236}">
                <a16:creationId xmlns:a16="http://schemas.microsoft.com/office/drawing/2014/main" id="{15733100-79F1-E55A-6810-56549B2C3023}"/>
              </a:ext>
            </a:extLst>
          </p:cNvPr>
          <p:cNvCxnSpPr/>
          <p:nvPr/>
        </p:nvCxnSpPr>
        <p:spPr>
          <a:xfrm>
            <a:off x="6153540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3" name="직선 연결선 2032">
            <a:extLst>
              <a:ext uri="{FF2B5EF4-FFF2-40B4-BE49-F238E27FC236}">
                <a16:creationId xmlns:a16="http://schemas.microsoft.com/office/drawing/2014/main" id="{D0A5350D-1037-8F5C-485F-EFE2F90C831F}"/>
              </a:ext>
            </a:extLst>
          </p:cNvPr>
          <p:cNvCxnSpPr/>
          <p:nvPr/>
        </p:nvCxnSpPr>
        <p:spPr>
          <a:xfrm>
            <a:off x="6111521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4" name="모서리가 둥근 직사각형 2033">
            <a:extLst>
              <a:ext uri="{FF2B5EF4-FFF2-40B4-BE49-F238E27FC236}">
                <a16:creationId xmlns:a16="http://schemas.microsoft.com/office/drawing/2014/main" id="{9B57758C-FB52-7CA3-5F25-3E532D2F413E}"/>
              </a:ext>
            </a:extLst>
          </p:cNvPr>
          <p:cNvSpPr/>
          <p:nvPr/>
        </p:nvSpPr>
        <p:spPr>
          <a:xfrm>
            <a:off x="6115832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35" name="모서리가 둥근 직사각형 2034">
            <a:extLst>
              <a:ext uri="{FF2B5EF4-FFF2-40B4-BE49-F238E27FC236}">
                <a16:creationId xmlns:a16="http://schemas.microsoft.com/office/drawing/2014/main" id="{513126E9-FDC2-8502-4182-911C1D954FE7}"/>
              </a:ext>
            </a:extLst>
          </p:cNvPr>
          <p:cNvSpPr/>
          <p:nvPr/>
        </p:nvSpPr>
        <p:spPr>
          <a:xfrm>
            <a:off x="6115832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36" name="모서리가 둥근 직사각형 2035">
            <a:extLst>
              <a:ext uri="{FF2B5EF4-FFF2-40B4-BE49-F238E27FC236}">
                <a16:creationId xmlns:a16="http://schemas.microsoft.com/office/drawing/2014/main" id="{C7B8B36A-4260-D552-64A9-A9DD86672948}"/>
              </a:ext>
            </a:extLst>
          </p:cNvPr>
          <p:cNvSpPr/>
          <p:nvPr/>
        </p:nvSpPr>
        <p:spPr>
          <a:xfrm>
            <a:off x="6073813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37" name="직선 연결선 2036">
            <a:extLst>
              <a:ext uri="{FF2B5EF4-FFF2-40B4-BE49-F238E27FC236}">
                <a16:creationId xmlns:a16="http://schemas.microsoft.com/office/drawing/2014/main" id="{6ABDAA55-A51B-0BAA-6E03-22D4431370FD}"/>
              </a:ext>
            </a:extLst>
          </p:cNvPr>
          <p:cNvCxnSpPr/>
          <p:nvPr/>
        </p:nvCxnSpPr>
        <p:spPr>
          <a:xfrm flipH="1">
            <a:off x="6317350" y="590812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8" name="직선 연결선 2037">
            <a:extLst>
              <a:ext uri="{FF2B5EF4-FFF2-40B4-BE49-F238E27FC236}">
                <a16:creationId xmlns:a16="http://schemas.microsoft.com/office/drawing/2014/main" id="{274F6F5C-FC3D-D5D8-0934-E61F25F46951}"/>
              </a:ext>
            </a:extLst>
          </p:cNvPr>
          <p:cNvCxnSpPr/>
          <p:nvPr/>
        </p:nvCxnSpPr>
        <p:spPr>
          <a:xfrm>
            <a:off x="6359369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9" name="직선 연결선 2038">
            <a:extLst>
              <a:ext uri="{FF2B5EF4-FFF2-40B4-BE49-F238E27FC236}">
                <a16:creationId xmlns:a16="http://schemas.microsoft.com/office/drawing/2014/main" id="{E4F3EA9D-62B9-3F56-1F11-718BEF318C3F}"/>
              </a:ext>
            </a:extLst>
          </p:cNvPr>
          <p:cNvCxnSpPr/>
          <p:nvPr/>
        </p:nvCxnSpPr>
        <p:spPr>
          <a:xfrm>
            <a:off x="6269508" y="603210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0" name="직선 연결선 2039">
            <a:extLst>
              <a:ext uri="{FF2B5EF4-FFF2-40B4-BE49-F238E27FC236}">
                <a16:creationId xmlns:a16="http://schemas.microsoft.com/office/drawing/2014/main" id="{3FA0D663-BE80-918F-6880-A56EE56EA1C1}"/>
              </a:ext>
            </a:extLst>
          </p:cNvPr>
          <p:cNvCxnSpPr/>
          <p:nvPr/>
        </p:nvCxnSpPr>
        <p:spPr>
          <a:xfrm>
            <a:off x="6317350" y="59593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1" name="직선 연결선 2040">
            <a:extLst>
              <a:ext uri="{FF2B5EF4-FFF2-40B4-BE49-F238E27FC236}">
                <a16:creationId xmlns:a16="http://schemas.microsoft.com/office/drawing/2014/main" id="{DF99B1A0-D8D4-D51A-1508-A3AD4BE703C0}"/>
              </a:ext>
            </a:extLst>
          </p:cNvPr>
          <p:cNvCxnSpPr/>
          <p:nvPr/>
        </p:nvCxnSpPr>
        <p:spPr>
          <a:xfrm flipH="1">
            <a:off x="6267307" y="595601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2" name="모서리가 둥근 직사각형 2041">
            <a:extLst>
              <a:ext uri="{FF2B5EF4-FFF2-40B4-BE49-F238E27FC236}">
                <a16:creationId xmlns:a16="http://schemas.microsoft.com/office/drawing/2014/main" id="{16281AC1-A772-100D-5372-C45D7BD20A40}"/>
              </a:ext>
            </a:extLst>
          </p:cNvPr>
          <p:cNvSpPr/>
          <p:nvPr/>
        </p:nvSpPr>
        <p:spPr>
          <a:xfrm>
            <a:off x="6232182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43" name="모서리가 둥근 직사각형 2042">
            <a:extLst>
              <a:ext uri="{FF2B5EF4-FFF2-40B4-BE49-F238E27FC236}">
                <a16:creationId xmlns:a16="http://schemas.microsoft.com/office/drawing/2014/main" id="{7F3940A4-B647-425B-BD21-53BF122699C4}"/>
              </a:ext>
            </a:extLst>
          </p:cNvPr>
          <p:cNvSpPr/>
          <p:nvPr/>
        </p:nvSpPr>
        <p:spPr>
          <a:xfrm>
            <a:off x="6232182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44" name="모서리가 둥근 직사각형 2043">
            <a:extLst>
              <a:ext uri="{FF2B5EF4-FFF2-40B4-BE49-F238E27FC236}">
                <a16:creationId xmlns:a16="http://schemas.microsoft.com/office/drawing/2014/main" id="{8238FB5F-D551-2C71-718F-5827A8AADB12}"/>
              </a:ext>
            </a:extLst>
          </p:cNvPr>
          <p:cNvSpPr/>
          <p:nvPr/>
        </p:nvSpPr>
        <p:spPr>
          <a:xfrm>
            <a:off x="6321661" y="607707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45" name="모서리가 둥근 직사각형 2044">
            <a:extLst>
              <a:ext uri="{FF2B5EF4-FFF2-40B4-BE49-F238E27FC236}">
                <a16:creationId xmlns:a16="http://schemas.microsoft.com/office/drawing/2014/main" id="{D1E4580B-2B30-9A25-2749-C30FA6DB3B3D}"/>
              </a:ext>
            </a:extLst>
          </p:cNvPr>
          <p:cNvSpPr/>
          <p:nvPr/>
        </p:nvSpPr>
        <p:spPr>
          <a:xfrm>
            <a:off x="6321661" y="60033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46" name="모서리가 둥근 직사각형 2045">
            <a:extLst>
              <a:ext uri="{FF2B5EF4-FFF2-40B4-BE49-F238E27FC236}">
                <a16:creationId xmlns:a16="http://schemas.microsoft.com/office/drawing/2014/main" id="{D19472F1-28CD-7007-30A3-A3144F9DD1CB}"/>
              </a:ext>
            </a:extLst>
          </p:cNvPr>
          <p:cNvSpPr/>
          <p:nvPr/>
        </p:nvSpPr>
        <p:spPr>
          <a:xfrm>
            <a:off x="6279642" y="59296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47" name="직선 연결선 2046">
            <a:extLst>
              <a:ext uri="{FF2B5EF4-FFF2-40B4-BE49-F238E27FC236}">
                <a16:creationId xmlns:a16="http://schemas.microsoft.com/office/drawing/2014/main" id="{E0D5EBA1-23E3-493E-966E-85873BD25D65}"/>
              </a:ext>
            </a:extLst>
          </p:cNvPr>
          <p:cNvCxnSpPr/>
          <p:nvPr/>
        </p:nvCxnSpPr>
        <p:spPr>
          <a:xfrm>
            <a:off x="6448055" y="598144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직선 연결선 2047">
            <a:extLst>
              <a:ext uri="{FF2B5EF4-FFF2-40B4-BE49-F238E27FC236}">
                <a16:creationId xmlns:a16="http://schemas.microsoft.com/office/drawing/2014/main" id="{0D15F273-9F4F-83F5-95B5-734818A26B5C}"/>
              </a:ext>
            </a:extLst>
          </p:cNvPr>
          <p:cNvCxnSpPr/>
          <p:nvPr/>
        </p:nvCxnSpPr>
        <p:spPr>
          <a:xfrm>
            <a:off x="6406036" y="590872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" name="모서리가 둥근 직사각형 2048">
            <a:extLst>
              <a:ext uri="{FF2B5EF4-FFF2-40B4-BE49-F238E27FC236}">
                <a16:creationId xmlns:a16="http://schemas.microsoft.com/office/drawing/2014/main" id="{95135465-E5AD-93D3-1834-468D165FD1B7}"/>
              </a:ext>
            </a:extLst>
          </p:cNvPr>
          <p:cNvSpPr/>
          <p:nvPr/>
        </p:nvSpPr>
        <p:spPr>
          <a:xfrm>
            <a:off x="6410347" y="602641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50" name="모서리가 둥근 직사각형 2049">
            <a:extLst>
              <a:ext uri="{FF2B5EF4-FFF2-40B4-BE49-F238E27FC236}">
                <a16:creationId xmlns:a16="http://schemas.microsoft.com/office/drawing/2014/main" id="{37208D6D-7E7F-5AB8-2AAE-E6D0CA571E0C}"/>
              </a:ext>
            </a:extLst>
          </p:cNvPr>
          <p:cNvSpPr/>
          <p:nvPr/>
        </p:nvSpPr>
        <p:spPr>
          <a:xfrm>
            <a:off x="6410347" y="59526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51" name="모서리가 둥근 직사각형 2050">
            <a:extLst>
              <a:ext uri="{FF2B5EF4-FFF2-40B4-BE49-F238E27FC236}">
                <a16:creationId xmlns:a16="http://schemas.microsoft.com/office/drawing/2014/main" id="{313AC727-90E0-BCDE-D83E-2AA3F267A62A}"/>
              </a:ext>
            </a:extLst>
          </p:cNvPr>
          <p:cNvSpPr/>
          <p:nvPr/>
        </p:nvSpPr>
        <p:spPr>
          <a:xfrm>
            <a:off x="6368327" y="587894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52" name="직선 연결선 2051">
            <a:extLst>
              <a:ext uri="{FF2B5EF4-FFF2-40B4-BE49-F238E27FC236}">
                <a16:creationId xmlns:a16="http://schemas.microsoft.com/office/drawing/2014/main" id="{891BFCEA-71C5-53E9-D70D-3EDECC4A20D3}"/>
              </a:ext>
            </a:extLst>
          </p:cNvPr>
          <p:cNvCxnSpPr/>
          <p:nvPr/>
        </p:nvCxnSpPr>
        <p:spPr>
          <a:xfrm>
            <a:off x="6327646" y="556591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모서리가 둥근 직사각형 2052">
            <a:extLst>
              <a:ext uri="{FF2B5EF4-FFF2-40B4-BE49-F238E27FC236}">
                <a16:creationId xmlns:a16="http://schemas.microsoft.com/office/drawing/2014/main" id="{F81C94D6-DE04-219B-102B-D787A33BF3A0}"/>
              </a:ext>
            </a:extLst>
          </p:cNvPr>
          <p:cNvSpPr/>
          <p:nvPr/>
        </p:nvSpPr>
        <p:spPr>
          <a:xfrm>
            <a:off x="6295183" y="554023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054" name="직선 연결선 2053">
            <a:extLst>
              <a:ext uri="{FF2B5EF4-FFF2-40B4-BE49-F238E27FC236}">
                <a16:creationId xmlns:a16="http://schemas.microsoft.com/office/drawing/2014/main" id="{5904AC3E-D69E-10B1-EA19-5D7D475A2E36}"/>
              </a:ext>
            </a:extLst>
          </p:cNvPr>
          <p:cNvCxnSpPr/>
          <p:nvPr/>
        </p:nvCxnSpPr>
        <p:spPr>
          <a:xfrm flipH="1">
            <a:off x="6427012" y="56326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직선 연결선 2054">
            <a:extLst>
              <a:ext uri="{FF2B5EF4-FFF2-40B4-BE49-F238E27FC236}">
                <a16:creationId xmlns:a16="http://schemas.microsoft.com/office/drawing/2014/main" id="{7EA44386-10FF-68AA-DF71-88E965F884D1}"/>
              </a:ext>
            </a:extLst>
          </p:cNvPr>
          <p:cNvCxnSpPr/>
          <p:nvPr/>
        </p:nvCxnSpPr>
        <p:spPr>
          <a:xfrm>
            <a:off x="6469031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직선 연결선 2055">
            <a:extLst>
              <a:ext uri="{FF2B5EF4-FFF2-40B4-BE49-F238E27FC236}">
                <a16:creationId xmlns:a16="http://schemas.microsoft.com/office/drawing/2014/main" id="{5A2F6632-87D1-D4E1-817B-7B82F662ED27}"/>
              </a:ext>
            </a:extLst>
          </p:cNvPr>
          <p:cNvCxnSpPr/>
          <p:nvPr/>
        </p:nvCxnSpPr>
        <p:spPr>
          <a:xfrm>
            <a:off x="6379169" y="57565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직선 연결선 2056">
            <a:extLst>
              <a:ext uri="{FF2B5EF4-FFF2-40B4-BE49-F238E27FC236}">
                <a16:creationId xmlns:a16="http://schemas.microsoft.com/office/drawing/2014/main" id="{1ADCFD7C-AFA2-3A5F-A9F2-F2FB75EA02F8}"/>
              </a:ext>
            </a:extLst>
          </p:cNvPr>
          <p:cNvCxnSpPr/>
          <p:nvPr/>
        </p:nvCxnSpPr>
        <p:spPr>
          <a:xfrm>
            <a:off x="6427011" y="56838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직선 연결선 2057">
            <a:extLst>
              <a:ext uri="{FF2B5EF4-FFF2-40B4-BE49-F238E27FC236}">
                <a16:creationId xmlns:a16="http://schemas.microsoft.com/office/drawing/2014/main" id="{D1CAC330-8948-F1E6-3BCE-790F4EB62285}"/>
              </a:ext>
            </a:extLst>
          </p:cNvPr>
          <p:cNvCxnSpPr/>
          <p:nvPr/>
        </p:nvCxnSpPr>
        <p:spPr>
          <a:xfrm flipH="1">
            <a:off x="6376968" y="568050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모서리가 둥근 직사각형 2058">
            <a:extLst>
              <a:ext uri="{FF2B5EF4-FFF2-40B4-BE49-F238E27FC236}">
                <a16:creationId xmlns:a16="http://schemas.microsoft.com/office/drawing/2014/main" id="{A34C4592-0DA7-D233-20E5-59963E2CC22E}"/>
              </a:ext>
            </a:extLst>
          </p:cNvPr>
          <p:cNvSpPr/>
          <p:nvPr/>
        </p:nvSpPr>
        <p:spPr>
          <a:xfrm>
            <a:off x="6341844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0" name="모서리가 둥근 직사각형 2059">
            <a:extLst>
              <a:ext uri="{FF2B5EF4-FFF2-40B4-BE49-F238E27FC236}">
                <a16:creationId xmlns:a16="http://schemas.microsoft.com/office/drawing/2014/main" id="{5DBF2323-5930-2B84-7DA0-110EF4DD4965}"/>
              </a:ext>
            </a:extLst>
          </p:cNvPr>
          <p:cNvSpPr/>
          <p:nvPr/>
        </p:nvSpPr>
        <p:spPr>
          <a:xfrm>
            <a:off x="6341844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1" name="모서리가 둥근 직사각형 2060">
            <a:extLst>
              <a:ext uri="{FF2B5EF4-FFF2-40B4-BE49-F238E27FC236}">
                <a16:creationId xmlns:a16="http://schemas.microsoft.com/office/drawing/2014/main" id="{2E679D2B-260E-F5EF-CFAD-FFAC65C099B5}"/>
              </a:ext>
            </a:extLst>
          </p:cNvPr>
          <p:cNvSpPr/>
          <p:nvPr/>
        </p:nvSpPr>
        <p:spPr>
          <a:xfrm>
            <a:off x="6431322" y="58015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2" name="모서리가 둥근 직사각형 2061">
            <a:extLst>
              <a:ext uri="{FF2B5EF4-FFF2-40B4-BE49-F238E27FC236}">
                <a16:creationId xmlns:a16="http://schemas.microsoft.com/office/drawing/2014/main" id="{82FC49B6-84FF-DC6D-19D0-973968171FF6}"/>
              </a:ext>
            </a:extLst>
          </p:cNvPr>
          <p:cNvSpPr/>
          <p:nvPr/>
        </p:nvSpPr>
        <p:spPr>
          <a:xfrm>
            <a:off x="6431322" y="57278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3" name="모서리가 둥근 직사각형 2062">
            <a:extLst>
              <a:ext uri="{FF2B5EF4-FFF2-40B4-BE49-F238E27FC236}">
                <a16:creationId xmlns:a16="http://schemas.microsoft.com/office/drawing/2014/main" id="{14CD6F4C-CCC5-B60A-6F53-6FB935677085}"/>
              </a:ext>
            </a:extLst>
          </p:cNvPr>
          <p:cNvSpPr/>
          <p:nvPr/>
        </p:nvSpPr>
        <p:spPr>
          <a:xfrm>
            <a:off x="6389303" y="56540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64" name="직선 연결선 2063">
            <a:extLst>
              <a:ext uri="{FF2B5EF4-FFF2-40B4-BE49-F238E27FC236}">
                <a16:creationId xmlns:a16="http://schemas.microsoft.com/office/drawing/2014/main" id="{03BA291E-8C90-5F7A-BA93-451047B0A2AB}"/>
              </a:ext>
            </a:extLst>
          </p:cNvPr>
          <p:cNvCxnSpPr/>
          <p:nvPr/>
        </p:nvCxnSpPr>
        <p:spPr>
          <a:xfrm>
            <a:off x="6557716" y="57059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직선 연결선 2064">
            <a:extLst>
              <a:ext uri="{FF2B5EF4-FFF2-40B4-BE49-F238E27FC236}">
                <a16:creationId xmlns:a16="http://schemas.microsoft.com/office/drawing/2014/main" id="{D36456A4-F3FE-91FC-AA92-75F61B012867}"/>
              </a:ext>
            </a:extLst>
          </p:cNvPr>
          <p:cNvCxnSpPr/>
          <p:nvPr/>
        </p:nvCxnSpPr>
        <p:spPr>
          <a:xfrm>
            <a:off x="6515697" y="56332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6" name="모서리가 둥근 직사각형 2065">
            <a:extLst>
              <a:ext uri="{FF2B5EF4-FFF2-40B4-BE49-F238E27FC236}">
                <a16:creationId xmlns:a16="http://schemas.microsoft.com/office/drawing/2014/main" id="{0C54480C-6058-9A93-CB9A-32504C79E1AB}"/>
              </a:ext>
            </a:extLst>
          </p:cNvPr>
          <p:cNvSpPr/>
          <p:nvPr/>
        </p:nvSpPr>
        <p:spPr>
          <a:xfrm>
            <a:off x="6520008" y="57509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7" name="모서리가 둥근 직사각형 2066">
            <a:extLst>
              <a:ext uri="{FF2B5EF4-FFF2-40B4-BE49-F238E27FC236}">
                <a16:creationId xmlns:a16="http://schemas.microsoft.com/office/drawing/2014/main" id="{BBD69869-C6B4-A834-949E-2D7ABFC761AF}"/>
              </a:ext>
            </a:extLst>
          </p:cNvPr>
          <p:cNvSpPr/>
          <p:nvPr/>
        </p:nvSpPr>
        <p:spPr>
          <a:xfrm>
            <a:off x="6520008" y="56771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68" name="모서리가 둥근 직사각형 2067">
            <a:extLst>
              <a:ext uri="{FF2B5EF4-FFF2-40B4-BE49-F238E27FC236}">
                <a16:creationId xmlns:a16="http://schemas.microsoft.com/office/drawing/2014/main" id="{72D7626F-4909-50FE-90ED-7A45F444BB00}"/>
              </a:ext>
            </a:extLst>
          </p:cNvPr>
          <p:cNvSpPr/>
          <p:nvPr/>
        </p:nvSpPr>
        <p:spPr>
          <a:xfrm>
            <a:off x="6477989" y="56034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69" name="직선 연결선 2068">
            <a:extLst>
              <a:ext uri="{FF2B5EF4-FFF2-40B4-BE49-F238E27FC236}">
                <a16:creationId xmlns:a16="http://schemas.microsoft.com/office/drawing/2014/main" id="{8CA2C8BA-BBB1-DA21-88FE-95E3795EE7D1}"/>
              </a:ext>
            </a:extLst>
          </p:cNvPr>
          <p:cNvCxnSpPr/>
          <p:nvPr/>
        </p:nvCxnSpPr>
        <p:spPr>
          <a:xfrm flipH="1">
            <a:off x="7389947" y="553345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직선 연결선 2069">
            <a:extLst>
              <a:ext uri="{FF2B5EF4-FFF2-40B4-BE49-F238E27FC236}">
                <a16:creationId xmlns:a16="http://schemas.microsoft.com/office/drawing/2014/main" id="{3DC63177-8561-23E9-0B6E-505BEE510559}"/>
              </a:ext>
            </a:extLst>
          </p:cNvPr>
          <p:cNvCxnSpPr/>
          <p:nvPr/>
        </p:nvCxnSpPr>
        <p:spPr>
          <a:xfrm>
            <a:off x="7321394" y="5488476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모서리가 둥근 직사각형 2070">
            <a:extLst>
              <a:ext uri="{FF2B5EF4-FFF2-40B4-BE49-F238E27FC236}">
                <a16:creationId xmlns:a16="http://schemas.microsoft.com/office/drawing/2014/main" id="{F4E9B208-A936-94DF-E55B-CD2A0AB1823B}"/>
              </a:ext>
            </a:extLst>
          </p:cNvPr>
          <p:cNvSpPr/>
          <p:nvPr/>
        </p:nvSpPr>
        <p:spPr>
          <a:xfrm>
            <a:off x="7265194" y="545684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072" name="직선 연결선 2071">
            <a:extLst>
              <a:ext uri="{FF2B5EF4-FFF2-40B4-BE49-F238E27FC236}">
                <a16:creationId xmlns:a16="http://schemas.microsoft.com/office/drawing/2014/main" id="{A48E3241-E213-1106-6521-381D69156A1B}"/>
              </a:ext>
            </a:extLst>
          </p:cNvPr>
          <p:cNvCxnSpPr/>
          <p:nvPr/>
        </p:nvCxnSpPr>
        <p:spPr>
          <a:xfrm flipH="1">
            <a:off x="7190689" y="580735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직선 연결선 2072">
            <a:extLst>
              <a:ext uri="{FF2B5EF4-FFF2-40B4-BE49-F238E27FC236}">
                <a16:creationId xmlns:a16="http://schemas.microsoft.com/office/drawing/2014/main" id="{E395A049-3504-8A96-6588-E4C0FB1143CF}"/>
              </a:ext>
            </a:extLst>
          </p:cNvPr>
          <p:cNvCxnSpPr/>
          <p:nvPr/>
        </p:nvCxnSpPr>
        <p:spPr>
          <a:xfrm>
            <a:off x="7232708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직선 연결선 2073">
            <a:extLst>
              <a:ext uri="{FF2B5EF4-FFF2-40B4-BE49-F238E27FC236}">
                <a16:creationId xmlns:a16="http://schemas.microsoft.com/office/drawing/2014/main" id="{A8F29532-B328-2B39-45E0-F2C9C840D3BB}"/>
              </a:ext>
            </a:extLst>
          </p:cNvPr>
          <p:cNvCxnSpPr/>
          <p:nvPr/>
        </p:nvCxnSpPr>
        <p:spPr>
          <a:xfrm>
            <a:off x="7142847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직선 연결선 2074">
            <a:extLst>
              <a:ext uri="{FF2B5EF4-FFF2-40B4-BE49-F238E27FC236}">
                <a16:creationId xmlns:a16="http://schemas.microsoft.com/office/drawing/2014/main" id="{2CA70D9B-C27D-0A0A-1394-26CA9D7E3767}"/>
              </a:ext>
            </a:extLst>
          </p:cNvPr>
          <p:cNvCxnSpPr/>
          <p:nvPr/>
        </p:nvCxnSpPr>
        <p:spPr>
          <a:xfrm>
            <a:off x="7190689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직선 연결선 2075">
            <a:extLst>
              <a:ext uri="{FF2B5EF4-FFF2-40B4-BE49-F238E27FC236}">
                <a16:creationId xmlns:a16="http://schemas.microsoft.com/office/drawing/2014/main" id="{5AD249F5-EC44-39CA-582F-4D6B5D6A7F0B}"/>
              </a:ext>
            </a:extLst>
          </p:cNvPr>
          <p:cNvCxnSpPr/>
          <p:nvPr/>
        </p:nvCxnSpPr>
        <p:spPr>
          <a:xfrm flipH="1">
            <a:off x="7140646" y="59227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7" name="모서리가 둥근 직사각형 2076">
            <a:extLst>
              <a:ext uri="{FF2B5EF4-FFF2-40B4-BE49-F238E27FC236}">
                <a16:creationId xmlns:a16="http://schemas.microsoft.com/office/drawing/2014/main" id="{A386911A-8FE0-C34E-847C-1FF14AB2D620}"/>
              </a:ext>
            </a:extLst>
          </p:cNvPr>
          <p:cNvSpPr/>
          <p:nvPr/>
        </p:nvSpPr>
        <p:spPr>
          <a:xfrm>
            <a:off x="7105521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78" name="모서리가 둥근 직사각형 2077">
            <a:extLst>
              <a:ext uri="{FF2B5EF4-FFF2-40B4-BE49-F238E27FC236}">
                <a16:creationId xmlns:a16="http://schemas.microsoft.com/office/drawing/2014/main" id="{9947B605-784B-E033-8324-8F8116A9444A}"/>
              </a:ext>
            </a:extLst>
          </p:cNvPr>
          <p:cNvSpPr/>
          <p:nvPr/>
        </p:nvSpPr>
        <p:spPr>
          <a:xfrm>
            <a:off x="7105521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79" name="모서리가 둥근 직사각형 2078">
            <a:extLst>
              <a:ext uri="{FF2B5EF4-FFF2-40B4-BE49-F238E27FC236}">
                <a16:creationId xmlns:a16="http://schemas.microsoft.com/office/drawing/2014/main" id="{9CFAA5EF-7543-4196-A306-4EE651DBA07A}"/>
              </a:ext>
            </a:extLst>
          </p:cNvPr>
          <p:cNvSpPr/>
          <p:nvPr/>
        </p:nvSpPr>
        <p:spPr>
          <a:xfrm>
            <a:off x="7195000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80" name="모서리가 둥근 직사각형 2079">
            <a:extLst>
              <a:ext uri="{FF2B5EF4-FFF2-40B4-BE49-F238E27FC236}">
                <a16:creationId xmlns:a16="http://schemas.microsoft.com/office/drawing/2014/main" id="{BF2D6C72-34F4-1793-108B-4EC6F3CA0942}"/>
              </a:ext>
            </a:extLst>
          </p:cNvPr>
          <p:cNvSpPr/>
          <p:nvPr/>
        </p:nvSpPr>
        <p:spPr>
          <a:xfrm>
            <a:off x="7195000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81" name="모서리가 둥근 직사각형 2080">
            <a:extLst>
              <a:ext uri="{FF2B5EF4-FFF2-40B4-BE49-F238E27FC236}">
                <a16:creationId xmlns:a16="http://schemas.microsoft.com/office/drawing/2014/main" id="{DF87D7E0-4BCF-E8AD-7F81-82617E9CA1DD}"/>
              </a:ext>
            </a:extLst>
          </p:cNvPr>
          <p:cNvSpPr/>
          <p:nvPr/>
        </p:nvSpPr>
        <p:spPr>
          <a:xfrm>
            <a:off x="7152981" y="58963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82" name="직선 연결선 2081">
            <a:extLst>
              <a:ext uri="{FF2B5EF4-FFF2-40B4-BE49-F238E27FC236}">
                <a16:creationId xmlns:a16="http://schemas.microsoft.com/office/drawing/2014/main" id="{8A861A3E-8E7E-FDD0-7C78-368E149F4EA2}"/>
              </a:ext>
            </a:extLst>
          </p:cNvPr>
          <p:cNvCxnSpPr/>
          <p:nvPr/>
        </p:nvCxnSpPr>
        <p:spPr>
          <a:xfrm>
            <a:off x="7385839" y="580814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3" name="모서리가 둥근 직사각형 2082">
            <a:extLst>
              <a:ext uri="{FF2B5EF4-FFF2-40B4-BE49-F238E27FC236}">
                <a16:creationId xmlns:a16="http://schemas.microsoft.com/office/drawing/2014/main" id="{4E4CE007-5768-8C17-C02C-53DCF82A2A79}"/>
              </a:ext>
            </a:extLst>
          </p:cNvPr>
          <p:cNvSpPr/>
          <p:nvPr/>
        </p:nvSpPr>
        <p:spPr>
          <a:xfrm>
            <a:off x="7353375" y="578246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084" name="직선 연결선 2083">
            <a:extLst>
              <a:ext uri="{FF2B5EF4-FFF2-40B4-BE49-F238E27FC236}">
                <a16:creationId xmlns:a16="http://schemas.microsoft.com/office/drawing/2014/main" id="{8147573A-A3C3-802A-9B86-626718AF4AAF}"/>
              </a:ext>
            </a:extLst>
          </p:cNvPr>
          <p:cNvCxnSpPr/>
          <p:nvPr/>
        </p:nvCxnSpPr>
        <p:spPr>
          <a:xfrm>
            <a:off x="7321394" y="59481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직선 연결선 2084">
            <a:extLst>
              <a:ext uri="{FF2B5EF4-FFF2-40B4-BE49-F238E27FC236}">
                <a16:creationId xmlns:a16="http://schemas.microsoft.com/office/drawing/2014/main" id="{3A76E7EB-B60F-720C-D6EA-414017F16DFA}"/>
              </a:ext>
            </a:extLst>
          </p:cNvPr>
          <p:cNvCxnSpPr/>
          <p:nvPr/>
        </p:nvCxnSpPr>
        <p:spPr>
          <a:xfrm>
            <a:off x="7279375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모서리가 둥근 직사각형 2085">
            <a:extLst>
              <a:ext uri="{FF2B5EF4-FFF2-40B4-BE49-F238E27FC236}">
                <a16:creationId xmlns:a16="http://schemas.microsoft.com/office/drawing/2014/main" id="{D5EFAD74-6E99-10BA-E3B0-CF3DBBB1FC26}"/>
              </a:ext>
            </a:extLst>
          </p:cNvPr>
          <p:cNvSpPr/>
          <p:nvPr/>
        </p:nvSpPr>
        <p:spPr>
          <a:xfrm>
            <a:off x="7283686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87" name="모서리가 둥근 직사각형 2086">
            <a:extLst>
              <a:ext uri="{FF2B5EF4-FFF2-40B4-BE49-F238E27FC236}">
                <a16:creationId xmlns:a16="http://schemas.microsoft.com/office/drawing/2014/main" id="{54960814-5C1E-DEB1-9E9A-A3E70CA104BD}"/>
              </a:ext>
            </a:extLst>
          </p:cNvPr>
          <p:cNvSpPr/>
          <p:nvPr/>
        </p:nvSpPr>
        <p:spPr>
          <a:xfrm>
            <a:off x="7283686" y="59193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88" name="모서리가 둥근 직사각형 2087">
            <a:extLst>
              <a:ext uri="{FF2B5EF4-FFF2-40B4-BE49-F238E27FC236}">
                <a16:creationId xmlns:a16="http://schemas.microsoft.com/office/drawing/2014/main" id="{0139CFE7-219E-E953-8334-45B0D94A17D3}"/>
              </a:ext>
            </a:extLst>
          </p:cNvPr>
          <p:cNvSpPr/>
          <p:nvPr/>
        </p:nvSpPr>
        <p:spPr>
          <a:xfrm>
            <a:off x="7241667" y="58456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89" name="직선 연결선 2088">
            <a:extLst>
              <a:ext uri="{FF2B5EF4-FFF2-40B4-BE49-F238E27FC236}">
                <a16:creationId xmlns:a16="http://schemas.microsoft.com/office/drawing/2014/main" id="{31CC68E1-5ABD-A2CE-C6D1-9CC9D8476301}"/>
              </a:ext>
            </a:extLst>
          </p:cNvPr>
          <p:cNvCxnSpPr/>
          <p:nvPr/>
        </p:nvCxnSpPr>
        <p:spPr>
          <a:xfrm flipH="1">
            <a:off x="7485204" y="587483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직선 연결선 2089">
            <a:extLst>
              <a:ext uri="{FF2B5EF4-FFF2-40B4-BE49-F238E27FC236}">
                <a16:creationId xmlns:a16="http://schemas.microsoft.com/office/drawing/2014/main" id="{C09B6302-4309-2CA6-46CE-FBDB9CCB0275}"/>
              </a:ext>
            </a:extLst>
          </p:cNvPr>
          <p:cNvCxnSpPr/>
          <p:nvPr/>
        </p:nvCxnSpPr>
        <p:spPr>
          <a:xfrm>
            <a:off x="7527223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직선 연결선 2090">
            <a:extLst>
              <a:ext uri="{FF2B5EF4-FFF2-40B4-BE49-F238E27FC236}">
                <a16:creationId xmlns:a16="http://schemas.microsoft.com/office/drawing/2014/main" id="{65B9C52C-0848-EF4E-42C0-121DC7D36E78}"/>
              </a:ext>
            </a:extLst>
          </p:cNvPr>
          <p:cNvCxnSpPr/>
          <p:nvPr/>
        </p:nvCxnSpPr>
        <p:spPr>
          <a:xfrm>
            <a:off x="7437361" y="59988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직선 연결선 2091">
            <a:extLst>
              <a:ext uri="{FF2B5EF4-FFF2-40B4-BE49-F238E27FC236}">
                <a16:creationId xmlns:a16="http://schemas.microsoft.com/office/drawing/2014/main" id="{E8E0DA5A-1C50-DAC6-F1B9-364FB27486D1}"/>
              </a:ext>
            </a:extLst>
          </p:cNvPr>
          <p:cNvCxnSpPr/>
          <p:nvPr/>
        </p:nvCxnSpPr>
        <p:spPr>
          <a:xfrm>
            <a:off x="7485204" y="59261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" name="직선 연결선 2092">
            <a:extLst>
              <a:ext uri="{FF2B5EF4-FFF2-40B4-BE49-F238E27FC236}">
                <a16:creationId xmlns:a16="http://schemas.microsoft.com/office/drawing/2014/main" id="{2148F375-9237-689C-FEE3-0742292CD7BF}"/>
              </a:ext>
            </a:extLst>
          </p:cNvPr>
          <p:cNvCxnSpPr/>
          <p:nvPr/>
        </p:nvCxnSpPr>
        <p:spPr>
          <a:xfrm flipH="1">
            <a:off x="7435160" y="59227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4" name="모서리가 둥근 직사각형 2093">
            <a:extLst>
              <a:ext uri="{FF2B5EF4-FFF2-40B4-BE49-F238E27FC236}">
                <a16:creationId xmlns:a16="http://schemas.microsoft.com/office/drawing/2014/main" id="{1084FE3B-7B91-23A0-CF45-B9A1AF66584F}"/>
              </a:ext>
            </a:extLst>
          </p:cNvPr>
          <p:cNvSpPr/>
          <p:nvPr/>
        </p:nvSpPr>
        <p:spPr>
          <a:xfrm>
            <a:off x="7400036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95" name="모서리가 둥근 직사각형 2094">
            <a:extLst>
              <a:ext uri="{FF2B5EF4-FFF2-40B4-BE49-F238E27FC236}">
                <a16:creationId xmlns:a16="http://schemas.microsoft.com/office/drawing/2014/main" id="{8AC36D40-A895-DC6E-D96E-70185A5654B8}"/>
              </a:ext>
            </a:extLst>
          </p:cNvPr>
          <p:cNvSpPr/>
          <p:nvPr/>
        </p:nvSpPr>
        <p:spPr>
          <a:xfrm>
            <a:off x="7400036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96" name="모서리가 둥근 직사각형 2095">
            <a:extLst>
              <a:ext uri="{FF2B5EF4-FFF2-40B4-BE49-F238E27FC236}">
                <a16:creationId xmlns:a16="http://schemas.microsoft.com/office/drawing/2014/main" id="{46DBE841-A76D-40A8-B0EA-8A3357DB4839}"/>
              </a:ext>
            </a:extLst>
          </p:cNvPr>
          <p:cNvSpPr/>
          <p:nvPr/>
        </p:nvSpPr>
        <p:spPr>
          <a:xfrm>
            <a:off x="7489515" y="60437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97" name="모서리가 둥근 직사각형 2096">
            <a:extLst>
              <a:ext uri="{FF2B5EF4-FFF2-40B4-BE49-F238E27FC236}">
                <a16:creationId xmlns:a16="http://schemas.microsoft.com/office/drawing/2014/main" id="{28F743E7-D045-4894-35B8-E07C64515AB7}"/>
              </a:ext>
            </a:extLst>
          </p:cNvPr>
          <p:cNvSpPr/>
          <p:nvPr/>
        </p:nvSpPr>
        <p:spPr>
          <a:xfrm>
            <a:off x="7489515" y="59700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098" name="모서리가 둥근 직사각형 2097">
            <a:extLst>
              <a:ext uri="{FF2B5EF4-FFF2-40B4-BE49-F238E27FC236}">
                <a16:creationId xmlns:a16="http://schemas.microsoft.com/office/drawing/2014/main" id="{CA0993C6-299C-E8A4-EA39-5195846394D5}"/>
              </a:ext>
            </a:extLst>
          </p:cNvPr>
          <p:cNvSpPr/>
          <p:nvPr/>
        </p:nvSpPr>
        <p:spPr>
          <a:xfrm>
            <a:off x="7447496" y="58963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099" name="직선 연결선 2098">
            <a:extLst>
              <a:ext uri="{FF2B5EF4-FFF2-40B4-BE49-F238E27FC236}">
                <a16:creationId xmlns:a16="http://schemas.microsoft.com/office/drawing/2014/main" id="{73C9D4A2-FF3B-B871-1B77-738B13BF7494}"/>
              </a:ext>
            </a:extLst>
          </p:cNvPr>
          <p:cNvCxnSpPr/>
          <p:nvPr/>
        </p:nvCxnSpPr>
        <p:spPr>
          <a:xfrm>
            <a:off x="7615909" y="59481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0" name="직선 연결선 2099">
            <a:extLst>
              <a:ext uri="{FF2B5EF4-FFF2-40B4-BE49-F238E27FC236}">
                <a16:creationId xmlns:a16="http://schemas.microsoft.com/office/drawing/2014/main" id="{FEF5E556-FE27-03B7-C499-B33AB23C09EE}"/>
              </a:ext>
            </a:extLst>
          </p:cNvPr>
          <p:cNvCxnSpPr/>
          <p:nvPr/>
        </p:nvCxnSpPr>
        <p:spPr>
          <a:xfrm>
            <a:off x="7573890" y="58754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1" name="모서리가 둥근 직사각형 2100">
            <a:extLst>
              <a:ext uri="{FF2B5EF4-FFF2-40B4-BE49-F238E27FC236}">
                <a16:creationId xmlns:a16="http://schemas.microsoft.com/office/drawing/2014/main" id="{A781AA0B-6EB9-DC89-2C97-990EE02C40B2}"/>
              </a:ext>
            </a:extLst>
          </p:cNvPr>
          <p:cNvSpPr/>
          <p:nvPr/>
        </p:nvSpPr>
        <p:spPr>
          <a:xfrm>
            <a:off x="7578200" y="59931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02" name="모서리가 둥근 직사각형 2101">
            <a:extLst>
              <a:ext uri="{FF2B5EF4-FFF2-40B4-BE49-F238E27FC236}">
                <a16:creationId xmlns:a16="http://schemas.microsoft.com/office/drawing/2014/main" id="{5CEE18F3-B911-10DE-63F9-C96FB8E046BA}"/>
              </a:ext>
            </a:extLst>
          </p:cNvPr>
          <p:cNvSpPr/>
          <p:nvPr/>
        </p:nvSpPr>
        <p:spPr>
          <a:xfrm>
            <a:off x="7578200" y="59193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03" name="모서리가 둥근 직사각형 2102">
            <a:extLst>
              <a:ext uri="{FF2B5EF4-FFF2-40B4-BE49-F238E27FC236}">
                <a16:creationId xmlns:a16="http://schemas.microsoft.com/office/drawing/2014/main" id="{4A80EABD-5142-3CDE-6417-A3E942F14055}"/>
              </a:ext>
            </a:extLst>
          </p:cNvPr>
          <p:cNvSpPr/>
          <p:nvPr/>
        </p:nvSpPr>
        <p:spPr>
          <a:xfrm>
            <a:off x="7536181" y="58456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04" name="직선 연결선 2103">
            <a:extLst>
              <a:ext uri="{FF2B5EF4-FFF2-40B4-BE49-F238E27FC236}">
                <a16:creationId xmlns:a16="http://schemas.microsoft.com/office/drawing/2014/main" id="{0A444EDF-943F-6B48-D926-B2F30F9DB50D}"/>
              </a:ext>
            </a:extLst>
          </p:cNvPr>
          <p:cNvCxnSpPr/>
          <p:nvPr/>
        </p:nvCxnSpPr>
        <p:spPr>
          <a:xfrm>
            <a:off x="7495500" y="553263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5" name="모서리가 둥근 직사각형 2104">
            <a:extLst>
              <a:ext uri="{FF2B5EF4-FFF2-40B4-BE49-F238E27FC236}">
                <a16:creationId xmlns:a16="http://schemas.microsoft.com/office/drawing/2014/main" id="{DC5692C6-182A-6DA8-E6AF-028E4859B3D0}"/>
              </a:ext>
            </a:extLst>
          </p:cNvPr>
          <p:cNvSpPr/>
          <p:nvPr/>
        </p:nvSpPr>
        <p:spPr>
          <a:xfrm>
            <a:off x="7463037" y="550695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106" name="직선 연결선 2105">
            <a:extLst>
              <a:ext uri="{FF2B5EF4-FFF2-40B4-BE49-F238E27FC236}">
                <a16:creationId xmlns:a16="http://schemas.microsoft.com/office/drawing/2014/main" id="{E05BBC45-D1D7-3005-47A2-904E3E289C78}"/>
              </a:ext>
            </a:extLst>
          </p:cNvPr>
          <p:cNvCxnSpPr/>
          <p:nvPr/>
        </p:nvCxnSpPr>
        <p:spPr>
          <a:xfrm flipH="1">
            <a:off x="7594866" y="559932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직선 연결선 2106">
            <a:extLst>
              <a:ext uri="{FF2B5EF4-FFF2-40B4-BE49-F238E27FC236}">
                <a16:creationId xmlns:a16="http://schemas.microsoft.com/office/drawing/2014/main" id="{023FA791-C933-30C0-1408-3EE7615F7339}"/>
              </a:ext>
            </a:extLst>
          </p:cNvPr>
          <p:cNvCxnSpPr/>
          <p:nvPr/>
        </p:nvCxnSpPr>
        <p:spPr>
          <a:xfrm>
            <a:off x="7636884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8" name="직선 연결선 2107">
            <a:extLst>
              <a:ext uri="{FF2B5EF4-FFF2-40B4-BE49-F238E27FC236}">
                <a16:creationId xmlns:a16="http://schemas.microsoft.com/office/drawing/2014/main" id="{0F125F01-5A86-2B46-50F5-498ED52EB5B9}"/>
              </a:ext>
            </a:extLst>
          </p:cNvPr>
          <p:cNvCxnSpPr/>
          <p:nvPr/>
        </p:nvCxnSpPr>
        <p:spPr>
          <a:xfrm>
            <a:off x="7547023" y="57233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9" name="직선 연결선 2108">
            <a:extLst>
              <a:ext uri="{FF2B5EF4-FFF2-40B4-BE49-F238E27FC236}">
                <a16:creationId xmlns:a16="http://schemas.microsoft.com/office/drawing/2014/main" id="{54018FD9-CE56-150A-9317-82499E5A709B}"/>
              </a:ext>
            </a:extLst>
          </p:cNvPr>
          <p:cNvCxnSpPr/>
          <p:nvPr/>
        </p:nvCxnSpPr>
        <p:spPr>
          <a:xfrm>
            <a:off x="7594865" y="565059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직선 연결선 2109">
            <a:extLst>
              <a:ext uri="{FF2B5EF4-FFF2-40B4-BE49-F238E27FC236}">
                <a16:creationId xmlns:a16="http://schemas.microsoft.com/office/drawing/2014/main" id="{EBCE4C4D-2F8B-6798-ED48-BCDA27E41F36}"/>
              </a:ext>
            </a:extLst>
          </p:cNvPr>
          <p:cNvCxnSpPr/>
          <p:nvPr/>
        </p:nvCxnSpPr>
        <p:spPr>
          <a:xfrm flipH="1">
            <a:off x="7544822" y="564722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1" name="모서리가 둥근 직사각형 2110">
            <a:extLst>
              <a:ext uri="{FF2B5EF4-FFF2-40B4-BE49-F238E27FC236}">
                <a16:creationId xmlns:a16="http://schemas.microsoft.com/office/drawing/2014/main" id="{731340C6-78C8-707E-AA12-E184FCCDE37B}"/>
              </a:ext>
            </a:extLst>
          </p:cNvPr>
          <p:cNvSpPr/>
          <p:nvPr/>
        </p:nvSpPr>
        <p:spPr>
          <a:xfrm>
            <a:off x="7509697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12" name="모서리가 둥근 직사각형 2111">
            <a:extLst>
              <a:ext uri="{FF2B5EF4-FFF2-40B4-BE49-F238E27FC236}">
                <a16:creationId xmlns:a16="http://schemas.microsoft.com/office/drawing/2014/main" id="{5EDBEEB6-5020-4380-954F-A1E883A7EB0A}"/>
              </a:ext>
            </a:extLst>
          </p:cNvPr>
          <p:cNvSpPr/>
          <p:nvPr/>
        </p:nvSpPr>
        <p:spPr>
          <a:xfrm>
            <a:off x="7509697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13" name="모서리가 둥근 직사각형 2112">
            <a:extLst>
              <a:ext uri="{FF2B5EF4-FFF2-40B4-BE49-F238E27FC236}">
                <a16:creationId xmlns:a16="http://schemas.microsoft.com/office/drawing/2014/main" id="{4469F503-3827-656B-1E54-05C22E62EBD0}"/>
              </a:ext>
            </a:extLst>
          </p:cNvPr>
          <p:cNvSpPr/>
          <p:nvPr/>
        </p:nvSpPr>
        <p:spPr>
          <a:xfrm>
            <a:off x="7599176" y="57682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14" name="모서리가 둥근 직사각형 2113">
            <a:extLst>
              <a:ext uri="{FF2B5EF4-FFF2-40B4-BE49-F238E27FC236}">
                <a16:creationId xmlns:a16="http://schemas.microsoft.com/office/drawing/2014/main" id="{00D383CE-5035-B453-2410-F9A7B8A1C91B}"/>
              </a:ext>
            </a:extLst>
          </p:cNvPr>
          <p:cNvSpPr/>
          <p:nvPr/>
        </p:nvSpPr>
        <p:spPr>
          <a:xfrm>
            <a:off x="7599176" y="56945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15" name="모서리가 둥근 직사각형 2114">
            <a:extLst>
              <a:ext uri="{FF2B5EF4-FFF2-40B4-BE49-F238E27FC236}">
                <a16:creationId xmlns:a16="http://schemas.microsoft.com/office/drawing/2014/main" id="{5C180F3A-EF54-1E54-FAFF-1EAB744D43DA}"/>
              </a:ext>
            </a:extLst>
          </p:cNvPr>
          <p:cNvSpPr/>
          <p:nvPr/>
        </p:nvSpPr>
        <p:spPr>
          <a:xfrm>
            <a:off x="7557157" y="562081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16" name="직선 연결선 2115">
            <a:extLst>
              <a:ext uri="{FF2B5EF4-FFF2-40B4-BE49-F238E27FC236}">
                <a16:creationId xmlns:a16="http://schemas.microsoft.com/office/drawing/2014/main" id="{02EA2A24-EA51-CA94-5187-812E984073A2}"/>
              </a:ext>
            </a:extLst>
          </p:cNvPr>
          <p:cNvCxnSpPr/>
          <p:nvPr/>
        </p:nvCxnSpPr>
        <p:spPr>
          <a:xfrm>
            <a:off x="7725570" y="567264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7" name="직선 연결선 2116">
            <a:extLst>
              <a:ext uri="{FF2B5EF4-FFF2-40B4-BE49-F238E27FC236}">
                <a16:creationId xmlns:a16="http://schemas.microsoft.com/office/drawing/2014/main" id="{C0BF3EF2-FE9E-5382-588A-9994FD69D422}"/>
              </a:ext>
            </a:extLst>
          </p:cNvPr>
          <p:cNvCxnSpPr/>
          <p:nvPr/>
        </p:nvCxnSpPr>
        <p:spPr>
          <a:xfrm>
            <a:off x="7683551" y="559993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8" name="모서리가 둥근 직사각형 2117">
            <a:extLst>
              <a:ext uri="{FF2B5EF4-FFF2-40B4-BE49-F238E27FC236}">
                <a16:creationId xmlns:a16="http://schemas.microsoft.com/office/drawing/2014/main" id="{C3B934E9-A937-F93B-061E-8EA6078D3292}"/>
              </a:ext>
            </a:extLst>
          </p:cNvPr>
          <p:cNvSpPr/>
          <p:nvPr/>
        </p:nvSpPr>
        <p:spPr>
          <a:xfrm>
            <a:off x="7687862" y="571762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19" name="모서리가 둥근 직사각형 2118">
            <a:extLst>
              <a:ext uri="{FF2B5EF4-FFF2-40B4-BE49-F238E27FC236}">
                <a16:creationId xmlns:a16="http://schemas.microsoft.com/office/drawing/2014/main" id="{30D69F04-740E-9F82-B709-3E7619063802}"/>
              </a:ext>
            </a:extLst>
          </p:cNvPr>
          <p:cNvSpPr/>
          <p:nvPr/>
        </p:nvSpPr>
        <p:spPr>
          <a:xfrm>
            <a:off x="7687862" y="564388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20" name="모서리가 둥근 직사각형 2119">
            <a:extLst>
              <a:ext uri="{FF2B5EF4-FFF2-40B4-BE49-F238E27FC236}">
                <a16:creationId xmlns:a16="http://schemas.microsoft.com/office/drawing/2014/main" id="{1448BC96-DDCB-3A29-E04F-A1D077FE2410}"/>
              </a:ext>
            </a:extLst>
          </p:cNvPr>
          <p:cNvSpPr/>
          <p:nvPr/>
        </p:nvSpPr>
        <p:spPr>
          <a:xfrm>
            <a:off x="7645843" y="557014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21" name="직선 연결선 2120">
            <a:extLst>
              <a:ext uri="{FF2B5EF4-FFF2-40B4-BE49-F238E27FC236}">
                <a16:creationId xmlns:a16="http://schemas.microsoft.com/office/drawing/2014/main" id="{B20DD442-8E5A-2126-D900-7F3578825530}"/>
              </a:ext>
            </a:extLst>
          </p:cNvPr>
          <p:cNvCxnSpPr/>
          <p:nvPr/>
        </p:nvCxnSpPr>
        <p:spPr>
          <a:xfrm flipH="1">
            <a:off x="7150287" y="6190975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직선 연결선 2121">
            <a:extLst>
              <a:ext uri="{FF2B5EF4-FFF2-40B4-BE49-F238E27FC236}">
                <a16:creationId xmlns:a16="http://schemas.microsoft.com/office/drawing/2014/main" id="{090EE38B-2401-74C6-D706-EE963B663502}"/>
              </a:ext>
            </a:extLst>
          </p:cNvPr>
          <p:cNvCxnSpPr/>
          <p:nvPr/>
        </p:nvCxnSpPr>
        <p:spPr>
          <a:xfrm>
            <a:off x="6963496" y="6092690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직선 연결선 2122">
            <a:extLst>
              <a:ext uri="{FF2B5EF4-FFF2-40B4-BE49-F238E27FC236}">
                <a16:creationId xmlns:a16="http://schemas.microsoft.com/office/drawing/2014/main" id="{6E7EAC12-96CB-930F-FCDB-CDC3A91070BF}"/>
              </a:ext>
            </a:extLst>
          </p:cNvPr>
          <p:cNvCxnSpPr/>
          <p:nvPr/>
        </p:nvCxnSpPr>
        <p:spPr>
          <a:xfrm flipH="1">
            <a:off x="6676445" y="6084386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직선 연결선 2123">
            <a:extLst>
              <a:ext uri="{FF2B5EF4-FFF2-40B4-BE49-F238E27FC236}">
                <a16:creationId xmlns:a16="http://schemas.microsoft.com/office/drawing/2014/main" id="{47E97216-0639-641E-77DF-07FC72A44337}"/>
              </a:ext>
            </a:extLst>
          </p:cNvPr>
          <p:cNvCxnSpPr/>
          <p:nvPr/>
        </p:nvCxnSpPr>
        <p:spPr>
          <a:xfrm flipH="1">
            <a:off x="6545332" y="6190480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5" name="모서리가 둥근 직사각형 2124">
            <a:extLst>
              <a:ext uri="{FF2B5EF4-FFF2-40B4-BE49-F238E27FC236}">
                <a16:creationId xmlns:a16="http://schemas.microsoft.com/office/drawing/2014/main" id="{431597F1-5548-8B6A-F944-D7987C4FEC00}"/>
              </a:ext>
            </a:extLst>
          </p:cNvPr>
          <p:cNvSpPr/>
          <p:nvPr/>
        </p:nvSpPr>
        <p:spPr>
          <a:xfrm>
            <a:off x="6902777" y="6056007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126" name="직선 연결선 2125">
            <a:extLst>
              <a:ext uri="{FF2B5EF4-FFF2-40B4-BE49-F238E27FC236}">
                <a16:creationId xmlns:a16="http://schemas.microsoft.com/office/drawing/2014/main" id="{D7ABC7DE-CEDE-F09E-15BB-51175605F60D}"/>
              </a:ext>
            </a:extLst>
          </p:cNvPr>
          <p:cNvCxnSpPr/>
          <p:nvPr/>
        </p:nvCxnSpPr>
        <p:spPr>
          <a:xfrm flipH="1">
            <a:off x="6351326" y="645861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7" name="직선 연결선 2126">
            <a:extLst>
              <a:ext uri="{FF2B5EF4-FFF2-40B4-BE49-F238E27FC236}">
                <a16:creationId xmlns:a16="http://schemas.microsoft.com/office/drawing/2014/main" id="{5A1E632B-704F-CD99-56F1-402F3D17D6A9}"/>
              </a:ext>
            </a:extLst>
          </p:cNvPr>
          <p:cNvCxnSpPr/>
          <p:nvPr/>
        </p:nvCxnSpPr>
        <p:spPr>
          <a:xfrm>
            <a:off x="6393344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직선 연결선 2127">
            <a:extLst>
              <a:ext uri="{FF2B5EF4-FFF2-40B4-BE49-F238E27FC236}">
                <a16:creationId xmlns:a16="http://schemas.microsoft.com/office/drawing/2014/main" id="{900258EC-61C2-D1D3-5EAA-3560909892CF}"/>
              </a:ext>
            </a:extLst>
          </p:cNvPr>
          <p:cNvCxnSpPr/>
          <p:nvPr/>
        </p:nvCxnSpPr>
        <p:spPr>
          <a:xfrm>
            <a:off x="6303483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9" name="직선 연결선 2128">
            <a:extLst>
              <a:ext uri="{FF2B5EF4-FFF2-40B4-BE49-F238E27FC236}">
                <a16:creationId xmlns:a16="http://schemas.microsoft.com/office/drawing/2014/main" id="{E984814A-4723-A5A8-F6A4-109FC9C12682}"/>
              </a:ext>
            </a:extLst>
          </p:cNvPr>
          <p:cNvCxnSpPr/>
          <p:nvPr/>
        </p:nvCxnSpPr>
        <p:spPr>
          <a:xfrm>
            <a:off x="6351325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0" name="직선 연결선 2129">
            <a:extLst>
              <a:ext uri="{FF2B5EF4-FFF2-40B4-BE49-F238E27FC236}">
                <a16:creationId xmlns:a16="http://schemas.microsoft.com/office/drawing/2014/main" id="{F2E33339-1617-B843-F5B5-C97CEF45EECD}"/>
              </a:ext>
            </a:extLst>
          </p:cNvPr>
          <p:cNvCxnSpPr/>
          <p:nvPr/>
        </p:nvCxnSpPr>
        <p:spPr>
          <a:xfrm flipH="1">
            <a:off x="6301282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1" name="모서리가 둥근 직사각형 2130">
            <a:extLst>
              <a:ext uri="{FF2B5EF4-FFF2-40B4-BE49-F238E27FC236}">
                <a16:creationId xmlns:a16="http://schemas.microsoft.com/office/drawing/2014/main" id="{B93AA654-D6B2-C8F3-0A81-F5E932B03EF6}"/>
              </a:ext>
            </a:extLst>
          </p:cNvPr>
          <p:cNvSpPr/>
          <p:nvPr/>
        </p:nvSpPr>
        <p:spPr>
          <a:xfrm>
            <a:off x="6266157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32" name="모서리가 둥근 직사각형 2131">
            <a:extLst>
              <a:ext uri="{FF2B5EF4-FFF2-40B4-BE49-F238E27FC236}">
                <a16:creationId xmlns:a16="http://schemas.microsoft.com/office/drawing/2014/main" id="{DD89C49C-0E7B-5FB6-D178-7A78BBE3BDE0}"/>
              </a:ext>
            </a:extLst>
          </p:cNvPr>
          <p:cNvSpPr/>
          <p:nvPr/>
        </p:nvSpPr>
        <p:spPr>
          <a:xfrm>
            <a:off x="6266157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33" name="모서리가 둥근 직사각형 2132">
            <a:extLst>
              <a:ext uri="{FF2B5EF4-FFF2-40B4-BE49-F238E27FC236}">
                <a16:creationId xmlns:a16="http://schemas.microsoft.com/office/drawing/2014/main" id="{11BE9563-8FCD-2924-36A2-79AEC13CB273}"/>
              </a:ext>
            </a:extLst>
          </p:cNvPr>
          <p:cNvSpPr/>
          <p:nvPr/>
        </p:nvSpPr>
        <p:spPr>
          <a:xfrm>
            <a:off x="6355636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34" name="모서리가 둥근 직사각형 2133">
            <a:extLst>
              <a:ext uri="{FF2B5EF4-FFF2-40B4-BE49-F238E27FC236}">
                <a16:creationId xmlns:a16="http://schemas.microsoft.com/office/drawing/2014/main" id="{D2963633-4BE7-3D96-D973-FB86A34E5552}"/>
              </a:ext>
            </a:extLst>
          </p:cNvPr>
          <p:cNvSpPr/>
          <p:nvPr/>
        </p:nvSpPr>
        <p:spPr>
          <a:xfrm>
            <a:off x="6355636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35" name="모서리가 둥근 직사각형 2134">
            <a:extLst>
              <a:ext uri="{FF2B5EF4-FFF2-40B4-BE49-F238E27FC236}">
                <a16:creationId xmlns:a16="http://schemas.microsoft.com/office/drawing/2014/main" id="{D4C3125D-5693-2B25-01DC-A745FABB40DA}"/>
              </a:ext>
            </a:extLst>
          </p:cNvPr>
          <p:cNvSpPr/>
          <p:nvPr/>
        </p:nvSpPr>
        <p:spPr>
          <a:xfrm>
            <a:off x="6313617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36" name="직선 연결선 2135">
            <a:extLst>
              <a:ext uri="{FF2B5EF4-FFF2-40B4-BE49-F238E27FC236}">
                <a16:creationId xmlns:a16="http://schemas.microsoft.com/office/drawing/2014/main" id="{CDB0A0B2-8BC0-E0C8-BDD5-E3C0A4A782F4}"/>
              </a:ext>
            </a:extLst>
          </p:cNvPr>
          <p:cNvCxnSpPr/>
          <p:nvPr/>
        </p:nvCxnSpPr>
        <p:spPr>
          <a:xfrm>
            <a:off x="6546475" y="645939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7" name="모서리가 둥근 직사각형 2136">
            <a:extLst>
              <a:ext uri="{FF2B5EF4-FFF2-40B4-BE49-F238E27FC236}">
                <a16:creationId xmlns:a16="http://schemas.microsoft.com/office/drawing/2014/main" id="{84898C8C-A60F-83A4-F489-D3B740E0FF01}"/>
              </a:ext>
            </a:extLst>
          </p:cNvPr>
          <p:cNvSpPr/>
          <p:nvPr/>
        </p:nvSpPr>
        <p:spPr>
          <a:xfrm>
            <a:off x="6514011" y="643372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138" name="직선 연결선 2137">
            <a:extLst>
              <a:ext uri="{FF2B5EF4-FFF2-40B4-BE49-F238E27FC236}">
                <a16:creationId xmlns:a16="http://schemas.microsoft.com/office/drawing/2014/main" id="{4BA52902-E8C4-3F7D-5CC2-38CAA9AC38DC}"/>
              </a:ext>
            </a:extLst>
          </p:cNvPr>
          <p:cNvCxnSpPr/>
          <p:nvPr/>
        </p:nvCxnSpPr>
        <p:spPr>
          <a:xfrm>
            <a:off x="6482030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9" name="직선 연결선 2138">
            <a:extLst>
              <a:ext uri="{FF2B5EF4-FFF2-40B4-BE49-F238E27FC236}">
                <a16:creationId xmlns:a16="http://schemas.microsoft.com/office/drawing/2014/main" id="{3A3C62DF-B9D5-8821-8C6D-B7ABEE714D48}"/>
              </a:ext>
            </a:extLst>
          </p:cNvPr>
          <p:cNvCxnSpPr/>
          <p:nvPr/>
        </p:nvCxnSpPr>
        <p:spPr>
          <a:xfrm>
            <a:off x="6440011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0" name="모서리가 둥근 직사각형 2139">
            <a:extLst>
              <a:ext uri="{FF2B5EF4-FFF2-40B4-BE49-F238E27FC236}">
                <a16:creationId xmlns:a16="http://schemas.microsoft.com/office/drawing/2014/main" id="{9F46797B-3AF8-DB05-03CC-EC85D6B1C373}"/>
              </a:ext>
            </a:extLst>
          </p:cNvPr>
          <p:cNvSpPr/>
          <p:nvPr/>
        </p:nvSpPr>
        <p:spPr>
          <a:xfrm>
            <a:off x="6444322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41" name="모서리가 둥근 직사각형 2140">
            <a:extLst>
              <a:ext uri="{FF2B5EF4-FFF2-40B4-BE49-F238E27FC236}">
                <a16:creationId xmlns:a16="http://schemas.microsoft.com/office/drawing/2014/main" id="{83D9BA0E-E489-5E80-1D28-D12796C5B835}"/>
              </a:ext>
            </a:extLst>
          </p:cNvPr>
          <p:cNvSpPr/>
          <p:nvPr/>
        </p:nvSpPr>
        <p:spPr>
          <a:xfrm>
            <a:off x="6444322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42" name="모서리가 둥근 직사각형 2141">
            <a:extLst>
              <a:ext uri="{FF2B5EF4-FFF2-40B4-BE49-F238E27FC236}">
                <a16:creationId xmlns:a16="http://schemas.microsoft.com/office/drawing/2014/main" id="{C83A707C-3331-70E7-3AEA-FA396128A47B}"/>
              </a:ext>
            </a:extLst>
          </p:cNvPr>
          <p:cNvSpPr/>
          <p:nvPr/>
        </p:nvSpPr>
        <p:spPr>
          <a:xfrm>
            <a:off x="6402303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43" name="직선 연결선 2142">
            <a:extLst>
              <a:ext uri="{FF2B5EF4-FFF2-40B4-BE49-F238E27FC236}">
                <a16:creationId xmlns:a16="http://schemas.microsoft.com/office/drawing/2014/main" id="{601EA078-DB24-521A-3E35-5F2C19814883}"/>
              </a:ext>
            </a:extLst>
          </p:cNvPr>
          <p:cNvCxnSpPr/>
          <p:nvPr/>
        </p:nvCxnSpPr>
        <p:spPr>
          <a:xfrm flipH="1">
            <a:off x="6645840" y="652609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직선 연결선 2143">
            <a:extLst>
              <a:ext uri="{FF2B5EF4-FFF2-40B4-BE49-F238E27FC236}">
                <a16:creationId xmlns:a16="http://schemas.microsoft.com/office/drawing/2014/main" id="{A6EE38C9-4FC0-D514-531B-F62A6F17AA20}"/>
              </a:ext>
            </a:extLst>
          </p:cNvPr>
          <p:cNvCxnSpPr/>
          <p:nvPr/>
        </p:nvCxnSpPr>
        <p:spPr>
          <a:xfrm>
            <a:off x="6687859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" name="직선 연결선 2144">
            <a:extLst>
              <a:ext uri="{FF2B5EF4-FFF2-40B4-BE49-F238E27FC236}">
                <a16:creationId xmlns:a16="http://schemas.microsoft.com/office/drawing/2014/main" id="{0BC7491C-C1A4-C18B-805A-CDF60033CB3A}"/>
              </a:ext>
            </a:extLst>
          </p:cNvPr>
          <p:cNvCxnSpPr/>
          <p:nvPr/>
        </p:nvCxnSpPr>
        <p:spPr>
          <a:xfrm>
            <a:off x="6597998" y="665007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직선 연결선 2145">
            <a:extLst>
              <a:ext uri="{FF2B5EF4-FFF2-40B4-BE49-F238E27FC236}">
                <a16:creationId xmlns:a16="http://schemas.microsoft.com/office/drawing/2014/main" id="{038C4EC6-F873-FB92-541B-3F70FD8E74DF}"/>
              </a:ext>
            </a:extLst>
          </p:cNvPr>
          <p:cNvCxnSpPr/>
          <p:nvPr/>
        </p:nvCxnSpPr>
        <p:spPr>
          <a:xfrm>
            <a:off x="6645840" y="657736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7" name="직선 연결선 2146">
            <a:extLst>
              <a:ext uri="{FF2B5EF4-FFF2-40B4-BE49-F238E27FC236}">
                <a16:creationId xmlns:a16="http://schemas.microsoft.com/office/drawing/2014/main" id="{02ECA1CA-3746-5405-C3DF-F55392B4B444}"/>
              </a:ext>
            </a:extLst>
          </p:cNvPr>
          <p:cNvCxnSpPr/>
          <p:nvPr/>
        </p:nvCxnSpPr>
        <p:spPr>
          <a:xfrm flipH="1">
            <a:off x="6595797" y="657399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8" name="모서리가 둥근 직사각형 2147">
            <a:extLst>
              <a:ext uri="{FF2B5EF4-FFF2-40B4-BE49-F238E27FC236}">
                <a16:creationId xmlns:a16="http://schemas.microsoft.com/office/drawing/2014/main" id="{11F298A3-EFD6-DBAD-5B35-54EDE6039867}"/>
              </a:ext>
            </a:extLst>
          </p:cNvPr>
          <p:cNvSpPr/>
          <p:nvPr/>
        </p:nvSpPr>
        <p:spPr>
          <a:xfrm>
            <a:off x="6560672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49" name="모서리가 둥근 직사각형 2148">
            <a:extLst>
              <a:ext uri="{FF2B5EF4-FFF2-40B4-BE49-F238E27FC236}">
                <a16:creationId xmlns:a16="http://schemas.microsoft.com/office/drawing/2014/main" id="{007C021A-886D-3A53-FFC0-6A9D3BFE53E7}"/>
              </a:ext>
            </a:extLst>
          </p:cNvPr>
          <p:cNvSpPr/>
          <p:nvPr/>
        </p:nvSpPr>
        <p:spPr>
          <a:xfrm>
            <a:off x="6560672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50" name="모서리가 둥근 직사각형 2149">
            <a:extLst>
              <a:ext uri="{FF2B5EF4-FFF2-40B4-BE49-F238E27FC236}">
                <a16:creationId xmlns:a16="http://schemas.microsoft.com/office/drawing/2014/main" id="{8A2E6789-D43F-E1FF-2D8B-AA774090BD12}"/>
              </a:ext>
            </a:extLst>
          </p:cNvPr>
          <p:cNvSpPr/>
          <p:nvPr/>
        </p:nvSpPr>
        <p:spPr>
          <a:xfrm>
            <a:off x="6650151" y="669505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51" name="모서리가 둥근 직사각형 2150">
            <a:extLst>
              <a:ext uri="{FF2B5EF4-FFF2-40B4-BE49-F238E27FC236}">
                <a16:creationId xmlns:a16="http://schemas.microsoft.com/office/drawing/2014/main" id="{F58E1719-25AA-CAB7-E97F-F4BC1BB6A743}"/>
              </a:ext>
            </a:extLst>
          </p:cNvPr>
          <p:cNvSpPr/>
          <p:nvPr/>
        </p:nvSpPr>
        <p:spPr>
          <a:xfrm>
            <a:off x="6650151" y="66213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52" name="모서리가 둥근 직사각형 2151">
            <a:extLst>
              <a:ext uri="{FF2B5EF4-FFF2-40B4-BE49-F238E27FC236}">
                <a16:creationId xmlns:a16="http://schemas.microsoft.com/office/drawing/2014/main" id="{D29304DE-2841-C77E-A8BE-B03D3E73A421}"/>
              </a:ext>
            </a:extLst>
          </p:cNvPr>
          <p:cNvSpPr/>
          <p:nvPr/>
        </p:nvSpPr>
        <p:spPr>
          <a:xfrm>
            <a:off x="6608131" y="654757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53" name="직선 연결선 2152">
            <a:extLst>
              <a:ext uri="{FF2B5EF4-FFF2-40B4-BE49-F238E27FC236}">
                <a16:creationId xmlns:a16="http://schemas.microsoft.com/office/drawing/2014/main" id="{D0A4330F-392F-6E27-962B-12CED0CE7152}"/>
              </a:ext>
            </a:extLst>
          </p:cNvPr>
          <p:cNvCxnSpPr/>
          <p:nvPr/>
        </p:nvCxnSpPr>
        <p:spPr>
          <a:xfrm>
            <a:off x="6776545" y="659941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4" name="직선 연결선 2153">
            <a:extLst>
              <a:ext uri="{FF2B5EF4-FFF2-40B4-BE49-F238E27FC236}">
                <a16:creationId xmlns:a16="http://schemas.microsoft.com/office/drawing/2014/main" id="{1732E03D-9336-3F20-AAFD-5EE277926A46}"/>
              </a:ext>
            </a:extLst>
          </p:cNvPr>
          <p:cNvCxnSpPr/>
          <p:nvPr/>
        </p:nvCxnSpPr>
        <p:spPr>
          <a:xfrm>
            <a:off x="6734526" y="652670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5" name="모서리가 둥근 직사각형 2154">
            <a:extLst>
              <a:ext uri="{FF2B5EF4-FFF2-40B4-BE49-F238E27FC236}">
                <a16:creationId xmlns:a16="http://schemas.microsoft.com/office/drawing/2014/main" id="{B6663D4D-041C-2267-4943-8671498C9101}"/>
              </a:ext>
            </a:extLst>
          </p:cNvPr>
          <p:cNvSpPr/>
          <p:nvPr/>
        </p:nvSpPr>
        <p:spPr>
          <a:xfrm>
            <a:off x="6738837" y="664439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56" name="모서리가 둥근 직사각형 2155">
            <a:extLst>
              <a:ext uri="{FF2B5EF4-FFF2-40B4-BE49-F238E27FC236}">
                <a16:creationId xmlns:a16="http://schemas.microsoft.com/office/drawing/2014/main" id="{58E2663B-6F4C-C2D6-644C-C7C7AD778ECD}"/>
              </a:ext>
            </a:extLst>
          </p:cNvPr>
          <p:cNvSpPr/>
          <p:nvPr/>
        </p:nvSpPr>
        <p:spPr>
          <a:xfrm>
            <a:off x="6738837" y="65706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57" name="모서리가 둥근 직사각형 2156">
            <a:extLst>
              <a:ext uri="{FF2B5EF4-FFF2-40B4-BE49-F238E27FC236}">
                <a16:creationId xmlns:a16="http://schemas.microsoft.com/office/drawing/2014/main" id="{3E40D76D-32FA-7F9B-D2F5-D190211F8293}"/>
              </a:ext>
            </a:extLst>
          </p:cNvPr>
          <p:cNvSpPr/>
          <p:nvPr/>
        </p:nvSpPr>
        <p:spPr>
          <a:xfrm>
            <a:off x="6696817" y="649691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58" name="직선 연결선 2157">
            <a:extLst>
              <a:ext uri="{FF2B5EF4-FFF2-40B4-BE49-F238E27FC236}">
                <a16:creationId xmlns:a16="http://schemas.microsoft.com/office/drawing/2014/main" id="{92673064-48D8-5DAA-498B-ABE0D4035A6D}"/>
              </a:ext>
            </a:extLst>
          </p:cNvPr>
          <p:cNvCxnSpPr/>
          <p:nvPr/>
        </p:nvCxnSpPr>
        <p:spPr>
          <a:xfrm flipH="1">
            <a:off x="6951029" y="646488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9" name="직선 연결선 2158">
            <a:extLst>
              <a:ext uri="{FF2B5EF4-FFF2-40B4-BE49-F238E27FC236}">
                <a16:creationId xmlns:a16="http://schemas.microsoft.com/office/drawing/2014/main" id="{E187BF2A-8DB6-5D18-AB83-07017441BA36}"/>
              </a:ext>
            </a:extLst>
          </p:cNvPr>
          <p:cNvCxnSpPr/>
          <p:nvPr/>
        </p:nvCxnSpPr>
        <p:spPr>
          <a:xfrm>
            <a:off x="6993049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0" name="직선 연결선 2159">
            <a:extLst>
              <a:ext uri="{FF2B5EF4-FFF2-40B4-BE49-F238E27FC236}">
                <a16:creationId xmlns:a16="http://schemas.microsoft.com/office/drawing/2014/main" id="{67E3A86B-419A-43D3-25B2-F54CADCDDE5C}"/>
              </a:ext>
            </a:extLst>
          </p:cNvPr>
          <p:cNvCxnSpPr/>
          <p:nvPr/>
        </p:nvCxnSpPr>
        <p:spPr>
          <a:xfrm>
            <a:off x="6903187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1" name="직선 연결선 2160">
            <a:extLst>
              <a:ext uri="{FF2B5EF4-FFF2-40B4-BE49-F238E27FC236}">
                <a16:creationId xmlns:a16="http://schemas.microsoft.com/office/drawing/2014/main" id="{EF9F48F8-56CB-B6CA-CEB7-1209FC29D9A1}"/>
              </a:ext>
            </a:extLst>
          </p:cNvPr>
          <p:cNvCxnSpPr/>
          <p:nvPr/>
        </p:nvCxnSpPr>
        <p:spPr>
          <a:xfrm>
            <a:off x="6951030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2" name="직선 연결선 2161">
            <a:extLst>
              <a:ext uri="{FF2B5EF4-FFF2-40B4-BE49-F238E27FC236}">
                <a16:creationId xmlns:a16="http://schemas.microsoft.com/office/drawing/2014/main" id="{FD262766-00AD-6231-3E69-667883C87649}"/>
              </a:ext>
            </a:extLst>
          </p:cNvPr>
          <p:cNvCxnSpPr/>
          <p:nvPr/>
        </p:nvCxnSpPr>
        <p:spPr>
          <a:xfrm flipH="1">
            <a:off x="6900986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3" name="모서리가 둥근 직사각형 2162">
            <a:extLst>
              <a:ext uri="{FF2B5EF4-FFF2-40B4-BE49-F238E27FC236}">
                <a16:creationId xmlns:a16="http://schemas.microsoft.com/office/drawing/2014/main" id="{A1CFE1CF-C96D-6A27-7C25-583FFBA97E23}"/>
              </a:ext>
            </a:extLst>
          </p:cNvPr>
          <p:cNvSpPr/>
          <p:nvPr/>
        </p:nvSpPr>
        <p:spPr>
          <a:xfrm>
            <a:off x="6865862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64" name="모서리가 둥근 직사각형 2163">
            <a:extLst>
              <a:ext uri="{FF2B5EF4-FFF2-40B4-BE49-F238E27FC236}">
                <a16:creationId xmlns:a16="http://schemas.microsoft.com/office/drawing/2014/main" id="{40BE9F9A-A243-4F6C-4BB9-62712CC970A9}"/>
              </a:ext>
            </a:extLst>
          </p:cNvPr>
          <p:cNvSpPr/>
          <p:nvPr/>
        </p:nvSpPr>
        <p:spPr>
          <a:xfrm>
            <a:off x="6865862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65" name="모서리가 둥근 직사각형 2164">
            <a:extLst>
              <a:ext uri="{FF2B5EF4-FFF2-40B4-BE49-F238E27FC236}">
                <a16:creationId xmlns:a16="http://schemas.microsoft.com/office/drawing/2014/main" id="{EE546AA1-3F41-0869-0DB3-FCA1D62A9C2D}"/>
              </a:ext>
            </a:extLst>
          </p:cNvPr>
          <p:cNvSpPr/>
          <p:nvPr/>
        </p:nvSpPr>
        <p:spPr>
          <a:xfrm>
            <a:off x="6955340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66" name="모서리가 둥근 직사각형 2165">
            <a:extLst>
              <a:ext uri="{FF2B5EF4-FFF2-40B4-BE49-F238E27FC236}">
                <a16:creationId xmlns:a16="http://schemas.microsoft.com/office/drawing/2014/main" id="{8736225E-40F3-34EE-88AD-6DAC1196F138}"/>
              </a:ext>
            </a:extLst>
          </p:cNvPr>
          <p:cNvSpPr/>
          <p:nvPr/>
        </p:nvSpPr>
        <p:spPr>
          <a:xfrm>
            <a:off x="6955340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67" name="모서리가 둥근 직사각형 2166">
            <a:extLst>
              <a:ext uri="{FF2B5EF4-FFF2-40B4-BE49-F238E27FC236}">
                <a16:creationId xmlns:a16="http://schemas.microsoft.com/office/drawing/2014/main" id="{2A114BD0-26B1-9016-CEBF-929A5AE4D580}"/>
              </a:ext>
            </a:extLst>
          </p:cNvPr>
          <p:cNvSpPr/>
          <p:nvPr/>
        </p:nvSpPr>
        <p:spPr>
          <a:xfrm>
            <a:off x="6913321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68" name="직선 연결선 2167">
            <a:extLst>
              <a:ext uri="{FF2B5EF4-FFF2-40B4-BE49-F238E27FC236}">
                <a16:creationId xmlns:a16="http://schemas.microsoft.com/office/drawing/2014/main" id="{3320E8F3-9E1B-2566-1D2A-833D2E57FA2C}"/>
              </a:ext>
            </a:extLst>
          </p:cNvPr>
          <p:cNvCxnSpPr/>
          <p:nvPr/>
        </p:nvCxnSpPr>
        <p:spPr>
          <a:xfrm>
            <a:off x="7146179" y="646566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9" name="모서리가 둥근 직사각형 2168">
            <a:extLst>
              <a:ext uri="{FF2B5EF4-FFF2-40B4-BE49-F238E27FC236}">
                <a16:creationId xmlns:a16="http://schemas.microsoft.com/office/drawing/2014/main" id="{B0CED201-C4B8-D796-E865-1B676734405C}"/>
              </a:ext>
            </a:extLst>
          </p:cNvPr>
          <p:cNvSpPr/>
          <p:nvPr/>
        </p:nvSpPr>
        <p:spPr>
          <a:xfrm>
            <a:off x="7113715" y="643998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170" name="직선 연결선 2169">
            <a:extLst>
              <a:ext uri="{FF2B5EF4-FFF2-40B4-BE49-F238E27FC236}">
                <a16:creationId xmlns:a16="http://schemas.microsoft.com/office/drawing/2014/main" id="{579C76ED-F61A-2EA4-411A-BA46D4ECB656}"/>
              </a:ext>
            </a:extLst>
          </p:cNvPr>
          <p:cNvCxnSpPr/>
          <p:nvPr/>
        </p:nvCxnSpPr>
        <p:spPr>
          <a:xfrm>
            <a:off x="7081734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1" name="직선 연결선 2170">
            <a:extLst>
              <a:ext uri="{FF2B5EF4-FFF2-40B4-BE49-F238E27FC236}">
                <a16:creationId xmlns:a16="http://schemas.microsoft.com/office/drawing/2014/main" id="{5D0B1D2E-B745-1877-A8AB-53462CE4E6C2}"/>
              </a:ext>
            </a:extLst>
          </p:cNvPr>
          <p:cNvCxnSpPr/>
          <p:nvPr/>
        </p:nvCxnSpPr>
        <p:spPr>
          <a:xfrm>
            <a:off x="7039715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2" name="모서리가 둥근 직사각형 2171">
            <a:extLst>
              <a:ext uri="{FF2B5EF4-FFF2-40B4-BE49-F238E27FC236}">
                <a16:creationId xmlns:a16="http://schemas.microsoft.com/office/drawing/2014/main" id="{ECBFB71F-2C6B-2FA1-F723-F6AD73E4B3E4}"/>
              </a:ext>
            </a:extLst>
          </p:cNvPr>
          <p:cNvSpPr/>
          <p:nvPr/>
        </p:nvSpPr>
        <p:spPr>
          <a:xfrm>
            <a:off x="7044026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73" name="모서리가 둥근 직사각형 2172">
            <a:extLst>
              <a:ext uri="{FF2B5EF4-FFF2-40B4-BE49-F238E27FC236}">
                <a16:creationId xmlns:a16="http://schemas.microsoft.com/office/drawing/2014/main" id="{659A1EB8-CA94-994E-F99A-B7166F8BA49A}"/>
              </a:ext>
            </a:extLst>
          </p:cNvPr>
          <p:cNvSpPr/>
          <p:nvPr/>
        </p:nvSpPr>
        <p:spPr>
          <a:xfrm>
            <a:off x="7044026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74" name="모서리가 둥근 직사각형 2173">
            <a:extLst>
              <a:ext uri="{FF2B5EF4-FFF2-40B4-BE49-F238E27FC236}">
                <a16:creationId xmlns:a16="http://schemas.microsoft.com/office/drawing/2014/main" id="{2CE900CD-B464-AC30-992C-C612BE98303E}"/>
              </a:ext>
            </a:extLst>
          </p:cNvPr>
          <p:cNvSpPr/>
          <p:nvPr/>
        </p:nvSpPr>
        <p:spPr>
          <a:xfrm>
            <a:off x="7002007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75" name="직선 연결선 2174">
            <a:extLst>
              <a:ext uri="{FF2B5EF4-FFF2-40B4-BE49-F238E27FC236}">
                <a16:creationId xmlns:a16="http://schemas.microsoft.com/office/drawing/2014/main" id="{E3AFEB0E-EF89-1194-4A1B-D83411B4852D}"/>
              </a:ext>
            </a:extLst>
          </p:cNvPr>
          <p:cNvCxnSpPr/>
          <p:nvPr/>
        </p:nvCxnSpPr>
        <p:spPr>
          <a:xfrm flipH="1">
            <a:off x="7245544" y="653236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연결선 2175">
            <a:extLst>
              <a:ext uri="{FF2B5EF4-FFF2-40B4-BE49-F238E27FC236}">
                <a16:creationId xmlns:a16="http://schemas.microsoft.com/office/drawing/2014/main" id="{8BC635EB-23FD-DE1C-E7D2-C1BB2EB55687}"/>
              </a:ext>
            </a:extLst>
          </p:cNvPr>
          <p:cNvCxnSpPr/>
          <p:nvPr/>
        </p:nvCxnSpPr>
        <p:spPr>
          <a:xfrm>
            <a:off x="7287563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7" name="직선 연결선 2176">
            <a:extLst>
              <a:ext uri="{FF2B5EF4-FFF2-40B4-BE49-F238E27FC236}">
                <a16:creationId xmlns:a16="http://schemas.microsoft.com/office/drawing/2014/main" id="{27E673F6-60ED-1A0D-EA22-B9E924FEA675}"/>
              </a:ext>
            </a:extLst>
          </p:cNvPr>
          <p:cNvCxnSpPr/>
          <p:nvPr/>
        </p:nvCxnSpPr>
        <p:spPr>
          <a:xfrm>
            <a:off x="7197701" y="66563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8" name="직선 연결선 2177">
            <a:extLst>
              <a:ext uri="{FF2B5EF4-FFF2-40B4-BE49-F238E27FC236}">
                <a16:creationId xmlns:a16="http://schemas.microsoft.com/office/drawing/2014/main" id="{EA0CB858-0C3C-B550-9697-68B301F567B5}"/>
              </a:ext>
            </a:extLst>
          </p:cNvPr>
          <p:cNvCxnSpPr/>
          <p:nvPr/>
        </p:nvCxnSpPr>
        <p:spPr>
          <a:xfrm>
            <a:off x="7245544" y="658362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9" name="직선 연결선 2178">
            <a:extLst>
              <a:ext uri="{FF2B5EF4-FFF2-40B4-BE49-F238E27FC236}">
                <a16:creationId xmlns:a16="http://schemas.microsoft.com/office/drawing/2014/main" id="{2BEBF856-924A-6440-4527-3A7CB98C4B61}"/>
              </a:ext>
            </a:extLst>
          </p:cNvPr>
          <p:cNvCxnSpPr/>
          <p:nvPr/>
        </p:nvCxnSpPr>
        <p:spPr>
          <a:xfrm flipH="1">
            <a:off x="7195501" y="6580257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0" name="모서리가 둥근 직사각형 2179">
            <a:extLst>
              <a:ext uri="{FF2B5EF4-FFF2-40B4-BE49-F238E27FC236}">
                <a16:creationId xmlns:a16="http://schemas.microsoft.com/office/drawing/2014/main" id="{1E43E1CC-71A3-C518-94F8-84824E708912}"/>
              </a:ext>
            </a:extLst>
          </p:cNvPr>
          <p:cNvSpPr/>
          <p:nvPr/>
        </p:nvSpPr>
        <p:spPr>
          <a:xfrm>
            <a:off x="7160376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1" name="모서리가 둥근 직사각형 2180">
            <a:extLst>
              <a:ext uri="{FF2B5EF4-FFF2-40B4-BE49-F238E27FC236}">
                <a16:creationId xmlns:a16="http://schemas.microsoft.com/office/drawing/2014/main" id="{985122E8-77DC-959B-FB77-7F253AD7FCEE}"/>
              </a:ext>
            </a:extLst>
          </p:cNvPr>
          <p:cNvSpPr/>
          <p:nvPr/>
        </p:nvSpPr>
        <p:spPr>
          <a:xfrm>
            <a:off x="7160376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2" name="모서리가 둥근 직사각형 2181">
            <a:extLst>
              <a:ext uri="{FF2B5EF4-FFF2-40B4-BE49-F238E27FC236}">
                <a16:creationId xmlns:a16="http://schemas.microsoft.com/office/drawing/2014/main" id="{A786DEC1-F612-60B5-8AA9-9BEED4234082}"/>
              </a:ext>
            </a:extLst>
          </p:cNvPr>
          <p:cNvSpPr/>
          <p:nvPr/>
        </p:nvSpPr>
        <p:spPr>
          <a:xfrm>
            <a:off x="7249855" y="67013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3" name="모서리가 둥근 직사각형 2182">
            <a:extLst>
              <a:ext uri="{FF2B5EF4-FFF2-40B4-BE49-F238E27FC236}">
                <a16:creationId xmlns:a16="http://schemas.microsoft.com/office/drawing/2014/main" id="{3B885DFA-CFD9-B2D1-93D9-A86412182F03}"/>
              </a:ext>
            </a:extLst>
          </p:cNvPr>
          <p:cNvSpPr/>
          <p:nvPr/>
        </p:nvSpPr>
        <p:spPr>
          <a:xfrm>
            <a:off x="7249855" y="66275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4" name="모서리가 둥근 직사각형 2183">
            <a:extLst>
              <a:ext uri="{FF2B5EF4-FFF2-40B4-BE49-F238E27FC236}">
                <a16:creationId xmlns:a16="http://schemas.microsoft.com/office/drawing/2014/main" id="{4DED76C7-47FE-6ABF-B352-B0E28763A3A7}"/>
              </a:ext>
            </a:extLst>
          </p:cNvPr>
          <p:cNvSpPr/>
          <p:nvPr/>
        </p:nvSpPr>
        <p:spPr>
          <a:xfrm>
            <a:off x="7207836" y="655384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85" name="직선 연결선 2184">
            <a:extLst>
              <a:ext uri="{FF2B5EF4-FFF2-40B4-BE49-F238E27FC236}">
                <a16:creationId xmlns:a16="http://schemas.microsoft.com/office/drawing/2014/main" id="{38963E3D-A23F-C9E6-3399-59AB00C4CBAC}"/>
              </a:ext>
            </a:extLst>
          </p:cNvPr>
          <p:cNvCxnSpPr/>
          <p:nvPr/>
        </p:nvCxnSpPr>
        <p:spPr>
          <a:xfrm>
            <a:off x="7376249" y="660568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직선 연결선 2185">
            <a:extLst>
              <a:ext uri="{FF2B5EF4-FFF2-40B4-BE49-F238E27FC236}">
                <a16:creationId xmlns:a16="http://schemas.microsoft.com/office/drawing/2014/main" id="{9BA9CBC7-F8BC-F547-3D7A-E747CD3DBFD2}"/>
              </a:ext>
            </a:extLst>
          </p:cNvPr>
          <p:cNvCxnSpPr/>
          <p:nvPr/>
        </p:nvCxnSpPr>
        <p:spPr>
          <a:xfrm>
            <a:off x="7334230" y="653296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7" name="모서리가 둥근 직사각형 2186">
            <a:extLst>
              <a:ext uri="{FF2B5EF4-FFF2-40B4-BE49-F238E27FC236}">
                <a16:creationId xmlns:a16="http://schemas.microsoft.com/office/drawing/2014/main" id="{60637393-52FD-66F6-7ADA-E080442E94D1}"/>
              </a:ext>
            </a:extLst>
          </p:cNvPr>
          <p:cNvSpPr/>
          <p:nvPr/>
        </p:nvSpPr>
        <p:spPr>
          <a:xfrm>
            <a:off x="7338540" y="665065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8" name="모서리가 둥근 직사각형 2187">
            <a:extLst>
              <a:ext uri="{FF2B5EF4-FFF2-40B4-BE49-F238E27FC236}">
                <a16:creationId xmlns:a16="http://schemas.microsoft.com/office/drawing/2014/main" id="{C50141C8-DD16-4B35-D8CD-1A517CC765AE}"/>
              </a:ext>
            </a:extLst>
          </p:cNvPr>
          <p:cNvSpPr/>
          <p:nvPr/>
        </p:nvSpPr>
        <p:spPr>
          <a:xfrm>
            <a:off x="7338540" y="657691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89" name="모서리가 둥근 직사각형 2188">
            <a:extLst>
              <a:ext uri="{FF2B5EF4-FFF2-40B4-BE49-F238E27FC236}">
                <a16:creationId xmlns:a16="http://schemas.microsoft.com/office/drawing/2014/main" id="{FC489E29-B26A-5FF7-0A5F-2B8964135C46}"/>
              </a:ext>
            </a:extLst>
          </p:cNvPr>
          <p:cNvSpPr/>
          <p:nvPr/>
        </p:nvSpPr>
        <p:spPr>
          <a:xfrm>
            <a:off x="7296521" y="650318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190" name="직선 연결선 2189">
            <a:extLst>
              <a:ext uri="{FF2B5EF4-FFF2-40B4-BE49-F238E27FC236}">
                <a16:creationId xmlns:a16="http://schemas.microsoft.com/office/drawing/2014/main" id="{BD68509C-8DBA-70D4-1989-127A67EBC5A4}"/>
              </a:ext>
            </a:extLst>
          </p:cNvPr>
          <p:cNvCxnSpPr/>
          <p:nvPr/>
        </p:nvCxnSpPr>
        <p:spPr>
          <a:xfrm>
            <a:off x="6672135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1" name="모서리가 둥근 직사각형 2190">
            <a:extLst>
              <a:ext uri="{FF2B5EF4-FFF2-40B4-BE49-F238E27FC236}">
                <a16:creationId xmlns:a16="http://schemas.microsoft.com/office/drawing/2014/main" id="{3226FE9C-143C-B67D-AC98-2D975BBD51E6}"/>
              </a:ext>
            </a:extLst>
          </p:cNvPr>
          <p:cNvSpPr/>
          <p:nvPr/>
        </p:nvSpPr>
        <p:spPr>
          <a:xfrm>
            <a:off x="6639672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192" name="직선 연결선 2191">
            <a:extLst>
              <a:ext uri="{FF2B5EF4-FFF2-40B4-BE49-F238E27FC236}">
                <a16:creationId xmlns:a16="http://schemas.microsoft.com/office/drawing/2014/main" id="{40FBF7E7-CE25-2604-9F20-61F4C9438E7B}"/>
              </a:ext>
            </a:extLst>
          </p:cNvPr>
          <p:cNvCxnSpPr/>
          <p:nvPr/>
        </p:nvCxnSpPr>
        <p:spPr>
          <a:xfrm flipH="1">
            <a:off x="6771501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직선 연결선 2192">
            <a:extLst>
              <a:ext uri="{FF2B5EF4-FFF2-40B4-BE49-F238E27FC236}">
                <a16:creationId xmlns:a16="http://schemas.microsoft.com/office/drawing/2014/main" id="{EB5BEBAF-B115-99DF-7610-4837F4B2A53D}"/>
              </a:ext>
            </a:extLst>
          </p:cNvPr>
          <p:cNvCxnSpPr/>
          <p:nvPr/>
        </p:nvCxnSpPr>
        <p:spPr>
          <a:xfrm>
            <a:off x="6813519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4" name="직선 연결선 2193">
            <a:extLst>
              <a:ext uri="{FF2B5EF4-FFF2-40B4-BE49-F238E27FC236}">
                <a16:creationId xmlns:a16="http://schemas.microsoft.com/office/drawing/2014/main" id="{8BEE8A96-CB82-DC7F-8B02-E76D4DA6C3AC}"/>
              </a:ext>
            </a:extLst>
          </p:cNvPr>
          <p:cNvCxnSpPr/>
          <p:nvPr/>
        </p:nvCxnSpPr>
        <p:spPr>
          <a:xfrm>
            <a:off x="6723658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연결선 2194">
            <a:extLst>
              <a:ext uri="{FF2B5EF4-FFF2-40B4-BE49-F238E27FC236}">
                <a16:creationId xmlns:a16="http://schemas.microsoft.com/office/drawing/2014/main" id="{C16860F1-AD56-6C2A-1DAC-7503F3AF7A6F}"/>
              </a:ext>
            </a:extLst>
          </p:cNvPr>
          <p:cNvCxnSpPr/>
          <p:nvPr/>
        </p:nvCxnSpPr>
        <p:spPr>
          <a:xfrm>
            <a:off x="6771500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6" name="직선 연결선 2195">
            <a:extLst>
              <a:ext uri="{FF2B5EF4-FFF2-40B4-BE49-F238E27FC236}">
                <a16:creationId xmlns:a16="http://schemas.microsoft.com/office/drawing/2014/main" id="{39619E6C-B50B-B371-C459-0FE85BD289C5}"/>
              </a:ext>
            </a:extLst>
          </p:cNvPr>
          <p:cNvCxnSpPr/>
          <p:nvPr/>
        </p:nvCxnSpPr>
        <p:spPr>
          <a:xfrm flipH="1">
            <a:off x="6721457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7" name="모서리가 둥근 직사각형 2196">
            <a:extLst>
              <a:ext uri="{FF2B5EF4-FFF2-40B4-BE49-F238E27FC236}">
                <a16:creationId xmlns:a16="http://schemas.microsoft.com/office/drawing/2014/main" id="{572F3460-4E82-67C8-7EA4-1C3A81E4E634}"/>
              </a:ext>
            </a:extLst>
          </p:cNvPr>
          <p:cNvSpPr/>
          <p:nvPr/>
        </p:nvSpPr>
        <p:spPr>
          <a:xfrm>
            <a:off x="6686333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98" name="모서리가 둥근 직사각형 2197">
            <a:extLst>
              <a:ext uri="{FF2B5EF4-FFF2-40B4-BE49-F238E27FC236}">
                <a16:creationId xmlns:a16="http://schemas.microsoft.com/office/drawing/2014/main" id="{A96C1C31-E48B-EA4B-2BDE-2B1ECC667C20}"/>
              </a:ext>
            </a:extLst>
          </p:cNvPr>
          <p:cNvSpPr/>
          <p:nvPr/>
        </p:nvSpPr>
        <p:spPr>
          <a:xfrm>
            <a:off x="6686333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199" name="모서리가 둥근 직사각형 2198">
            <a:extLst>
              <a:ext uri="{FF2B5EF4-FFF2-40B4-BE49-F238E27FC236}">
                <a16:creationId xmlns:a16="http://schemas.microsoft.com/office/drawing/2014/main" id="{D4034D05-4DDB-E387-A72B-08FEC2FDABE3}"/>
              </a:ext>
            </a:extLst>
          </p:cNvPr>
          <p:cNvSpPr/>
          <p:nvPr/>
        </p:nvSpPr>
        <p:spPr>
          <a:xfrm>
            <a:off x="6775811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00" name="모서리가 둥근 직사각형 2199">
            <a:extLst>
              <a:ext uri="{FF2B5EF4-FFF2-40B4-BE49-F238E27FC236}">
                <a16:creationId xmlns:a16="http://schemas.microsoft.com/office/drawing/2014/main" id="{81C0C3F4-6681-F589-AA0A-0747DE6F1FEA}"/>
              </a:ext>
            </a:extLst>
          </p:cNvPr>
          <p:cNvSpPr/>
          <p:nvPr/>
        </p:nvSpPr>
        <p:spPr>
          <a:xfrm>
            <a:off x="6775811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01" name="모서리가 둥근 직사각형 2200">
            <a:extLst>
              <a:ext uri="{FF2B5EF4-FFF2-40B4-BE49-F238E27FC236}">
                <a16:creationId xmlns:a16="http://schemas.microsoft.com/office/drawing/2014/main" id="{236BC856-CB72-137E-AF4B-0218AE053038}"/>
              </a:ext>
            </a:extLst>
          </p:cNvPr>
          <p:cNvSpPr/>
          <p:nvPr/>
        </p:nvSpPr>
        <p:spPr>
          <a:xfrm>
            <a:off x="6733792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02" name="직선 연결선 2201">
            <a:extLst>
              <a:ext uri="{FF2B5EF4-FFF2-40B4-BE49-F238E27FC236}">
                <a16:creationId xmlns:a16="http://schemas.microsoft.com/office/drawing/2014/main" id="{5EB54E36-47D5-365D-4A97-88A341A6D76C}"/>
              </a:ext>
            </a:extLst>
          </p:cNvPr>
          <p:cNvCxnSpPr/>
          <p:nvPr/>
        </p:nvCxnSpPr>
        <p:spPr>
          <a:xfrm>
            <a:off x="6902205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3" name="직선 연결선 2202">
            <a:extLst>
              <a:ext uri="{FF2B5EF4-FFF2-40B4-BE49-F238E27FC236}">
                <a16:creationId xmlns:a16="http://schemas.microsoft.com/office/drawing/2014/main" id="{1664BF96-4C22-389C-1F3E-A3C88C91617B}"/>
              </a:ext>
            </a:extLst>
          </p:cNvPr>
          <p:cNvCxnSpPr/>
          <p:nvPr/>
        </p:nvCxnSpPr>
        <p:spPr>
          <a:xfrm>
            <a:off x="6860186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4" name="모서리가 둥근 직사각형 2203">
            <a:extLst>
              <a:ext uri="{FF2B5EF4-FFF2-40B4-BE49-F238E27FC236}">
                <a16:creationId xmlns:a16="http://schemas.microsoft.com/office/drawing/2014/main" id="{1D8AC13B-8D25-6ABF-094C-F3BF0BFDE7AC}"/>
              </a:ext>
            </a:extLst>
          </p:cNvPr>
          <p:cNvSpPr/>
          <p:nvPr/>
        </p:nvSpPr>
        <p:spPr>
          <a:xfrm>
            <a:off x="6864497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05" name="모서리가 둥근 직사각형 2204">
            <a:extLst>
              <a:ext uri="{FF2B5EF4-FFF2-40B4-BE49-F238E27FC236}">
                <a16:creationId xmlns:a16="http://schemas.microsoft.com/office/drawing/2014/main" id="{8C6DE94D-3A48-5C80-45D3-359D13D9EB7D}"/>
              </a:ext>
            </a:extLst>
          </p:cNvPr>
          <p:cNvSpPr/>
          <p:nvPr/>
        </p:nvSpPr>
        <p:spPr>
          <a:xfrm>
            <a:off x="6864497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06" name="모서리가 둥근 직사각형 2205">
            <a:extLst>
              <a:ext uri="{FF2B5EF4-FFF2-40B4-BE49-F238E27FC236}">
                <a16:creationId xmlns:a16="http://schemas.microsoft.com/office/drawing/2014/main" id="{8DF9D7FF-48D4-32C8-6B11-B3C151D89AFA}"/>
              </a:ext>
            </a:extLst>
          </p:cNvPr>
          <p:cNvSpPr/>
          <p:nvPr/>
        </p:nvSpPr>
        <p:spPr>
          <a:xfrm>
            <a:off x="6822478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07" name="직선 연결선 2206">
            <a:extLst>
              <a:ext uri="{FF2B5EF4-FFF2-40B4-BE49-F238E27FC236}">
                <a16:creationId xmlns:a16="http://schemas.microsoft.com/office/drawing/2014/main" id="{E219AAC9-6269-3ECD-B9C5-081A29EE58E0}"/>
              </a:ext>
            </a:extLst>
          </p:cNvPr>
          <p:cNvCxnSpPr/>
          <p:nvPr/>
        </p:nvCxnSpPr>
        <p:spPr>
          <a:xfrm>
            <a:off x="7255840" y="619015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8" name="모서리가 둥근 직사각형 2207">
            <a:extLst>
              <a:ext uri="{FF2B5EF4-FFF2-40B4-BE49-F238E27FC236}">
                <a16:creationId xmlns:a16="http://schemas.microsoft.com/office/drawing/2014/main" id="{9015B0F3-E234-EA18-3048-15B89C984046}"/>
              </a:ext>
            </a:extLst>
          </p:cNvPr>
          <p:cNvSpPr/>
          <p:nvPr/>
        </p:nvSpPr>
        <p:spPr>
          <a:xfrm>
            <a:off x="7223377" y="616447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209" name="직선 연결선 2208">
            <a:extLst>
              <a:ext uri="{FF2B5EF4-FFF2-40B4-BE49-F238E27FC236}">
                <a16:creationId xmlns:a16="http://schemas.microsoft.com/office/drawing/2014/main" id="{DFC3DBCA-87C7-4471-49BF-2B04F7C5FEF0}"/>
              </a:ext>
            </a:extLst>
          </p:cNvPr>
          <p:cNvCxnSpPr/>
          <p:nvPr/>
        </p:nvCxnSpPr>
        <p:spPr>
          <a:xfrm flipH="1">
            <a:off x="7355206" y="625685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0" name="직선 연결선 2209">
            <a:extLst>
              <a:ext uri="{FF2B5EF4-FFF2-40B4-BE49-F238E27FC236}">
                <a16:creationId xmlns:a16="http://schemas.microsoft.com/office/drawing/2014/main" id="{DA417AAD-610B-843C-D0D3-B6CDE31DBB82}"/>
              </a:ext>
            </a:extLst>
          </p:cNvPr>
          <p:cNvCxnSpPr/>
          <p:nvPr/>
        </p:nvCxnSpPr>
        <p:spPr>
          <a:xfrm>
            <a:off x="7397225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1" name="직선 연결선 2210">
            <a:extLst>
              <a:ext uri="{FF2B5EF4-FFF2-40B4-BE49-F238E27FC236}">
                <a16:creationId xmlns:a16="http://schemas.microsoft.com/office/drawing/2014/main" id="{E0A92F28-88FE-A3C9-746C-69D625AE3DFE}"/>
              </a:ext>
            </a:extLst>
          </p:cNvPr>
          <p:cNvCxnSpPr/>
          <p:nvPr/>
        </p:nvCxnSpPr>
        <p:spPr>
          <a:xfrm>
            <a:off x="7307363" y="63808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2" name="직선 연결선 2211">
            <a:extLst>
              <a:ext uri="{FF2B5EF4-FFF2-40B4-BE49-F238E27FC236}">
                <a16:creationId xmlns:a16="http://schemas.microsoft.com/office/drawing/2014/main" id="{4C79C009-D769-B510-5A52-1B78242DDC5C}"/>
              </a:ext>
            </a:extLst>
          </p:cNvPr>
          <p:cNvCxnSpPr/>
          <p:nvPr/>
        </p:nvCxnSpPr>
        <p:spPr>
          <a:xfrm>
            <a:off x="7355205" y="630811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3" name="직선 연결선 2212">
            <a:extLst>
              <a:ext uri="{FF2B5EF4-FFF2-40B4-BE49-F238E27FC236}">
                <a16:creationId xmlns:a16="http://schemas.microsoft.com/office/drawing/2014/main" id="{A2C5AEA2-3A12-87B6-7B5F-5D9C349B18CC}"/>
              </a:ext>
            </a:extLst>
          </p:cNvPr>
          <p:cNvCxnSpPr/>
          <p:nvPr/>
        </p:nvCxnSpPr>
        <p:spPr>
          <a:xfrm flipH="1">
            <a:off x="7305162" y="630474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4" name="모서리가 둥근 직사각형 2213">
            <a:extLst>
              <a:ext uri="{FF2B5EF4-FFF2-40B4-BE49-F238E27FC236}">
                <a16:creationId xmlns:a16="http://schemas.microsoft.com/office/drawing/2014/main" id="{30A3A47C-B056-E8C1-F413-6091B937B124}"/>
              </a:ext>
            </a:extLst>
          </p:cNvPr>
          <p:cNvSpPr/>
          <p:nvPr/>
        </p:nvSpPr>
        <p:spPr>
          <a:xfrm>
            <a:off x="7270038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15" name="모서리가 둥근 직사각형 2214">
            <a:extLst>
              <a:ext uri="{FF2B5EF4-FFF2-40B4-BE49-F238E27FC236}">
                <a16:creationId xmlns:a16="http://schemas.microsoft.com/office/drawing/2014/main" id="{0281D3DD-198D-0D80-DBA4-077CD761890F}"/>
              </a:ext>
            </a:extLst>
          </p:cNvPr>
          <p:cNvSpPr/>
          <p:nvPr/>
        </p:nvSpPr>
        <p:spPr>
          <a:xfrm>
            <a:off x="7270038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16" name="모서리가 둥근 직사각형 2215">
            <a:extLst>
              <a:ext uri="{FF2B5EF4-FFF2-40B4-BE49-F238E27FC236}">
                <a16:creationId xmlns:a16="http://schemas.microsoft.com/office/drawing/2014/main" id="{5EC06819-3D1B-2AF5-566A-DE209F11BB69}"/>
              </a:ext>
            </a:extLst>
          </p:cNvPr>
          <p:cNvSpPr/>
          <p:nvPr/>
        </p:nvSpPr>
        <p:spPr>
          <a:xfrm>
            <a:off x="7359517" y="64258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17" name="모서리가 둥근 직사각형 2216">
            <a:extLst>
              <a:ext uri="{FF2B5EF4-FFF2-40B4-BE49-F238E27FC236}">
                <a16:creationId xmlns:a16="http://schemas.microsoft.com/office/drawing/2014/main" id="{9D65857A-75FA-0D3F-3CC3-D7F52D65E11C}"/>
              </a:ext>
            </a:extLst>
          </p:cNvPr>
          <p:cNvSpPr/>
          <p:nvPr/>
        </p:nvSpPr>
        <p:spPr>
          <a:xfrm>
            <a:off x="7359517" y="635207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18" name="모서리가 둥근 직사각형 2217">
            <a:extLst>
              <a:ext uri="{FF2B5EF4-FFF2-40B4-BE49-F238E27FC236}">
                <a16:creationId xmlns:a16="http://schemas.microsoft.com/office/drawing/2014/main" id="{071D2F4D-BB1E-08F1-7C5E-DA461CF0C939}"/>
              </a:ext>
            </a:extLst>
          </p:cNvPr>
          <p:cNvSpPr/>
          <p:nvPr/>
        </p:nvSpPr>
        <p:spPr>
          <a:xfrm>
            <a:off x="7317497" y="62783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19" name="직선 연결선 2218">
            <a:extLst>
              <a:ext uri="{FF2B5EF4-FFF2-40B4-BE49-F238E27FC236}">
                <a16:creationId xmlns:a16="http://schemas.microsoft.com/office/drawing/2014/main" id="{A3B229EA-88BB-6C0B-B4AA-BCA8520C29C0}"/>
              </a:ext>
            </a:extLst>
          </p:cNvPr>
          <p:cNvCxnSpPr/>
          <p:nvPr/>
        </p:nvCxnSpPr>
        <p:spPr>
          <a:xfrm>
            <a:off x="7485910" y="633017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0" name="직선 연결선 2219">
            <a:extLst>
              <a:ext uri="{FF2B5EF4-FFF2-40B4-BE49-F238E27FC236}">
                <a16:creationId xmlns:a16="http://schemas.microsoft.com/office/drawing/2014/main" id="{9829F7DF-71CC-3FE5-83DB-0648731D0B4A}"/>
              </a:ext>
            </a:extLst>
          </p:cNvPr>
          <p:cNvCxnSpPr/>
          <p:nvPr/>
        </p:nvCxnSpPr>
        <p:spPr>
          <a:xfrm>
            <a:off x="7443891" y="625745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1" name="모서리가 둥근 직사각형 2220">
            <a:extLst>
              <a:ext uri="{FF2B5EF4-FFF2-40B4-BE49-F238E27FC236}">
                <a16:creationId xmlns:a16="http://schemas.microsoft.com/office/drawing/2014/main" id="{489C07AC-EA9A-61CE-91BF-E1042961484C}"/>
              </a:ext>
            </a:extLst>
          </p:cNvPr>
          <p:cNvSpPr/>
          <p:nvPr/>
        </p:nvSpPr>
        <p:spPr>
          <a:xfrm>
            <a:off x="7448202" y="63751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22" name="모서리가 둥근 직사각형 2221">
            <a:extLst>
              <a:ext uri="{FF2B5EF4-FFF2-40B4-BE49-F238E27FC236}">
                <a16:creationId xmlns:a16="http://schemas.microsoft.com/office/drawing/2014/main" id="{6BEBFC96-90EC-548C-CE17-23FA099184C5}"/>
              </a:ext>
            </a:extLst>
          </p:cNvPr>
          <p:cNvSpPr/>
          <p:nvPr/>
        </p:nvSpPr>
        <p:spPr>
          <a:xfrm>
            <a:off x="7448202" y="630140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23" name="모서리가 둥근 직사각형 2222">
            <a:extLst>
              <a:ext uri="{FF2B5EF4-FFF2-40B4-BE49-F238E27FC236}">
                <a16:creationId xmlns:a16="http://schemas.microsoft.com/office/drawing/2014/main" id="{A89417C6-E9B5-ED19-9087-399A86775A22}"/>
              </a:ext>
            </a:extLst>
          </p:cNvPr>
          <p:cNvSpPr/>
          <p:nvPr/>
        </p:nvSpPr>
        <p:spPr>
          <a:xfrm>
            <a:off x="7406183" y="622767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224" name="모서리가 둥근 직사각형 2223">
            <a:extLst>
              <a:ext uri="{FF2B5EF4-FFF2-40B4-BE49-F238E27FC236}">
                <a16:creationId xmlns:a16="http://schemas.microsoft.com/office/drawing/2014/main" id="{CA6740A5-F8DF-DD21-5EFC-97C54AC43E81}"/>
              </a:ext>
            </a:extLst>
          </p:cNvPr>
          <p:cNvSpPr/>
          <p:nvPr/>
        </p:nvSpPr>
        <p:spPr>
          <a:xfrm>
            <a:off x="6483555" y="5283643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sp>
        <p:nvSpPr>
          <p:cNvPr id="2225" name="모서리가 둥근 직사각형 2224">
            <a:extLst>
              <a:ext uri="{FF2B5EF4-FFF2-40B4-BE49-F238E27FC236}">
                <a16:creationId xmlns:a16="http://schemas.microsoft.com/office/drawing/2014/main" id="{669B3D27-6685-B188-45BE-40881027D826}"/>
              </a:ext>
            </a:extLst>
          </p:cNvPr>
          <p:cNvSpPr/>
          <p:nvPr/>
        </p:nvSpPr>
        <p:spPr>
          <a:xfrm>
            <a:off x="7597507" y="3586829"/>
            <a:ext cx="572759" cy="477642"/>
          </a:xfrm>
          <a:prstGeom prst="roundRect">
            <a:avLst>
              <a:gd name="adj" fmla="val 50000"/>
            </a:avLst>
          </a:prstGeom>
          <a:solidFill>
            <a:srgbClr val="FF7C8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단장</a:t>
            </a:r>
          </a:p>
        </p:txBody>
      </p:sp>
      <p:cxnSp>
        <p:nvCxnSpPr>
          <p:cNvPr id="2226" name="직선 연결선 2225">
            <a:extLst>
              <a:ext uri="{FF2B5EF4-FFF2-40B4-BE49-F238E27FC236}">
                <a16:creationId xmlns:a16="http://schemas.microsoft.com/office/drawing/2014/main" id="{ED11CB91-82DC-E0CE-048C-C954711B92AC}"/>
              </a:ext>
            </a:extLst>
          </p:cNvPr>
          <p:cNvCxnSpPr/>
          <p:nvPr/>
        </p:nvCxnSpPr>
        <p:spPr>
          <a:xfrm flipH="1">
            <a:off x="7598835" y="4187913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7" name="직선 연결선 2226">
            <a:extLst>
              <a:ext uri="{FF2B5EF4-FFF2-40B4-BE49-F238E27FC236}">
                <a16:creationId xmlns:a16="http://schemas.microsoft.com/office/drawing/2014/main" id="{83B232FC-6548-3694-2A3D-EB34ADD6816C}"/>
              </a:ext>
            </a:extLst>
          </p:cNvPr>
          <p:cNvCxnSpPr/>
          <p:nvPr/>
        </p:nvCxnSpPr>
        <p:spPr>
          <a:xfrm flipH="1" flipV="1">
            <a:off x="7323889" y="4120018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8" name="직선 연결선 2227">
            <a:extLst>
              <a:ext uri="{FF2B5EF4-FFF2-40B4-BE49-F238E27FC236}">
                <a16:creationId xmlns:a16="http://schemas.microsoft.com/office/drawing/2014/main" id="{D55A035A-2A9A-2AA9-8FD8-CD7BCF97D4C6}"/>
              </a:ext>
            </a:extLst>
          </p:cNvPr>
          <p:cNvCxnSpPr/>
          <p:nvPr/>
        </p:nvCxnSpPr>
        <p:spPr>
          <a:xfrm flipH="1">
            <a:off x="8041700" y="421955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9" name="직선 연결선 2228">
            <a:extLst>
              <a:ext uri="{FF2B5EF4-FFF2-40B4-BE49-F238E27FC236}">
                <a16:creationId xmlns:a16="http://schemas.microsoft.com/office/drawing/2014/main" id="{BC34BE76-2C40-4457-FCD3-66003FC7E7A2}"/>
              </a:ext>
            </a:extLst>
          </p:cNvPr>
          <p:cNvCxnSpPr/>
          <p:nvPr/>
        </p:nvCxnSpPr>
        <p:spPr>
          <a:xfrm>
            <a:off x="7973147" y="4174574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0" name="모서리가 둥근 직사각형 2229">
            <a:extLst>
              <a:ext uri="{FF2B5EF4-FFF2-40B4-BE49-F238E27FC236}">
                <a16:creationId xmlns:a16="http://schemas.microsoft.com/office/drawing/2014/main" id="{AF0DC5B8-33A9-170F-D4E3-1047A4916183}"/>
              </a:ext>
            </a:extLst>
          </p:cNvPr>
          <p:cNvSpPr/>
          <p:nvPr/>
        </p:nvSpPr>
        <p:spPr>
          <a:xfrm>
            <a:off x="7916948" y="4142945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231" name="직선 연결선 2230">
            <a:extLst>
              <a:ext uri="{FF2B5EF4-FFF2-40B4-BE49-F238E27FC236}">
                <a16:creationId xmlns:a16="http://schemas.microsoft.com/office/drawing/2014/main" id="{17BE86DC-CEA3-5D17-0BB6-480A95112EB8}"/>
              </a:ext>
            </a:extLst>
          </p:cNvPr>
          <p:cNvCxnSpPr/>
          <p:nvPr/>
        </p:nvCxnSpPr>
        <p:spPr>
          <a:xfrm flipH="1">
            <a:off x="7842443" y="4493457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2" name="직선 연결선 2231">
            <a:extLst>
              <a:ext uri="{FF2B5EF4-FFF2-40B4-BE49-F238E27FC236}">
                <a16:creationId xmlns:a16="http://schemas.microsoft.com/office/drawing/2014/main" id="{05075D60-B7BA-EB38-A068-CF7E6631A681}"/>
              </a:ext>
            </a:extLst>
          </p:cNvPr>
          <p:cNvCxnSpPr/>
          <p:nvPr/>
        </p:nvCxnSpPr>
        <p:spPr>
          <a:xfrm>
            <a:off x="7884462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3" name="직선 연결선 2232">
            <a:extLst>
              <a:ext uri="{FF2B5EF4-FFF2-40B4-BE49-F238E27FC236}">
                <a16:creationId xmlns:a16="http://schemas.microsoft.com/office/drawing/2014/main" id="{A39E9FA9-2A3D-647C-3DEE-C98AF0585BDB}"/>
              </a:ext>
            </a:extLst>
          </p:cNvPr>
          <p:cNvCxnSpPr/>
          <p:nvPr/>
        </p:nvCxnSpPr>
        <p:spPr>
          <a:xfrm>
            <a:off x="7794600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4" name="직선 연결선 2233">
            <a:extLst>
              <a:ext uri="{FF2B5EF4-FFF2-40B4-BE49-F238E27FC236}">
                <a16:creationId xmlns:a16="http://schemas.microsoft.com/office/drawing/2014/main" id="{A3A413B8-E89C-DDD2-8C17-AF6EE5DCEEB1}"/>
              </a:ext>
            </a:extLst>
          </p:cNvPr>
          <p:cNvCxnSpPr/>
          <p:nvPr/>
        </p:nvCxnSpPr>
        <p:spPr>
          <a:xfrm>
            <a:off x="7842443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5" name="직선 연결선 2234">
            <a:extLst>
              <a:ext uri="{FF2B5EF4-FFF2-40B4-BE49-F238E27FC236}">
                <a16:creationId xmlns:a16="http://schemas.microsoft.com/office/drawing/2014/main" id="{292C5EC2-071B-F871-71FB-0795528B044D}"/>
              </a:ext>
            </a:extLst>
          </p:cNvPr>
          <p:cNvCxnSpPr/>
          <p:nvPr/>
        </p:nvCxnSpPr>
        <p:spPr>
          <a:xfrm flipH="1">
            <a:off x="7792399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6" name="모서리가 둥근 직사각형 2235">
            <a:extLst>
              <a:ext uri="{FF2B5EF4-FFF2-40B4-BE49-F238E27FC236}">
                <a16:creationId xmlns:a16="http://schemas.microsoft.com/office/drawing/2014/main" id="{07663FF4-8C76-18C4-2F08-AFDC82291D65}"/>
              </a:ext>
            </a:extLst>
          </p:cNvPr>
          <p:cNvSpPr/>
          <p:nvPr/>
        </p:nvSpPr>
        <p:spPr>
          <a:xfrm>
            <a:off x="7757275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37" name="모서리가 둥근 직사각형 2236">
            <a:extLst>
              <a:ext uri="{FF2B5EF4-FFF2-40B4-BE49-F238E27FC236}">
                <a16:creationId xmlns:a16="http://schemas.microsoft.com/office/drawing/2014/main" id="{EF2BEBE2-1295-4646-E9BE-D56902F15863}"/>
              </a:ext>
            </a:extLst>
          </p:cNvPr>
          <p:cNvSpPr/>
          <p:nvPr/>
        </p:nvSpPr>
        <p:spPr>
          <a:xfrm>
            <a:off x="7757275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38" name="모서리가 둥근 직사각형 2237">
            <a:extLst>
              <a:ext uri="{FF2B5EF4-FFF2-40B4-BE49-F238E27FC236}">
                <a16:creationId xmlns:a16="http://schemas.microsoft.com/office/drawing/2014/main" id="{D3C56814-992F-EA8A-E2F5-9E7525F3A802}"/>
              </a:ext>
            </a:extLst>
          </p:cNvPr>
          <p:cNvSpPr/>
          <p:nvPr/>
        </p:nvSpPr>
        <p:spPr>
          <a:xfrm>
            <a:off x="7846754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39" name="모서리가 둥근 직사각형 2238">
            <a:extLst>
              <a:ext uri="{FF2B5EF4-FFF2-40B4-BE49-F238E27FC236}">
                <a16:creationId xmlns:a16="http://schemas.microsoft.com/office/drawing/2014/main" id="{51EC3610-28CB-D6AC-11C9-EB2E483A2EB3}"/>
              </a:ext>
            </a:extLst>
          </p:cNvPr>
          <p:cNvSpPr/>
          <p:nvPr/>
        </p:nvSpPr>
        <p:spPr>
          <a:xfrm>
            <a:off x="7846754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40" name="모서리가 둥근 직사각형 2239">
            <a:extLst>
              <a:ext uri="{FF2B5EF4-FFF2-40B4-BE49-F238E27FC236}">
                <a16:creationId xmlns:a16="http://schemas.microsoft.com/office/drawing/2014/main" id="{F2AD4725-637B-17B5-2204-81D458BD23A9}"/>
              </a:ext>
            </a:extLst>
          </p:cNvPr>
          <p:cNvSpPr/>
          <p:nvPr/>
        </p:nvSpPr>
        <p:spPr>
          <a:xfrm>
            <a:off x="7804734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41" name="직선 연결선 2240">
            <a:extLst>
              <a:ext uri="{FF2B5EF4-FFF2-40B4-BE49-F238E27FC236}">
                <a16:creationId xmlns:a16="http://schemas.microsoft.com/office/drawing/2014/main" id="{3C19F438-EFD1-8612-5973-0F2D4BD5D303}"/>
              </a:ext>
            </a:extLst>
          </p:cNvPr>
          <p:cNvCxnSpPr/>
          <p:nvPr/>
        </p:nvCxnSpPr>
        <p:spPr>
          <a:xfrm>
            <a:off x="8037592" y="449423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2" name="모서리가 둥근 직사각형 2241">
            <a:extLst>
              <a:ext uri="{FF2B5EF4-FFF2-40B4-BE49-F238E27FC236}">
                <a16:creationId xmlns:a16="http://schemas.microsoft.com/office/drawing/2014/main" id="{76AC87B1-178A-1FA7-C583-88AFDC6771FE}"/>
              </a:ext>
            </a:extLst>
          </p:cNvPr>
          <p:cNvSpPr/>
          <p:nvPr/>
        </p:nvSpPr>
        <p:spPr>
          <a:xfrm>
            <a:off x="8005129" y="446856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243" name="직선 연결선 2242">
            <a:extLst>
              <a:ext uri="{FF2B5EF4-FFF2-40B4-BE49-F238E27FC236}">
                <a16:creationId xmlns:a16="http://schemas.microsoft.com/office/drawing/2014/main" id="{76D50114-B8A4-AD21-9B4D-2C881501D23B}"/>
              </a:ext>
            </a:extLst>
          </p:cNvPr>
          <p:cNvCxnSpPr/>
          <p:nvPr/>
        </p:nvCxnSpPr>
        <p:spPr>
          <a:xfrm>
            <a:off x="7973147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직선 연결선 2243">
            <a:extLst>
              <a:ext uri="{FF2B5EF4-FFF2-40B4-BE49-F238E27FC236}">
                <a16:creationId xmlns:a16="http://schemas.microsoft.com/office/drawing/2014/main" id="{F904EC24-6680-EF85-6774-8CFEE993948E}"/>
              </a:ext>
            </a:extLst>
          </p:cNvPr>
          <p:cNvCxnSpPr/>
          <p:nvPr/>
        </p:nvCxnSpPr>
        <p:spPr>
          <a:xfrm>
            <a:off x="7931128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5" name="모서리가 둥근 직사각형 2244">
            <a:extLst>
              <a:ext uri="{FF2B5EF4-FFF2-40B4-BE49-F238E27FC236}">
                <a16:creationId xmlns:a16="http://schemas.microsoft.com/office/drawing/2014/main" id="{78FD4341-B5B0-D0B4-6A25-4587F17BA40A}"/>
              </a:ext>
            </a:extLst>
          </p:cNvPr>
          <p:cNvSpPr/>
          <p:nvPr/>
        </p:nvSpPr>
        <p:spPr>
          <a:xfrm>
            <a:off x="7935440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46" name="모서리가 둥근 직사각형 2245">
            <a:extLst>
              <a:ext uri="{FF2B5EF4-FFF2-40B4-BE49-F238E27FC236}">
                <a16:creationId xmlns:a16="http://schemas.microsoft.com/office/drawing/2014/main" id="{E9D8BB53-8B57-6E29-3A8B-15D7E617560C}"/>
              </a:ext>
            </a:extLst>
          </p:cNvPr>
          <p:cNvSpPr/>
          <p:nvPr/>
        </p:nvSpPr>
        <p:spPr>
          <a:xfrm>
            <a:off x="7935440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47" name="모서리가 둥근 직사각형 2246">
            <a:extLst>
              <a:ext uri="{FF2B5EF4-FFF2-40B4-BE49-F238E27FC236}">
                <a16:creationId xmlns:a16="http://schemas.microsoft.com/office/drawing/2014/main" id="{61957945-FE7A-397E-00B2-D6BBD5594926}"/>
              </a:ext>
            </a:extLst>
          </p:cNvPr>
          <p:cNvSpPr/>
          <p:nvPr/>
        </p:nvSpPr>
        <p:spPr>
          <a:xfrm>
            <a:off x="7893420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48" name="직선 연결선 2247">
            <a:extLst>
              <a:ext uri="{FF2B5EF4-FFF2-40B4-BE49-F238E27FC236}">
                <a16:creationId xmlns:a16="http://schemas.microsoft.com/office/drawing/2014/main" id="{170BE6F5-0588-1673-AFE9-C4AC38FF80B7}"/>
              </a:ext>
            </a:extLst>
          </p:cNvPr>
          <p:cNvCxnSpPr/>
          <p:nvPr/>
        </p:nvCxnSpPr>
        <p:spPr>
          <a:xfrm flipH="1">
            <a:off x="8136958" y="456093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직선 연결선 2248">
            <a:extLst>
              <a:ext uri="{FF2B5EF4-FFF2-40B4-BE49-F238E27FC236}">
                <a16:creationId xmlns:a16="http://schemas.microsoft.com/office/drawing/2014/main" id="{224D4652-0796-FA2E-8995-7E33A45C56C6}"/>
              </a:ext>
            </a:extLst>
          </p:cNvPr>
          <p:cNvCxnSpPr/>
          <p:nvPr/>
        </p:nvCxnSpPr>
        <p:spPr>
          <a:xfrm>
            <a:off x="8178976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0" name="직선 연결선 2249">
            <a:extLst>
              <a:ext uri="{FF2B5EF4-FFF2-40B4-BE49-F238E27FC236}">
                <a16:creationId xmlns:a16="http://schemas.microsoft.com/office/drawing/2014/main" id="{7ECAFFF7-7E0B-37D4-D4B5-19A3DDD81CDB}"/>
              </a:ext>
            </a:extLst>
          </p:cNvPr>
          <p:cNvCxnSpPr/>
          <p:nvPr/>
        </p:nvCxnSpPr>
        <p:spPr>
          <a:xfrm>
            <a:off x="8089115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1" name="직선 연결선 2250">
            <a:extLst>
              <a:ext uri="{FF2B5EF4-FFF2-40B4-BE49-F238E27FC236}">
                <a16:creationId xmlns:a16="http://schemas.microsoft.com/office/drawing/2014/main" id="{8952A14A-2E6F-C8D0-7B39-40C47467DD2D}"/>
              </a:ext>
            </a:extLst>
          </p:cNvPr>
          <p:cNvCxnSpPr/>
          <p:nvPr/>
        </p:nvCxnSpPr>
        <p:spPr>
          <a:xfrm>
            <a:off x="8136957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2" name="직선 연결선 2251">
            <a:extLst>
              <a:ext uri="{FF2B5EF4-FFF2-40B4-BE49-F238E27FC236}">
                <a16:creationId xmlns:a16="http://schemas.microsoft.com/office/drawing/2014/main" id="{462E6098-5C39-DDB0-8CE2-CEBE71EB7260}"/>
              </a:ext>
            </a:extLst>
          </p:cNvPr>
          <p:cNvCxnSpPr/>
          <p:nvPr/>
        </p:nvCxnSpPr>
        <p:spPr>
          <a:xfrm flipH="1">
            <a:off x="8086914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" name="모서리가 둥근 직사각형 2252">
            <a:extLst>
              <a:ext uri="{FF2B5EF4-FFF2-40B4-BE49-F238E27FC236}">
                <a16:creationId xmlns:a16="http://schemas.microsoft.com/office/drawing/2014/main" id="{F86599F5-C157-29BA-97D1-E2DBA0CCD60F}"/>
              </a:ext>
            </a:extLst>
          </p:cNvPr>
          <p:cNvSpPr/>
          <p:nvPr/>
        </p:nvSpPr>
        <p:spPr>
          <a:xfrm>
            <a:off x="8051789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54" name="모서리가 둥근 직사각형 2253">
            <a:extLst>
              <a:ext uri="{FF2B5EF4-FFF2-40B4-BE49-F238E27FC236}">
                <a16:creationId xmlns:a16="http://schemas.microsoft.com/office/drawing/2014/main" id="{8C75503D-842E-4F35-C50E-99C82DAEA27E}"/>
              </a:ext>
            </a:extLst>
          </p:cNvPr>
          <p:cNvSpPr/>
          <p:nvPr/>
        </p:nvSpPr>
        <p:spPr>
          <a:xfrm>
            <a:off x="8051789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55" name="모서리가 둥근 직사각형 2254">
            <a:extLst>
              <a:ext uri="{FF2B5EF4-FFF2-40B4-BE49-F238E27FC236}">
                <a16:creationId xmlns:a16="http://schemas.microsoft.com/office/drawing/2014/main" id="{C3905CE6-D519-A969-CDE8-EC9FE5184303}"/>
              </a:ext>
            </a:extLst>
          </p:cNvPr>
          <p:cNvSpPr/>
          <p:nvPr/>
        </p:nvSpPr>
        <p:spPr>
          <a:xfrm>
            <a:off x="8141268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56" name="모서리가 둥근 직사각형 2255">
            <a:extLst>
              <a:ext uri="{FF2B5EF4-FFF2-40B4-BE49-F238E27FC236}">
                <a16:creationId xmlns:a16="http://schemas.microsoft.com/office/drawing/2014/main" id="{6BAF9593-D808-5BA8-9EA5-FF2B7D78A7B2}"/>
              </a:ext>
            </a:extLst>
          </p:cNvPr>
          <p:cNvSpPr/>
          <p:nvPr/>
        </p:nvSpPr>
        <p:spPr>
          <a:xfrm>
            <a:off x="8141268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57" name="모서리가 둥근 직사각형 2256">
            <a:extLst>
              <a:ext uri="{FF2B5EF4-FFF2-40B4-BE49-F238E27FC236}">
                <a16:creationId xmlns:a16="http://schemas.microsoft.com/office/drawing/2014/main" id="{455151E7-FD2C-00B5-8EEB-D430F8942467}"/>
              </a:ext>
            </a:extLst>
          </p:cNvPr>
          <p:cNvSpPr/>
          <p:nvPr/>
        </p:nvSpPr>
        <p:spPr>
          <a:xfrm>
            <a:off x="8099249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58" name="직선 연결선 2257">
            <a:extLst>
              <a:ext uri="{FF2B5EF4-FFF2-40B4-BE49-F238E27FC236}">
                <a16:creationId xmlns:a16="http://schemas.microsoft.com/office/drawing/2014/main" id="{52EA07B4-2CEF-2C4B-8064-AF89A9CEA11E}"/>
              </a:ext>
            </a:extLst>
          </p:cNvPr>
          <p:cNvCxnSpPr/>
          <p:nvPr/>
        </p:nvCxnSpPr>
        <p:spPr>
          <a:xfrm>
            <a:off x="8267662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9" name="직선 연결선 2258">
            <a:extLst>
              <a:ext uri="{FF2B5EF4-FFF2-40B4-BE49-F238E27FC236}">
                <a16:creationId xmlns:a16="http://schemas.microsoft.com/office/drawing/2014/main" id="{E09D82B0-0A02-9DCF-294E-C7517D5ED61E}"/>
              </a:ext>
            </a:extLst>
          </p:cNvPr>
          <p:cNvCxnSpPr/>
          <p:nvPr/>
        </p:nvCxnSpPr>
        <p:spPr>
          <a:xfrm>
            <a:off x="8225643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0" name="모서리가 둥근 직사각형 2259">
            <a:extLst>
              <a:ext uri="{FF2B5EF4-FFF2-40B4-BE49-F238E27FC236}">
                <a16:creationId xmlns:a16="http://schemas.microsoft.com/office/drawing/2014/main" id="{46904E2B-6F0F-DB5B-91C6-51E64F1A1989}"/>
              </a:ext>
            </a:extLst>
          </p:cNvPr>
          <p:cNvSpPr/>
          <p:nvPr/>
        </p:nvSpPr>
        <p:spPr>
          <a:xfrm>
            <a:off x="8229954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61" name="모서리가 둥근 직사각형 2260">
            <a:extLst>
              <a:ext uri="{FF2B5EF4-FFF2-40B4-BE49-F238E27FC236}">
                <a16:creationId xmlns:a16="http://schemas.microsoft.com/office/drawing/2014/main" id="{4D13F226-A833-1EAF-60DE-ADA5E0FBEFF0}"/>
              </a:ext>
            </a:extLst>
          </p:cNvPr>
          <p:cNvSpPr/>
          <p:nvPr/>
        </p:nvSpPr>
        <p:spPr>
          <a:xfrm>
            <a:off x="8229954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62" name="모서리가 둥근 직사각형 2261">
            <a:extLst>
              <a:ext uri="{FF2B5EF4-FFF2-40B4-BE49-F238E27FC236}">
                <a16:creationId xmlns:a16="http://schemas.microsoft.com/office/drawing/2014/main" id="{F8E35156-3039-DA8A-2A7A-051AF3DDC720}"/>
              </a:ext>
            </a:extLst>
          </p:cNvPr>
          <p:cNvSpPr/>
          <p:nvPr/>
        </p:nvSpPr>
        <p:spPr>
          <a:xfrm>
            <a:off x="8187935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63" name="직선 연결선 2262">
            <a:extLst>
              <a:ext uri="{FF2B5EF4-FFF2-40B4-BE49-F238E27FC236}">
                <a16:creationId xmlns:a16="http://schemas.microsoft.com/office/drawing/2014/main" id="{A8FD378F-4DF8-5AE3-D73D-95334E8F032F}"/>
              </a:ext>
            </a:extLst>
          </p:cNvPr>
          <p:cNvCxnSpPr/>
          <p:nvPr/>
        </p:nvCxnSpPr>
        <p:spPr>
          <a:xfrm>
            <a:off x="8147254" y="421872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4" name="모서리가 둥근 직사각형 2263">
            <a:extLst>
              <a:ext uri="{FF2B5EF4-FFF2-40B4-BE49-F238E27FC236}">
                <a16:creationId xmlns:a16="http://schemas.microsoft.com/office/drawing/2014/main" id="{FC7EBD56-E117-4A53-19B6-87295BE82D6D}"/>
              </a:ext>
            </a:extLst>
          </p:cNvPr>
          <p:cNvSpPr/>
          <p:nvPr/>
        </p:nvSpPr>
        <p:spPr>
          <a:xfrm>
            <a:off x="8114790" y="419305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265" name="직선 연결선 2264">
            <a:extLst>
              <a:ext uri="{FF2B5EF4-FFF2-40B4-BE49-F238E27FC236}">
                <a16:creationId xmlns:a16="http://schemas.microsoft.com/office/drawing/2014/main" id="{2E48D950-C5DB-A17F-9DA8-A52C58B00A45}"/>
              </a:ext>
            </a:extLst>
          </p:cNvPr>
          <p:cNvCxnSpPr/>
          <p:nvPr/>
        </p:nvCxnSpPr>
        <p:spPr>
          <a:xfrm flipH="1">
            <a:off x="8246619" y="428542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6" name="직선 연결선 2265">
            <a:extLst>
              <a:ext uri="{FF2B5EF4-FFF2-40B4-BE49-F238E27FC236}">
                <a16:creationId xmlns:a16="http://schemas.microsoft.com/office/drawing/2014/main" id="{CB423103-13E4-D875-3F10-6AD7E6E1C880}"/>
              </a:ext>
            </a:extLst>
          </p:cNvPr>
          <p:cNvCxnSpPr/>
          <p:nvPr/>
        </p:nvCxnSpPr>
        <p:spPr>
          <a:xfrm>
            <a:off x="8288638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7" name="직선 연결선 2266">
            <a:extLst>
              <a:ext uri="{FF2B5EF4-FFF2-40B4-BE49-F238E27FC236}">
                <a16:creationId xmlns:a16="http://schemas.microsoft.com/office/drawing/2014/main" id="{AFF2FC60-44A1-D232-34BA-556E37836885}"/>
              </a:ext>
            </a:extLst>
          </p:cNvPr>
          <p:cNvCxnSpPr/>
          <p:nvPr/>
        </p:nvCxnSpPr>
        <p:spPr>
          <a:xfrm>
            <a:off x="8198776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8" name="직선 연결선 2267">
            <a:extLst>
              <a:ext uri="{FF2B5EF4-FFF2-40B4-BE49-F238E27FC236}">
                <a16:creationId xmlns:a16="http://schemas.microsoft.com/office/drawing/2014/main" id="{1ED886EC-CD97-10B9-102D-BD482780543F}"/>
              </a:ext>
            </a:extLst>
          </p:cNvPr>
          <p:cNvCxnSpPr/>
          <p:nvPr/>
        </p:nvCxnSpPr>
        <p:spPr>
          <a:xfrm>
            <a:off x="8246618" y="43366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9" name="직선 연결선 2268">
            <a:extLst>
              <a:ext uri="{FF2B5EF4-FFF2-40B4-BE49-F238E27FC236}">
                <a16:creationId xmlns:a16="http://schemas.microsoft.com/office/drawing/2014/main" id="{F4F229E2-A4AD-7E2D-6A5D-C743AC180F3D}"/>
              </a:ext>
            </a:extLst>
          </p:cNvPr>
          <p:cNvCxnSpPr/>
          <p:nvPr/>
        </p:nvCxnSpPr>
        <p:spPr>
          <a:xfrm flipH="1">
            <a:off x="8196575" y="43333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0" name="모서리가 둥근 직사각형 2269">
            <a:extLst>
              <a:ext uri="{FF2B5EF4-FFF2-40B4-BE49-F238E27FC236}">
                <a16:creationId xmlns:a16="http://schemas.microsoft.com/office/drawing/2014/main" id="{41838AED-C2C5-501D-402B-44F7BE756D6D}"/>
              </a:ext>
            </a:extLst>
          </p:cNvPr>
          <p:cNvSpPr/>
          <p:nvPr/>
        </p:nvSpPr>
        <p:spPr>
          <a:xfrm>
            <a:off x="8161451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1" name="모서리가 둥근 직사각형 2270">
            <a:extLst>
              <a:ext uri="{FF2B5EF4-FFF2-40B4-BE49-F238E27FC236}">
                <a16:creationId xmlns:a16="http://schemas.microsoft.com/office/drawing/2014/main" id="{9674CC6A-5531-04C5-67FC-80DAAF4D3980}"/>
              </a:ext>
            </a:extLst>
          </p:cNvPr>
          <p:cNvSpPr/>
          <p:nvPr/>
        </p:nvSpPr>
        <p:spPr>
          <a:xfrm>
            <a:off x="8161451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2" name="모서리가 둥근 직사각형 2271">
            <a:extLst>
              <a:ext uri="{FF2B5EF4-FFF2-40B4-BE49-F238E27FC236}">
                <a16:creationId xmlns:a16="http://schemas.microsoft.com/office/drawing/2014/main" id="{C50CCB5B-AE86-22E9-DA5F-A7379B411E75}"/>
              </a:ext>
            </a:extLst>
          </p:cNvPr>
          <p:cNvSpPr/>
          <p:nvPr/>
        </p:nvSpPr>
        <p:spPr>
          <a:xfrm>
            <a:off x="8250929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3" name="모서리가 둥근 직사각형 2272">
            <a:extLst>
              <a:ext uri="{FF2B5EF4-FFF2-40B4-BE49-F238E27FC236}">
                <a16:creationId xmlns:a16="http://schemas.microsoft.com/office/drawing/2014/main" id="{572C3BA3-C039-B76E-4179-3B56F54F59C7}"/>
              </a:ext>
            </a:extLst>
          </p:cNvPr>
          <p:cNvSpPr/>
          <p:nvPr/>
        </p:nvSpPr>
        <p:spPr>
          <a:xfrm>
            <a:off x="8250929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4" name="모서리가 둥근 직사각형 2273">
            <a:extLst>
              <a:ext uri="{FF2B5EF4-FFF2-40B4-BE49-F238E27FC236}">
                <a16:creationId xmlns:a16="http://schemas.microsoft.com/office/drawing/2014/main" id="{0DFAC4F9-4FC8-51ED-A6A6-49AD5D0AB40C}"/>
              </a:ext>
            </a:extLst>
          </p:cNvPr>
          <p:cNvSpPr/>
          <p:nvPr/>
        </p:nvSpPr>
        <p:spPr>
          <a:xfrm>
            <a:off x="8208911" y="430691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75" name="직선 연결선 2274">
            <a:extLst>
              <a:ext uri="{FF2B5EF4-FFF2-40B4-BE49-F238E27FC236}">
                <a16:creationId xmlns:a16="http://schemas.microsoft.com/office/drawing/2014/main" id="{3E6130AC-78BD-1149-B246-FC09EEDDD710}"/>
              </a:ext>
            </a:extLst>
          </p:cNvPr>
          <p:cNvCxnSpPr/>
          <p:nvPr/>
        </p:nvCxnSpPr>
        <p:spPr>
          <a:xfrm>
            <a:off x="8377323" y="43587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6" name="직선 연결선 2275">
            <a:extLst>
              <a:ext uri="{FF2B5EF4-FFF2-40B4-BE49-F238E27FC236}">
                <a16:creationId xmlns:a16="http://schemas.microsoft.com/office/drawing/2014/main" id="{1AC55F3A-0F11-5073-AF21-954D40A4DEF4}"/>
              </a:ext>
            </a:extLst>
          </p:cNvPr>
          <p:cNvCxnSpPr/>
          <p:nvPr/>
        </p:nvCxnSpPr>
        <p:spPr>
          <a:xfrm>
            <a:off x="8335304" y="42860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7" name="모서리가 둥근 직사각형 2276">
            <a:extLst>
              <a:ext uri="{FF2B5EF4-FFF2-40B4-BE49-F238E27FC236}">
                <a16:creationId xmlns:a16="http://schemas.microsoft.com/office/drawing/2014/main" id="{AE4346F4-3A83-0D2E-072E-6DAB863A184E}"/>
              </a:ext>
            </a:extLst>
          </p:cNvPr>
          <p:cNvSpPr/>
          <p:nvPr/>
        </p:nvSpPr>
        <p:spPr>
          <a:xfrm>
            <a:off x="8339615" y="44037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8" name="모서리가 둥근 직사각형 2277">
            <a:extLst>
              <a:ext uri="{FF2B5EF4-FFF2-40B4-BE49-F238E27FC236}">
                <a16:creationId xmlns:a16="http://schemas.microsoft.com/office/drawing/2014/main" id="{D5385F0C-24D9-A5FF-CD6C-12FCFFFA7B29}"/>
              </a:ext>
            </a:extLst>
          </p:cNvPr>
          <p:cNvSpPr/>
          <p:nvPr/>
        </p:nvSpPr>
        <p:spPr>
          <a:xfrm>
            <a:off x="8339615" y="43299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79" name="모서리가 둥근 직사각형 2278">
            <a:extLst>
              <a:ext uri="{FF2B5EF4-FFF2-40B4-BE49-F238E27FC236}">
                <a16:creationId xmlns:a16="http://schemas.microsoft.com/office/drawing/2014/main" id="{5EB9A3F3-1A2C-28AA-E764-33404B178F78}"/>
              </a:ext>
            </a:extLst>
          </p:cNvPr>
          <p:cNvSpPr/>
          <p:nvPr/>
        </p:nvSpPr>
        <p:spPr>
          <a:xfrm>
            <a:off x="8297596" y="42562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80" name="직선 연결선 2279">
            <a:extLst>
              <a:ext uri="{FF2B5EF4-FFF2-40B4-BE49-F238E27FC236}">
                <a16:creationId xmlns:a16="http://schemas.microsoft.com/office/drawing/2014/main" id="{BF0EE09B-7CB4-F329-C3E3-4C5B662A5871}"/>
              </a:ext>
            </a:extLst>
          </p:cNvPr>
          <p:cNvCxnSpPr/>
          <p:nvPr/>
        </p:nvCxnSpPr>
        <p:spPr>
          <a:xfrm flipH="1">
            <a:off x="7802041" y="4877074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1" name="직선 연결선 2280">
            <a:extLst>
              <a:ext uri="{FF2B5EF4-FFF2-40B4-BE49-F238E27FC236}">
                <a16:creationId xmlns:a16="http://schemas.microsoft.com/office/drawing/2014/main" id="{21B0975E-6545-FBFB-93A8-588B3C5DEE3A}"/>
              </a:ext>
            </a:extLst>
          </p:cNvPr>
          <p:cNvCxnSpPr/>
          <p:nvPr/>
        </p:nvCxnSpPr>
        <p:spPr>
          <a:xfrm>
            <a:off x="7615250" y="477878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2" name="직선 연결선 2281">
            <a:extLst>
              <a:ext uri="{FF2B5EF4-FFF2-40B4-BE49-F238E27FC236}">
                <a16:creationId xmlns:a16="http://schemas.microsoft.com/office/drawing/2014/main" id="{3BB5689C-793D-C925-3490-6AA55B8AFCC6}"/>
              </a:ext>
            </a:extLst>
          </p:cNvPr>
          <p:cNvCxnSpPr/>
          <p:nvPr/>
        </p:nvCxnSpPr>
        <p:spPr>
          <a:xfrm flipH="1">
            <a:off x="7328199" y="477048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3" name="직선 연결선 2282">
            <a:extLst>
              <a:ext uri="{FF2B5EF4-FFF2-40B4-BE49-F238E27FC236}">
                <a16:creationId xmlns:a16="http://schemas.microsoft.com/office/drawing/2014/main" id="{31058B43-B628-F256-9034-B46612AC0575}"/>
              </a:ext>
            </a:extLst>
          </p:cNvPr>
          <p:cNvCxnSpPr/>
          <p:nvPr/>
        </p:nvCxnSpPr>
        <p:spPr>
          <a:xfrm flipH="1">
            <a:off x="7197085" y="487657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4" name="모서리가 둥근 직사각형 2283">
            <a:extLst>
              <a:ext uri="{FF2B5EF4-FFF2-40B4-BE49-F238E27FC236}">
                <a16:creationId xmlns:a16="http://schemas.microsoft.com/office/drawing/2014/main" id="{0CF47004-DD3F-43C0-E2F4-F8131C5803A1}"/>
              </a:ext>
            </a:extLst>
          </p:cNvPr>
          <p:cNvSpPr/>
          <p:nvPr/>
        </p:nvSpPr>
        <p:spPr>
          <a:xfrm>
            <a:off x="7554530" y="47421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285" name="직선 연결선 2284">
            <a:extLst>
              <a:ext uri="{FF2B5EF4-FFF2-40B4-BE49-F238E27FC236}">
                <a16:creationId xmlns:a16="http://schemas.microsoft.com/office/drawing/2014/main" id="{98B0584C-4A91-60A7-959A-A2F63F288001}"/>
              </a:ext>
            </a:extLst>
          </p:cNvPr>
          <p:cNvCxnSpPr/>
          <p:nvPr/>
        </p:nvCxnSpPr>
        <p:spPr>
          <a:xfrm flipH="1">
            <a:off x="7003079" y="5144715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6" name="직선 연결선 2285">
            <a:extLst>
              <a:ext uri="{FF2B5EF4-FFF2-40B4-BE49-F238E27FC236}">
                <a16:creationId xmlns:a16="http://schemas.microsoft.com/office/drawing/2014/main" id="{36EC0A73-DE59-EF98-2468-B7DFE86F4456}"/>
              </a:ext>
            </a:extLst>
          </p:cNvPr>
          <p:cNvCxnSpPr/>
          <p:nvPr/>
        </p:nvCxnSpPr>
        <p:spPr>
          <a:xfrm>
            <a:off x="7045098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직선 연결선 2286">
            <a:extLst>
              <a:ext uri="{FF2B5EF4-FFF2-40B4-BE49-F238E27FC236}">
                <a16:creationId xmlns:a16="http://schemas.microsoft.com/office/drawing/2014/main" id="{FBEA29ED-A708-4F96-4A86-6F3048C2C5CF}"/>
              </a:ext>
            </a:extLst>
          </p:cNvPr>
          <p:cNvCxnSpPr/>
          <p:nvPr/>
        </p:nvCxnSpPr>
        <p:spPr>
          <a:xfrm>
            <a:off x="6955236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직선 연결선 2287">
            <a:extLst>
              <a:ext uri="{FF2B5EF4-FFF2-40B4-BE49-F238E27FC236}">
                <a16:creationId xmlns:a16="http://schemas.microsoft.com/office/drawing/2014/main" id="{E10292E2-9CBA-894A-6374-2ADB42427A24}"/>
              </a:ext>
            </a:extLst>
          </p:cNvPr>
          <p:cNvCxnSpPr/>
          <p:nvPr/>
        </p:nvCxnSpPr>
        <p:spPr>
          <a:xfrm>
            <a:off x="7003079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9" name="직선 연결선 2288">
            <a:extLst>
              <a:ext uri="{FF2B5EF4-FFF2-40B4-BE49-F238E27FC236}">
                <a16:creationId xmlns:a16="http://schemas.microsoft.com/office/drawing/2014/main" id="{5355F02F-3FAA-FD72-8798-285A0CCD0761}"/>
              </a:ext>
            </a:extLst>
          </p:cNvPr>
          <p:cNvCxnSpPr/>
          <p:nvPr/>
        </p:nvCxnSpPr>
        <p:spPr>
          <a:xfrm flipH="1">
            <a:off x="6953036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0" name="모서리가 둥근 직사각형 2289">
            <a:extLst>
              <a:ext uri="{FF2B5EF4-FFF2-40B4-BE49-F238E27FC236}">
                <a16:creationId xmlns:a16="http://schemas.microsoft.com/office/drawing/2014/main" id="{0050FDFE-7325-C9A2-7F26-26822A8F6294}"/>
              </a:ext>
            </a:extLst>
          </p:cNvPr>
          <p:cNvSpPr/>
          <p:nvPr/>
        </p:nvSpPr>
        <p:spPr>
          <a:xfrm>
            <a:off x="6917911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91" name="모서리가 둥근 직사각형 2290">
            <a:extLst>
              <a:ext uri="{FF2B5EF4-FFF2-40B4-BE49-F238E27FC236}">
                <a16:creationId xmlns:a16="http://schemas.microsoft.com/office/drawing/2014/main" id="{1376E15C-B944-C25E-83F6-566D6BE30497}"/>
              </a:ext>
            </a:extLst>
          </p:cNvPr>
          <p:cNvSpPr/>
          <p:nvPr/>
        </p:nvSpPr>
        <p:spPr>
          <a:xfrm>
            <a:off x="6917911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92" name="모서리가 둥근 직사각형 2291">
            <a:extLst>
              <a:ext uri="{FF2B5EF4-FFF2-40B4-BE49-F238E27FC236}">
                <a16:creationId xmlns:a16="http://schemas.microsoft.com/office/drawing/2014/main" id="{D14EA3E5-710F-633A-8B09-9F6EC3929EC3}"/>
              </a:ext>
            </a:extLst>
          </p:cNvPr>
          <p:cNvSpPr/>
          <p:nvPr/>
        </p:nvSpPr>
        <p:spPr>
          <a:xfrm>
            <a:off x="7007390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93" name="모서리가 둥근 직사각형 2292">
            <a:extLst>
              <a:ext uri="{FF2B5EF4-FFF2-40B4-BE49-F238E27FC236}">
                <a16:creationId xmlns:a16="http://schemas.microsoft.com/office/drawing/2014/main" id="{2591023A-AF6E-EA1F-F411-057950A1EFC8}"/>
              </a:ext>
            </a:extLst>
          </p:cNvPr>
          <p:cNvSpPr/>
          <p:nvPr/>
        </p:nvSpPr>
        <p:spPr>
          <a:xfrm>
            <a:off x="7007390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294" name="모서리가 둥근 직사각형 2293">
            <a:extLst>
              <a:ext uri="{FF2B5EF4-FFF2-40B4-BE49-F238E27FC236}">
                <a16:creationId xmlns:a16="http://schemas.microsoft.com/office/drawing/2014/main" id="{8605D10D-C900-C02F-399D-CC0076D0FF38}"/>
              </a:ext>
            </a:extLst>
          </p:cNvPr>
          <p:cNvSpPr/>
          <p:nvPr/>
        </p:nvSpPr>
        <p:spPr>
          <a:xfrm>
            <a:off x="6965371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295" name="직선 연결선 2294">
            <a:extLst>
              <a:ext uri="{FF2B5EF4-FFF2-40B4-BE49-F238E27FC236}">
                <a16:creationId xmlns:a16="http://schemas.microsoft.com/office/drawing/2014/main" id="{B3B67134-F648-A261-BDEA-B195CBC15AE0}"/>
              </a:ext>
            </a:extLst>
          </p:cNvPr>
          <p:cNvCxnSpPr/>
          <p:nvPr/>
        </p:nvCxnSpPr>
        <p:spPr>
          <a:xfrm>
            <a:off x="7198228" y="514549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6" name="모서리가 둥근 직사각형 2295">
            <a:extLst>
              <a:ext uri="{FF2B5EF4-FFF2-40B4-BE49-F238E27FC236}">
                <a16:creationId xmlns:a16="http://schemas.microsoft.com/office/drawing/2014/main" id="{345CFC3A-946A-8032-D3A0-D353A6FC4C5A}"/>
              </a:ext>
            </a:extLst>
          </p:cNvPr>
          <p:cNvSpPr/>
          <p:nvPr/>
        </p:nvSpPr>
        <p:spPr>
          <a:xfrm>
            <a:off x="7165764" y="511981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297" name="직선 연결선 2296">
            <a:extLst>
              <a:ext uri="{FF2B5EF4-FFF2-40B4-BE49-F238E27FC236}">
                <a16:creationId xmlns:a16="http://schemas.microsoft.com/office/drawing/2014/main" id="{DA60CB84-FE16-FF8C-AA25-4862F068B866}"/>
              </a:ext>
            </a:extLst>
          </p:cNvPr>
          <p:cNvCxnSpPr/>
          <p:nvPr/>
        </p:nvCxnSpPr>
        <p:spPr>
          <a:xfrm>
            <a:off x="7133784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8" name="직선 연결선 2297">
            <a:extLst>
              <a:ext uri="{FF2B5EF4-FFF2-40B4-BE49-F238E27FC236}">
                <a16:creationId xmlns:a16="http://schemas.microsoft.com/office/drawing/2014/main" id="{DDE0317B-A1C1-C9B3-45F1-7E6BEE78362A}"/>
              </a:ext>
            </a:extLst>
          </p:cNvPr>
          <p:cNvCxnSpPr/>
          <p:nvPr/>
        </p:nvCxnSpPr>
        <p:spPr>
          <a:xfrm>
            <a:off x="7091764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9" name="모서리가 둥근 직사각형 2298">
            <a:extLst>
              <a:ext uri="{FF2B5EF4-FFF2-40B4-BE49-F238E27FC236}">
                <a16:creationId xmlns:a16="http://schemas.microsoft.com/office/drawing/2014/main" id="{707FE41F-3242-5449-A7C1-9F5B3D6D0241}"/>
              </a:ext>
            </a:extLst>
          </p:cNvPr>
          <p:cNvSpPr/>
          <p:nvPr/>
        </p:nvSpPr>
        <p:spPr>
          <a:xfrm>
            <a:off x="7096075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00" name="모서리가 둥근 직사각형 2299">
            <a:extLst>
              <a:ext uri="{FF2B5EF4-FFF2-40B4-BE49-F238E27FC236}">
                <a16:creationId xmlns:a16="http://schemas.microsoft.com/office/drawing/2014/main" id="{A27B64E5-CB7C-1DC5-6522-98F4D8EF8717}"/>
              </a:ext>
            </a:extLst>
          </p:cNvPr>
          <p:cNvSpPr/>
          <p:nvPr/>
        </p:nvSpPr>
        <p:spPr>
          <a:xfrm>
            <a:off x="7096075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01" name="모서리가 둥근 직사각형 2300">
            <a:extLst>
              <a:ext uri="{FF2B5EF4-FFF2-40B4-BE49-F238E27FC236}">
                <a16:creationId xmlns:a16="http://schemas.microsoft.com/office/drawing/2014/main" id="{B89757AB-62BB-8B3D-4060-CC78A48F8A97}"/>
              </a:ext>
            </a:extLst>
          </p:cNvPr>
          <p:cNvSpPr/>
          <p:nvPr/>
        </p:nvSpPr>
        <p:spPr>
          <a:xfrm>
            <a:off x="7054056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02" name="직선 연결선 2301">
            <a:extLst>
              <a:ext uri="{FF2B5EF4-FFF2-40B4-BE49-F238E27FC236}">
                <a16:creationId xmlns:a16="http://schemas.microsoft.com/office/drawing/2014/main" id="{DBE44749-557E-995D-8416-9D2CC5A278ED}"/>
              </a:ext>
            </a:extLst>
          </p:cNvPr>
          <p:cNvCxnSpPr/>
          <p:nvPr/>
        </p:nvCxnSpPr>
        <p:spPr>
          <a:xfrm flipH="1">
            <a:off x="7297594" y="521219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직선 연결선 2302">
            <a:extLst>
              <a:ext uri="{FF2B5EF4-FFF2-40B4-BE49-F238E27FC236}">
                <a16:creationId xmlns:a16="http://schemas.microsoft.com/office/drawing/2014/main" id="{25FC79E6-355B-E535-14FD-8640CD6375CB}"/>
              </a:ext>
            </a:extLst>
          </p:cNvPr>
          <p:cNvCxnSpPr/>
          <p:nvPr/>
        </p:nvCxnSpPr>
        <p:spPr>
          <a:xfrm>
            <a:off x="7339613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4" name="직선 연결선 2303">
            <a:extLst>
              <a:ext uri="{FF2B5EF4-FFF2-40B4-BE49-F238E27FC236}">
                <a16:creationId xmlns:a16="http://schemas.microsoft.com/office/drawing/2014/main" id="{8A14CA36-BB48-0FE3-5D0F-DCD409BEFB95}"/>
              </a:ext>
            </a:extLst>
          </p:cNvPr>
          <p:cNvCxnSpPr/>
          <p:nvPr/>
        </p:nvCxnSpPr>
        <p:spPr>
          <a:xfrm>
            <a:off x="7249751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5" name="직선 연결선 2304">
            <a:extLst>
              <a:ext uri="{FF2B5EF4-FFF2-40B4-BE49-F238E27FC236}">
                <a16:creationId xmlns:a16="http://schemas.microsoft.com/office/drawing/2014/main" id="{EA51898B-2E79-A85D-3E17-F55B7C804BE7}"/>
              </a:ext>
            </a:extLst>
          </p:cNvPr>
          <p:cNvCxnSpPr/>
          <p:nvPr/>
        </p:nvCxnSpPr>
        <p:spPr>
          <a:xfrm>
            <a:off x="7297594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6" name="직선 연결선 2305">
            <a:extLst>
              <a:ext uri="{FF2B5EF4-FFF2-40B4-BE49-F238E27FC236}">
                <a16:creationId xmlns:a16="http://schemas.microsoft.com/office/drawing/2014/main" id="{B45042F4-3C5A-F9D8-0D0F-8DC0C8B36329}"/>
              </a:ext>
            </a:extLst>
          </p:cNvPr>
          <p:cNvCxnSpPr/>
          <p:nvPr/>
        </p:nvCxnSpPr>
        <p:spPr>
          <a:xfrm flipH="1">
            <a:off x="7247550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7" name="모서리가 둥근 직사각형 2306">
            <a:extLst>
              <a:ext uri="{FF2B5EF4-FFF2-40B4-BE49-F238E27FC236}">
                <a16:creationId xmlns:a16="http://schemas.microsoft.com/office/drawing/2014/main" id="{3C19C3EE-2BC2-A2D1-1397-4F339986A55E}"/>
              </a:ext>
            </a:extLst>
          </p:cNvPr>
          <p:cNvSpPr/>
          <p:nvPr/>
        </p:nvSpPr>
        <p:spPr>
          <a:xfrm>
            <a:off x="7212425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08" name="모서리가 둥근 직사각형 2307">
            <a:extLst>
              <a:ext uri="{FF2B5EF4-FFF2-40B4-BE49-F238E27FC236}">
                <a16:creationId xmlns:a16="http://schemas.microsoft.com/office/drawing/2014/main" id="{3F6FEE70-C728-32FF-BF36-EBB43AAF189A}"/>
              </a:ext>
            </a:extLst>
          </p:cNvPr>
          <p:cNvSpPr/>
          <p:nvPr/>
        </p:nvSpPr>
        <p:spPr>
          <a:xfrm>
            <a:off x="7212425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09" name="모서리가 둥근 직사각형 2308">
            <a:extLst>
              <a:ext uri="{FF2B5EF4-FFF2-40B4-BE49-F238E27FC236}">
                <a16:creationId xmlns:a16="http://schemas.microsoft.com/office/drawing/2014/main" id="{AE3D1FEF-404D-9D69-C86C-68C2D365B455}"/>
              </a:ext>
            </a:extLst>
          </p:cNvPr>
          <p:cNvSpPr/>
          <p:nvPr/>
        </p:nvSpPr>
        <p:spPr>
          <a:xfrm>
            <a:off x="7301905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10" name="모서리가 둥근 직사각형 2309">
            <a:extLst>
              <a:ext uri="{FF2B5EF4-FFF2-40B4-BE49-F238E27FC236}">
                <a16:creationId xmlns:a16="http://schemas.microsoft.com/office/drawing/2014/main" id="{2A77B21C-8A35-4A10-E0FE-E6A3736BBBC8}"/>
              </a:ext>
            </a:extLst>
          </p:cNvPr>
          <p:cNvSpPr/>
          <p:nvPr/>
        </p:nvSpPr>
        <p:spPr>
          <a:xfrm>
            <a:off x="7301905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11" name="모서리가 둥근 직사각형 2310">
            <a:extLst>
              <a:ext uri="{FF2B5EF4-FFF2-40B4-BE49-F238E27FC236}">
                <a16:creationId xmlns:a16="http://schemas.microsoft.com/office/drawing/2014/main" id="{15840784-4E14-210E-514A-9DD1714265E0}"/>
              </a:ext>
            </a:extLst>
          </p:cNvPr>
          <p:cNvSpPr/>
          <p:nvPr/>
        </p:nvSpPr>
        <p:spPr>
          <a:xfrm>
            <a:off x="7259885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12" name="직선 연결선 2311">
            <a:extLst>
              <a:ext uri="{FF2B5EF4-FFF2-40B4-BE49-F238E27FC236}">
                <a16:creationId xmlns:a16="http://schemas.microsoft.com/office/drawing/2014/main" id="{A4B2D970-A331-2EF4-21E5-0DF81ED3A0FF}"/>
              </a:ext>
            </a:extLst>
          </p:cNvPr>
          <p:cNvCxnSpPr/>
          <p:nvPr/>
        </p:nvCxnSpPr>
        <p:spPr>
          <a:xfrm>
            <a:off x="7428298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3" name="직선 연결선 2312">
            <a:extLst>
              <a:ext uri="{FF2B5EF4-FFF2-40B4-BE49-F238E27FC236}">
                <a16:creationId xmlns:a16="http://schemas.microsoft.com/office/drawing/2014/main" id="{530D1572-8925-562C-760D-FDDD1444BE72}"/>
              </a:ext>
            </a:extLst>
          </p:cNvPr>
          <p:cNvCxnSpPr/>
          <p:nvPr/>
        </p:nvCxnSpPr>
        <p:spPr>
          <a:xfrm>
            <a:off x="7386279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4" name="모서리가 둥근 직사각형 2313">
            <a:extLst>
              <a:ext uri="{FF2B5EF4-FFF2-40B4-BE49-F238E27FC236}">
                <a16:creationId xmlns:a16="http://schemas.microsoft.com/office/drawing/2014/main" id="{23987FF0-66AB-AB4D-621D-11BDF7996B26}"/>
              </a:ext>
            </a:extLst>
          </p:cNvPr>
          <p:cNvSpPr/>
          <p:nvPr/>
        </p:nvSpPr>
        <p:spPr>
          <a:xfrm>
            <a:off x="7390590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15" name="모서리가 둥근 직사각형 2314">
            <a:extLst>
              <a:ext uri="{FF2B5EF4-FFF2-40B4-BE49-F238E27FC236}">
                <a16:creationId xmlns:a16="http://schemas.microsoft.com/office/drawing/2014/main" id="{7B6C9C2E-7D10-A605-7860-64BC536BB86A}"/>
              </a:ext>
            </a:extLst>
          </p:cNvPr>
          <p:cNvSpPr/>
          <p:nvPr/>
        </p:nvSpPr>
        <p:spPr>
          <a:xfrm>
            <a:off x="7390590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16" name="모서리가 둥근 직사각형 2315">
            <a:extLst>
              <a:ext uri="{FF2B5EF4-FFF2-40B4-BE49-F238E27FC236}">
                <a16:creationId xmlns:a16="http://schemas.microsoft.com/office/drawing/2014/main" id="{4DC34000-8F8A-F9FB-8BD7-246938EDB016}"/>
              </a:ext>
            </a:extLst>
          </p:cNvPr>
          <p:cNvSpPr/>
          <p:nvPr/>
        </p:nvSpPr>
        <p:spPr>
          <a:xfrm>
            <a:off x="7348571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17" name="직선 연결선 2316">
            <a:extLst>
              <a:ext uri="{FF2B5EF4-FFF2-40B4-BE49-F238E27FC236}">
                <a16:creationId xmlns:a16="http://schemas.microsoft.com/office/drawing/2014/main" id="{14E6DF29-5626-B8A5-4C48-DC5333FE900B}"/>
              </a:ext>
            </a:extLst>
          </p:cNvPr>
          <p:cNvCxnSpPr/>
          <p:nvPr/>
        </p:nvCxnSpPr>
        <p:spPr>
          <a:xfrm flipH="1">
            <a:off x="7602783" y="515098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8" name="직선 연결선 2317">
            <a:extLst>
              <a:ext uri="{FF2B5EF4-FFF2-40B4-BE49-F238E27FC236}">
                <a16:creationId xmlns:a16="http://schemas.microsoft.com/office/drawing/2014/main" id="{60E3E3E7-94FB-6852-8EB8-72052F1EC897}"/>
              </a:ext>
            </a:extLst>
          </p:cNvPr>
          <p:cNvCxnSpPr/>
          <p:nvPr/>
        </p:nvCxnSpPr>
        <p:spPr>
          <a:xfrm>
            <a:off x="7644802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9" name="직선 연결선 2318">
            <a:extLst>
              <a:ext uri="{FF2B5EF4-FFF2-40B4-BE49-F238E27FC236}">
                <a16:creationId xmlns:a16="http://schemas.microsoft.com/office/drawing/2014/main" id="{C762D92B-DBA5-A646-9AE2-4652339DE6BC}"/>
              </a:ext>
            </a:extLst>
          </p:cNvPr>
          <p:cNvCxnSpPr/>
          <p:nvPr/>
        </p:nvCxnSpPr>
        <p:spPr>
          <a:xfrm>
            <a:off x="7554941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0" name="직선 연결선 2319">
            <a:extLst>
              <a:ext uri="{FF2B5EF4-FFF2-40B4-BE49-F238E27FC236}">
                <a16:creationId xmlns:a16="http://schemas.microsoft.com/office/drawing/2014/main" id="{1C24BAD0-9162-9F66-F106-0C0E64CFADC7}"/>
              </a:ext>
            </a:extLst>
          </p:cNvPr>
          <p:cNvCxnSpPr/>
          <p:nvPr/>
        </p:nvCxnSpPr>
        <p:spPr>
          <a:xfrm>
            <a:off x="7602783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1" name="직선 연결선 2320">
            <a:extLst>
              <a:ext uri="{FF2B5EF4-FFF2-40B4-BE49-F238E27FC236}">
                <a16:creationId xmlns:a16="http://schemas.microsoft.com/office/drawing/2014/main" id="{0A9FB67B-DBCE-D66B-5730-0CEB64A972E1}"/>
              </a:ext>
            </a:extLst>
          </p:cNvPr>
          <p:cNvCxnSpPr/>
          <p:nvPr/>
        </p:nvCxnSpPr>
        <p:spPr>
          <a:xfrm flipH="1">
            <a:off x="7552739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2" name="모서리가 둥근 직사각형 2321">
            <a:extLst>
              <a:ext uri="{FF2B5EF4-FFF2-40B4-BE49-F238E27FC236}">
                <a16:creationId xmlns:a16="http://schemas.microsoft.com/office/drawing/2014/main" id="{569A1639-4EC5-0AC6-208B-98CC00CEC312}"/>
              </a:ext>
            </a:extLst>
          </p:cNvPr>
          <p:cNvSpPr/>
          <p:nvPr/>
        </p:nvSpPr>
        <p:spPr>
          <a:xfrm>
            <a:off x="7517615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23" name="모서리가 둥근 직사각형 2322">
            <a:extLst>
              <a:ext uri="{FF2B5EF4-FFF2-40B4-BE49-F238E27FC236}">
                <a16:creationId xmlns:a16="http://schemas.microsoft.com/office/drawing/2014/main" id="{3CD9DD02-7681-4A23-B8D6-1485F632C6A2}"/>
              </a:ext>
            </a:extLst>
          </p:cNvPr>
          <p:cNvSpPr/>
          <p:nvPr/>
        </p:nvSpPr>
        <p:spPr>
          <a:xfrm>
            <a:off x="7517615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24" name="모서리가 둥근 직사각형 2323">
            <a:extLst>
              <a:ext uri="{FF2B5EF4-FFF2-40B4-BE49-F238E27FC236}">
                <a16:creationId xmlns:a16="http://schemas.microsoft.com/office/drawing/2014/main" id="{43A86819-0398-09B7-196F-DAD7D0AD7EFE}"/>
              </a:ext>
            </a:extLst>
          </p:cNvPr>
          <p:cNvSpPr/>
          <p:nvPr/>
        </p:nvSpPr>
        <p:spPr>
          <a:xfrm>
            <a:off x="7607094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25" name="모서리가 둥근 직사각형 2324">
            <a:extLst>
              <a:ext uri="{FF2B5EF4-FFF2-40B4-BE49-F238E27FC236}">
                <a16:creationId xmlns:a16="http://schemas.microsoft.com/office/drawing/2014/main" id="{E0AA5B82-E5C9-A905-9AC3-AE21BE926C77}"/>
              </a:ext>
            </a:extLst>
          </p:cNvPr>
          <p:cNvSpPr/>
          <p:nvPr/>
        </p:nvSpPr>
        <p:spPr>
          <a:xfrm>
            <a:off x="7607094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26" name="모서리가 둥근 직사각형 2325">
            <a:extLst>
              <a:ext uri="{FF2B5EF4-FFF2-40B4-BE49-F238E27FC236}">
                <a16:creationId xmlns:a16="http://schemas.microsoft.com/office/drawing/2014/main" id="{1BA9012C-F9A8-6F34-4E35-1439F611D310}"/>
              </a:ext>
            </a:extLst>
          </p:cNvPr>
          <p:cNvSpPr/>
          <p:nvPr/>
        </p:nvSpPr>
        <p:spPr>
          <a:xfrm>
            <a:off x="7565074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27" name="직선 연결선 2326">
            <a:extLst>
              <a:ext uri="{FF2B5EF4-FFF2-40B4-BE49-F238E27FC236}">
                <a16:creationId xmlns:a16="http://schemas.microsoft.com/office/drawing/2014/main" id="{6613DA0B-D22A-AD3E-F2E5-3B43D544E70F}"/>
              </a:ext>
            </a:extLst>
          </p:cNvPr>
          <p:cNvCxnSpPr/>
          <p:nvPr/>
        </p:nvCxnSpPr>
        <p:spPr>
          <a:xfrm>
            <a:off x="7797932" y="515176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8" name="모서리가 둥근 직사각형 2327">
            <a:extLst>
              <a:ext uri="{FF2B5EF4-FFF2-40B4-BE49-F238E27FC236}">
                <a16:creationId xmlns:a16="http://schemas.microsoft.com/office/drawing/2014/main" id="{71D773ED-0256-5FEE-B68F-185B2E81E4E3}"/>
              </a:ext>
            </a:extLst>
          </p:cNvPr>
          <p:cNvSpPr/>
          <p:nvPr/>
        </p:nvSpPr>
        <p:spPr>
          <a:xfrm>
            <a:off x="7765469" y="512608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329" name="직선 연결선 2328">
            <a:extLst>
              <a:ext uri="{FF2B5EF4-FFF2-40B4-BE49-F238E27FC236}">
                <a16:creationId xmlns:a16="http://schemas.microsoft.com/office/drawing/2014/main" id="{66A28F28-D67E-7FDC-FCFA-55D7F47E3284}"/>
              </a:ext>
            </a:extLst>
          </p:cNvPr>
          <p:cNvCxnSpPr/>
          <p:nvPr/>
        </p:nvCxnSpPr>
        <p:spPr>
          <a:xfrm>
            <a:off x="7733488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0" name="직선 연결선 2329">
            <a:extLst>
              <a:ext uri="{FF2B5EF4-FFF2-40B4-BE49-F238E27FC236}">
                <a16:creationId xmlns:a16="http://schemas.microsoft.com/office/drawing/2014/main" id="{8469E583-8FC9-A33A-C206-B38D05CB560B}"/>
              </a:ext>
            </a:extLst>
          </p:cNvPr>
          <p:cNvCxnSpPr/>
          <p:nvPr/>
        </p:nvCxnSpPr>
        <p:spPr>
          <a:xfrm>
            <a:off x="7691469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1" name="모서리가 둥근 직사각형 2330">
            <a:extLst>
              <a:ext uri="{FF2B5EF4-FFF2-40B4-BE49-F238E27FC236}">
                <a16:creationId xmlns:a16="http://schemas.microsoft.com/office/drawing/2014/main" id="{7E2F8A38-F987-7B2C-34AC-1271C03FC7A8}"/>
              </a:ext>
            </a:extLst>
          </p:cNvPr>
          <p:cNvSpPr/>
          <p:nvPr/>
        </p:nvSpPr>
        <p:spPr>
          <a:xfrm>
            <a:off x="7695780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32" name="모서리가 둥근 직사각형 2331">
            <a:extLst>
              <a:ext uri="{FF2B5EF4-FFF2-40B4-BE49-F238E27FC236}">
                <a16:creationId xmlns:a16="http://schemas.microsoft.com/office/drawing/2014/main" id="{540B2EA3-1E45-4D47-C5C3-7707054DAD7C}"/>
              </a:ext>
            </a:extLst>
          </p:cNvPr>
          <p:cNvSpPr/>
          <p:nvPr/>
        </p:nvSpPr>
        <p:spPr>
          <a:xfrm>
            <a:off x="7695780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33" name="모서리가 둥근 직사각형 2332">
            <a:extLst>
              <a:ext uri="{FF2B5EF4-FFF2-40B4-BE49-F238E27FC236}">
                <a16:creationId xmlns:a16="http://schemas.microsoft.com/office/drawing/2014/main" id="{DD6D319E-3AE2-A2BA-AA02-7E6CF35AF511}"/>
              </a:ext>
            </a:extLst>
          </p:cNvPr>
          <p:cNvSpPr/>
          <p:nvPr/>
        </p:nvSpPr>
        <p:spPr>
          <a:xfrm>
            <a:off x="7653760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34" name="직선 연결선 2333">
            <a:extLst>
              <a:ext uri="{FF2B5EF4-FFF2-40B4-BE49-F238E27FC236}">
                <a16:creationId xmlns:a16="http://schemas.microsoft.com/office/drawing/2014/main" id="{88459250-B07E-101D-23B8-72295C45F829}"/>
              </a:ext>
            </a:extLst>
          </p:cNvPr>
          <p:cNvCxnSpPr/>
          <p:nvPr/>
        </p:nvCxnSpPr>
        <p:spPr>
          <a:xfrm flipH="1">
            <a:off x="7897298" y="521846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5" name="직선 연결선 2334">
            <a:extLst>
              <a:ext uri="{FF2B5EF4-FFF2-40B4-BE49-F238E27FC236}">
                <a16:creationId xmlns:a16="http://schemas.microsoft.com/office/drawing/2014/main" id="{BA776E54-8742-045B-6A76-AB49B7B15536}"/>
              </a:ext>
            </a:extLst>
          </p:cNvPr>
          <p:cNvCxnSpPr/>
          <p:nvPr/>
        </p:nvCxnSpPr>
        <p:spPr>
          <a:xfrm>
            <a:off x="7939316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6" name="직선 연결선 2335">
            <a:extLst>
              <a:ext uri="{FF2B5EF4-FFF2-40B4-BE49-F238E27FC236}">
                <a16:creationId xmlns:a16="http://schemas.microsoft.com/office/drawing/2014/main" id="{E259F39C-C8CC-C89C-390D-4E6FA4914B27}"/>
              </a:ext>
            </a:extLst>
          </p:cNvPr>
          <p:cNvCxnSpPr/>
          <p:nvPr/>
        </p:nvCxnSpPr>
        <p:spPr>
          <a:xfrm>
            <a:off x="7849455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7" name="직선 연결선 2336">
            <a:extLst>
              <a:ext uri="{FF2B5EF4-FFF2-40B4-BE49-F238E27FC236}">
                <a16:creationId xmlns:a16="http://schemas.microsoft.com/office/drawing/2014/main" id="{DAD486F2-DBA4-B444-1139-6E139079A6D2}"/>
              </a:ext>
            </a:extLst>
          </p:cNvPr>
          <p:cNvCxnSpPr/>
          <p:nvPr/>
        </p:nvCxnSpPr>
        <p:spPr>
          <a:xfrm>
            <a:off x="7897297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8" name="직선 연결선 2337">
            <a:extLst>
              <a:ext uri="{FF2B5EF4-FFF2-40B4-BE49-F238E27FC236}">
                <a16:creationId xmlns:a16="http://schemas.microsoft.com/office/drawing/2014/main" id="{942F88AC-1969-32B3-9ED1-94534649D1D8}"/>
              </a:ext>
            </a:extLst>
          </p:cNvPr>
          <p:cNvCxnSpPr/>
          <p:nvPr/>
        </p:nvCxnSpPr>
        <p:spPr>
          <a:xfrm flipH="1">
            <a:off x="7847254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9" name="모서리가 둥근 직사각형 2338">
            <a:extLst>
              <a:ext uri="{FF2B5EF4-FFF2-40B4-BE49-F238E27FC236}">
                <a16:creationId xmlns:a16="http://schemas.microsoft.com/office/drawing/2014/main" id="{A9A1BB79-1507-2761-CF4C-AD83837E04FF}"/>
              </a:ext>
            </a:extLst>
          </p:cNvPr>
          <p:cNvSpPr/>
          <p:nvPr/>
        </p:nvSpPr>
        <p:spPr>
          <a:xfrm>
            <a:off x="7812129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0" name="모서리가 둥근 직사각형 2339">
            <a:extLst>
              <a:ext uri="{FF2B5EF4-FFF2-40B4-BE49-F238E27FC236}">
                <a16:creationId xmlns:a16="http://schemas.microsoft.com/office/drawing/2014/main" id="{20D69E86-61D2-4100-8A2D-8DC2BDF52405}"/>
              </a:ext>
            </a:extLst>
          </p:cNvPr>
          <p:cNvSpPr/>
          <p:nvPr/>
        </p:nvSpPr>
        <p:spPr>
          <a:xfrm>
            <a:off x="7812129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1" name="모서리가 둥근 직사각형 2340">
            <a:extLst>
              <a:ext uri="{FF2B5EF4-FFF2-40B4-BE49-F238E27FC236}">
                <a16:creationId xmlns:a16="http://schemas.microsoft.com/office/drawing/2014/main" id="{E340F021-419C-ED89-BE3A-2840BA8620EB}"/>
              </a:ext>
            </a:extLst>
          </p:cNvPr>
          <p:cNvSpPr/>
          <p:nvPr/>
        </p:nvSpPr>
        <p:spPr>
          <a:xfrm>
            <a:off x="7901609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2" name="모서리가 둥근 직사각형 2341">
            <a:extLst>
              <a:ext uri="{FF2B5EF4-FFF2-40B4-BE49-F238E27FC236}">
                <a16:creationId xmlns:a16="http://schemas.microsoft.com/office/drawing/2014/main" id="{6B8E00E8-6A37-CA64-A661-1F45CF2A70B2}"/>
              </a:ext>
            </a:extLst>
          </p:cNvPr>
          <p:cNvSpPr/>
          <p:nvPr/>
        </p:nvSpPr>
        <p:spPr>
          <a:xfrm>
            <a:off x="7901609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3" name="모서리가 둥근 직사각형 2342">
            <a:extLst>
              <a:ext uri="{FF2B5EF4-FFF2-40B4-BE49-F238E27FC236}">
                <a16:creationId xmlns:a16="http://schemas.microsoft.com/office/drawing/2014/main" id="{D194061A-C96E-A5CD-DA05-302A3DBDB120}"/>
              </a:ext>
            </a:extLst>
          </p:cNvPr>
          <p:cNvSpPr/>
          <p:nvPr/>
        </p:nvSpPr>
        <p:spPr>
          <a:xfrm>
            <a:off x="7859589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44" name="직선 연결선 2343">
            <a:extLst>
              <a:ext uri="{FF2B5EF4-FFF2-40B4-BE49-F238E27FC236}">
                <a16:creationId xmlns:a16="http://schemas.microsoft.com/office/drawing/2014/main" id="{4B0E4F56-7FC2-9D6B-8921-5204DF642E67}"/>
              </a:ext>
            </a:extLst>
          </p:cNvPr>
          <p:cNvCxnSpPr/>
          <p:nvPr/>
        </p:nvCxnSpPr>
        <p:spPr>
          <a:xfrm>
            <a:off x="8028002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5" name="직선 연결선 2344">
            <a:extLst>
              <a:ext uri="{FF2B5EF4-FFF2-40B4-BE49-F238E27FC236}">
                <a16:creationId xmlns:a16="http://schemas.microsoft.com/office/drawing/2014/main" id="{724B98EA-B186-66C1-3F0A-BCC619C6352F}"/>
              </a:ext>
            </a:extLst>
          </p:cNvPr>
          <p:cNvCxnSpPr/>
          <p:nvPr/>
        </p:nvCxnSpPr>
        <p:spPr>
          <a:xfrm>
            <a:off x="7985983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6" name="모서리가 둥근 직사각형 2345">
            <a:extLst>
              <a:ext uri="{FF2B5EF4-FFF2-40B4-BE49-F238E27FC236}">
                <a16:creationId xmlns:a16="http://schemas.microsoft.com/office/drawing/2014/main" id="{080D93B1-66FB-EC34-A03C-073F6583B3F6}"/>
              </a:ext>
            </a:extLst>
          </p:cNvPr>
          <p:cNvSpPr/>
          <p:nvPr/>
        </p:nvSpPr>
        <p:spPr>
          <a:xfrm>
            <a:off x="7990294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7" name="모서리가 둥근 직사각형 2346">
            <a:extLst>
              <a:ext uri="{FF2B5EF4-FFF2-40B4-BE49-F238E27FC236}">
                <a16:creationId xmlns:a16="http://schemas.microsoft.com/office/drawing/2014/main" id="{07B9C4F9-2E2E-77B9-099F-C65FB83A306A}"/>
              </a:ext>
            </a:extLst>
          </p:cNvPr>
          <p:cNvSpPr/>
          <p:nvPr/>
        </p:nvSpPr>
        <p:spPr>
          <a:xfrm>
            <a:off x="7990294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48" name="모서리가 둥근 직사각형 2347">
            <a:extLst>
              <a:ext uri="{FF2B5EF4-FFF2-40B4-BE49-F238E27FC236}">
                <a16:creationId xmlns:a16="http://schemas.microsoft.com/office/drawing/2014/main" id="{F3190213-EFBF-5FA7-A2EF-E8737E42C215}"/>
              </a:ext>
            </a:extLst>
          </p:cNvPr>
          <p:cNvSpPr/>
          <p:nvPr/>
        </p:nvSpPr>
        <p:spPr>
          <a:xfrm>
            <a:off x="7948275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49" name="직선 연결선 2348">
            <a:extLst>
              <a:ext uri="{FF2B5EF4-FFF2-40B4-BE49-F238E27FC236}">
                <a16:creationId xmlns:a16="http://schemas.microsoft.com/office/drawing/2014/main" id="{EE7E7E85-F552-4A51-E5E4-DEC19FA3078A}"/>
              </a:ext>
            </a:extLst>
          </p:cNvPr>
          <p:cNvCxnSpPr/>
          <p:nvPr/>
        </p:nvCxnSpPr>
        <p:spPr>
          <a:xfrm>
            <a:off x="7323888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0" name="모서리가 둥근 직사각형 2349">
            <a:extLst>
              <a:ext uri="{FF2B5EF4-FFF2-40B4-BE49-F238E27FC236}">
                <a16:creationId xmlns:a16="http://schemas.microsoft.com/office/drawing/2014/main" id="{1EAC451A-7352-1D9A-9963-0FFAD7BDAE3B}"/>
              </a:ext>
            </a:extLst>
          </p:cNvPr>
          <p:cNvSpPr/>
          <p:nvPr/>
        </p:nvSpPr>
        <p:spPr>
          <a:xfrm>
            <a:off x="7291425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351" name="직선 연결선 2350">
            <a:extLst>
              <a:ext uri="{FF2B5EF4-FFF2-40B4-BE49-F238E27FC236}">
                <a16:creationId xmlns:a16="http://schemas.microsoft.com/office/drawing/2014/main" id="{E03CC90E-97CB-2277-CD6E-F634D62AC98B}"/>
              </a:ext>
            </a:extLst>
          </p:cNvPr>
          <p:cNvCxnSpPr/>
          <p:nvPr/>
        </p:nvCxnSpPr>
        <p:spPr>
          <a:xfrm flipH="1">
            <a:off x="7423254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2" name="직선 연결선 2351">
            <a:extLst>
              <a:ext uri="{FF2B5EF4-FFF2-40B4-BE49-F238E27FC236}">
                <a16:creationId xmlns:a16="http://schemas.microsoft.com/office/drawing/2014/main" id="{CA013FB6-F397-31D0-687C-74E065B3C8A2}"/>
              </a:ext>
            </a:extLst>
          </p:cNvPr>
          <p:cNvCxnSpPr/>
          <p:nvPr/>
        </p:nvCxnSpPr>
        <p:spPr>
          <a:xfrm>
            <a:off x="7465273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3" name="직선 연결선 2352">
            <a:extLst>
              <a:ext uri="{FF2B5EF4-FFF2-40B4-BE49-F238E27FC236}">
                <a16:creationId xmlns:a16="http://schemas.microsoft.com/office/drawing/2014/main" id="{76FAE1E2-616D-8DF8-5173-57F67A1C9D10}"/>
              </a:ext>
            </a:extLst>
          </p:cNvPr>
          <p:cNvCxnSpPr/>
          <p:nvPr/>
        </p:nvCxnSpPr>
        <p:spPr>
          <a:xfrm>
            <a:off x="7375411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4" name="직선 연결선 2353">
            <a:extLst>
              <a:ext uri="{FF2B5EF4-FFF2-40B4-BE49-F238E27FC236}">
                <a16:creationId xmlns:a16="http://schemas.microsoft.com/office/drawing/2014/main" id="{D401CD6E-63FB-C098-B4B5-A0BDE6A7AF7A}"/>
              </a:ext>
            </a:extLst>
          </p:cNvPr>
          <p:cNvCxnSpPr/>
          <p:nvPr/>
        </p:nvCxnSpPr>
        <p:spPr>
          <a:xfrm>
            <a:off x="7423254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" name="직선 연결선 2354">
            <a:extLst>
              <a:ext uri="{FF2B5EF4-FFF2-40B4-BE49-F238E27FC236}">
                <a16:creationId xmlns:a16="http://schemas.microsoft.com/office/drawing/2014/main" id="{87267186-551B-9A4D-CCDE-706B064F7435}"/>
              </a:ext>
            </a:extLst>
          </p:cNvPr>
          <p:cNvCxnSpPr/>
          <p:nvPr/>
        </p:nvCxnSpPr>
        <p:spPr>
          <a:xfrm flipH="1">
            <a:off x="7373210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" name="모서리가 둥근 직사각형 2355">
            <a:extLst>
              <a:ext uri="{FF2B5EF4-FFF2-40B4-BE49-F238E27FC236}">
                <a16:creationId xmlns:a16="http://schemas.microsoft.com/office/drawing/2014/main" id="{37142CFD-FCFE-926E-2AC9-A6437D5EAE5A}"/>
              </a:ext>
            </a:extLst>
          </p:cNvPr>
          <p:cNvSpPr/>
          <p:nvPr/>
        </p:nvSpPr>
        <p:spPr>
          <a:xfrm>
            <a:off x="7338086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57" name="모서리가 둥근 직사각형 2356">
            <a:extLst>
              <a:ext uri="{FF2B5EF4-FFF2-40B4-BE49-F238E27FC236}">
                <a16:creationId xmlns:a16="http://schemas.microsoft.com/office/drawing/2014/main" id="{64A62D9A-B6CC-2D37-A0F2-1E3308B040A0}"/>
              </a:ext>
            </a:extLst>
          </p:cNvPr>
          <p:cNvSpPr/>
          <p:nvPr/>
        </p:nvSpPr>
        <p:spPr>
          <a:xfrm>
            <a:off x="7338086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58" name="모서리가 둥근 직사각형 2357">
            <a:extLst>
              <a:ext uri="{FF2B5EF4-FFF2-40B4-BE49-F238E27FC236}">
                <a16:creationId xmlns:a16="http://schemas.microsoft.com/office/drawing/2014/main" id="{624AA8EE-5581-43A7-D8A6-BA9774F9FC45}"/>
              </a:ext>
            </a:extLst>
          </p:cNvPr>
          <p:cNvSpPr/>
          <p:nvPr/>
        </p:nvSpPr>
        <p:spPr>
          <a:xfrm>
            <a:off x="7427565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59" name="모서리가 둥근 직사각형 2358">
            <a:extLst>
              <a:ext uri="{FF2B5EF4-FFF2-40B4-BE49-F238E27FC236}">
                <a16:creationId xmlns:a16="http://schemas.microsoft.com/office/drawing/2014/main" id="{8A4B82A4-03C0-5E47-3311-8D7CD22E1526}"/>
              </a:ext>
            </a:extLst>
          </p:cNvPr>
          <p:cNvSpPr/>
          <p:nvPr/>
        </p:nvSpPr>
        <p:spPr>
          <a:xfrm>
            <a:off x="7427565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60" name="모서리가 둥근 직사각형 2359">
            <a:extLst>
              <a:ext uri="{FF2B5EF4-FFF2-40B4-BE49-F238E27FC236}">
                <a16:creationId xmlns:a16="http://schemas.microsoft.com/office/drawing/2014/main" id="{EC24CF2F-4810-3B29-00CB-95EE052CDDA0}"/>
              </a:ext>
            </a:extLst>
          </p:cNvPr>
          <p:cNvSpPr/>
          <p:nvPr/>
        </p:nvSpPr>
        <p:spPr>
          <a:xfrm>
            <a:off x="7385546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61" name="직선 연결선 2360">
            <a:extLst>
              <a:ext uri="{FF2B5EF4-FFF2-40B4-BE49-F238E27FC236}">
                <a16:creationId xmlns:a16="http://schemas.microsoft.com/office/drawing/2014/main" id="{0F4FF378-5ADD-2A0B-E232-55483E8C5783}"/>
              </a:ext>
            </a:extLst>
          </p:cNvPr>
          <p:cNvCxnSpPr/>
          <p:nvPr/>
        </p:nvCxnSpPr>
        <p:spPr>
          <a:xfrm>
            <a:off x="7553958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2" name="직선 연결선 2361">
            <a:extLst>
              <a:ext uri="{FF2B5EF4-FFF2-40B4-BE49-F238E27FC236}">
                <a16:creationId xmlns:a16="http://schemas.microsoft.com/office/drawing/2014/main" id="{8B8CECF5-0DEB-CA3B-17BD-2AEA1732F7DC}"/>
              </a:ext>
            </a:extLst>
          </p:cNvPr>
          <p:cNvCxnSpPr/>
          <p:nvPr/>
        </p:nvCxnSpPr>
        <p:spPr>
          <a:xfrm>
            <a:off x="7511939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3" name="모서리가 둥근 직사각형 2362">
            <a:extLst>
              <a:ext uri="{FF2B5EF4-FFF2-40B4-BE49-F238E27FC236}">
                <a16:creationId xmlns:a16="http://schemas.microsoft.com/office/drawing/2014/main" id="{EC72DE8F-D204-F997-8D42-B59E1A388F9A}"/>
              </a:ext>
            </a:extLst>
          </p:cNvPr>
          <p:cNvSpPr/>
          <p:nvPr/>
        </p:nvSpPr>
        <p:spPr>
          <a:xfrm>
            <a:off x="7516250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64" name="모서리가 둥근 직사각형 2363">
            <a:extLst>
              <a:ext uri="{FF2B5EF4-FFF2-40B4-BE49-F238E27FC236}">
                <a16:creationId xmlns:a16="http://schemas.microsoft.com/office/drawing/2014/main" id="{D5823D27-B889-68CC-9828-1EEF599F7BB1}"/>
              </a:ext>
            </a:extLst>
          </p:cNvPr>
          <p:cNvSpPr/>
          <p:nvPr/>
        </p:nvSpPr>
        <p:spPr>
          <a:xfrm>
            <a:off x="7516250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65" name="모서리가 둥근 직사각형 2364">
            <a:extLst>
              <a:ext uri="{FF2B5EF4-FFF2-40B4-BE49-F238E27FC236}">
                <a16:creationId xmlns:a16="http://schemas.microsoft.com/office/drawing/2014/main" id="{57042AD4-B8DA-0944-62FC-193C7165033B}"/>
              </a:ext>
            </a:extLst>
          </p:cNvPr>
          <p:cNvSpPr/>
          <p:nvPr/>
        </p:nvSpPr>
        <p:spPr>
          <a:xfrm>
            <a:off x="7474231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66" name="직선 연결선 2365">
            <a:extLst>
              <a:ext uri="{FF2B5EF4-FFF2-40B4-BE49-F238E27FC236}">
                <a16:creationId xmlns:a16="http://schemas.microsoft.com/office/drawing/2014/main" id="{551904E3-3F15-D228-E581-60FAFF76F78E}"/>
              </a:ext>
            </a:extLst>
          </p:cNvPr>
          <p:cNvCxnSpPr/>
          <p:nvPr/>
        </p:nvCxnSpPr>
        <p:spPr>
          <a:xfrm>
            <a:off x="7907594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7" name="모서리가 둥근 직사각형 2366">
            <a:extLst>
              <a:ext uri="{FF2B5EF4-FFF2-40B4-BE49-F238E27FC236}">
                <a16:creationId xmlns:a16="http://schemas.microsoft.com/office/drawing/2014/main" id="{0813748B-5C8F-09D9-9915-06B0CA5283BE}"/>
              </a:ext>
            </a:extLst>
          </p:cNvPr>
          <p:cNvSpPr/>
          <p:nvPr/>
        </p:nvSpPr>
        <p:spPr>
          <a:xfrm>
            <a:off x="7875130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368" name="직선 연결선 2367">
            <a:extLst>
              <a:ext uri="{FF2B5EF4-FFF2-40B4-BE49-F238E27FC236}">
                <a16:creationId xmlns:a16="http://schemas.microsoft.com/office/drawing/2014/main" id="{5BC1C523-3C1E-CB34-C26C-0201452313B0}"/>
              </a:ext>
            </a:extLst>
          </p:cNvPr>
          <p:cNvCxnSpPr/>
          <p:nvPr/>
        </p:nvCxnSpPr>
        <p:spPr>
          <a:xfrm flipH="1">
            <a:off x="8006959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9" name="직선 연결선 2368">
            <a:extLst>
              <a:ext uri="{FF2B5EF4-FFF2-40B4-BE49-F238E27FC236}">
                <a16:creationId xmlns:a16="http://schemas.microsoft.com/office/drawing/2014/main" id="{FC82093D-E8CC-2C77-94B3-15EB1D84EBDC}"/>
              </a:ext>
            </a:extLst>
          </p:cNvPr>
          <p:cNvCxnSpPr/>
          <p:nvPr/>
        </p:nvCxnSpPr>
        <p:spPr>
          <a:xfrm>
            <a:off x="8048978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0" name="직선 연결선 2369">
            <a:extLst>
              <a:ext uri="{FF2B5EF4-FFF2-40B4-BE49-F238E27FC236}">
                <a16:creationId xmlns:a16="http://schemas.microsoft.com/office/drawing/2014/main" id="{B04ED735-C72B-5EA1-4085-4854E0AEA966}"/>
              </a:ext>
            </a:extLst>
          </p:cNvPr>
          <p:cNvCxnSpPr/>
          <p:nvPr/>
        </p:nvCxnSpPr>
        <p:spPr>
          <a:xfrm>
            <a:off x="7959116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직선 연결선 2370">
            <a:extLst>
              <a:ext uri="{FF2B5EF4-FFF2-40B4-BE49-F238E27FC236}">
                <a16:creationId xmlns:a16="http://schemas.microsoft.com/office/drawing/2014/main" id="{AF57DA9E-FDD0-A829-B876-61B703054093}"/>
              </a:ext>
            </a:extLst>
          </p:cNvPr>
          <p:cNvCxnSpPr/>
          <p:nvPr/>
        </p:nvCxnSpPr>
        <p:spPr>
          <a:xfrm>
            <a:off x="8006959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2" name="직선 연결선 2371">
            <a:extLst>
              <a:ext uri="{FF2B5EF4-FFF2-40B4-BE49-F238E27FC236}">
                <a16:creationId xmlns:a16="http://schemas.microsoft.com/office/drawing/2014/main" id="{A5E8DEB0-9C02-03C1-8562-84BFA51707D2}"/>
              </a:ext>
            </a:extLst>
          </p:cNvPr>
          <p:cNvCxnSpPr/>
          <p:nvPr/>
        </p:nvCxnSpPr>
        <p:spPr>
          <a:xfrm flipH="1">
            <a:off x="7956916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3" name="모서리가 둥근 직사각형 2372">
            <a:extLst>
              <a:ext uri="{FF2B5EF4-FFF2-40B4-BE49-F238E27FC236}">
                <a16:creationId xmlns:a16="http://schemas.microsoft.com/office/drawing/2014/main" id="{3C1A4784-118C-02FF-5AA6-5D66F3C68E3B}"/>
              </a:ext>
            </a:extLst>
          </p:cNvPr>
          <p:cNvSpPr/>
          <p:nvPr/>
        </p:nvSpPr>
        <p:spPr>
          <a:xfrm>
            <a:off x="7921791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74" name="모서리가 둥근 직사각형 2373">
            <a:extLst>
              <a:ext uri="{FF2B5EF4-FFF2-40B4-BE49-F238E27FC236}">
                <a16:creationId xmlns:a16="http://schemas.microsoft.com/office/drawing/2014/main" id="{8996A422-D284-675B-818A-1E5BFE6B9304}"/>
              </a:ext>
            </a:extLst>
          </p:cNvPr>
          <p:cNvSpPr/>
          <p:nvPr/>
        </p:nvSpPr>
        <p:spPr>
          <a:xfrm>
            <a:off x="7921791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75" name="모서리가 둥근 직사각형 2374">
            <a:extLst>
              <a:ext uri="{FF2B5EF4-FFF2-40B4-BE49-F238E27FC236}">
                <a16:creationId xmlns:a16="http://schemas.microsoft.com/office/drawing/2014/main" id="{36DABA6C-919B-182F-1F25-23E541306DDB}"/>
              </a:ext>
            </a:extLst>
          </p:cNvPr>
          <p:cNvSpPr/>
          <p:nvPr/>
        </p:nvSpPr>
        <p:spPr>
          <a:xfrm>
            <a:off x="8011270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76" name="모서리가 둥근 직사각형 2375">
            <a:extLst>
              <a:ext uri="{FF2B5EF4-FFF2-40B4-BE49-F238E27FC236}">
                <a16:creationId xmlns:a16="http://schemas.microsoft.com/office/drawing/2014/main" id="{4E75B54A-8E34-56BC-A31D-86D9179D46E1}"/>
              </a:ext>
            </a:extLst>
          </p:cNvPr>
          <p:cNvSpPr/>
          <p:nvPr/>
        </p:nvSpPr>
        <p:spPr>
          <a:xfrm>
            <a:off x="8011270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77" name="모서리가 둥근 직사각형 2376">
            <a:extLst>
              <a:ext uri="{FF2B5EF4-FFF2-40B4-BE49-F238E27FC236}">
                <a16:creationId xmlns:a16="http://schemas.microsoft.com/office/drawing/2014/main" id="{8E2EF8BC-805F-C45E-9E49-84CC29C7C342}"/>
              </a:ext>
            </a:extLst>
          </p:cNvPr>
          <p:cNvSpPr/>
          <p:nvPr/>
        </p:nvSpPr>
        <p:spPr>
          <a:xfrm>
            <a:off x="7969250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78" name="직선 연결선 2377">
            <a:extLst>
              <a:ext uri="{FF2B5EF4-FFF2-40B4-BE49-F238E27FC236}">
                <a16:creationId xmlns:a16="http://schemas.microsoft.com/office/drawing/2014/main" id="{71A2D459-6032-73B5-2E57-2432DFBB1D4B}"/>
              </a:ext>
            </a:extLst>
          </p:cNvPr>
          <p:cNvCxnSpPr/>
          <p:nvPr/>
        </p:nvCxnSpPr>
        <p:spPr>
          <a:xfrm>
            <a:off x="8137664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9" name="직선 연결선 2378">
            <a:extLst>
              <a:ext uri="{FF2B5EF4-FFF2-40B4-BE49-F238E27FC236}">
                <a16:creationId xmlns:a16="http://schemas.microsoft.com/office/drawing/2014/main" id="{571FD0C4-3B0F-958A-B339-DE682C63D03F}"/>
              </a:ext>
            </a:extLst>
          </p:cNvPr>
          <p:cNvCxnSpPr/>
          <p:nvPr/>
        </p:nvCxnSpPr>
        <p:spPr>
          <a:xfrm>
            <a:off x="8095644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0" name="모서리가 둥근 직사각형 2379">
            <a:extLst>
              <a:ext uri="{FF2B5EF4-FFF2-40B4-BE49-F238E27FC236}">
                <a16:creationId xmlns:a16="http://schemas.microsoft.com/office/drawing/2014/main" id="{6CE6540C-08B3-4190-3CE4-DE228831D8F4}"/>
              </a:ext>
            </a:extLst>
          </p:cNvPr>
          <p:cNvSpPr/>
          <p:nvPr/>
        </p:nvSpPr>
        <p:spPr>
          <a:xfrm>
            <a:off x="8099956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81" name="모서리가 둥근 직사각형 2380">
            <a:extLst>
              <a:ext uri="{FF2B5EF4-FFF2-40B4-BE49-F238E27FC236}">
                <a16:creationId xmlns:a16="http://schemas.microsoft.com/office/drawing/2014/main" id="{DCBE8674-8C1D-1DD4-45F9-BA0E7828B087}"/>
              </a:ext>
            </a:extLst>
          </p:cNvPr>
          <p:cNvSpPr/>
          <p:nvPr/>
        </p:nvSpPr>
        <p:spPr>
          <a:xfrm>
            <a:off x="8099956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82" name="모서리가 둥근 직사각형 2381">
            <a:extLst>
              <a:ext uri="{FF2B5EF4-FFF2-40B4-BE49-F238E27FC236}">
                <a16:creationId xmlns:a16="http://schemas.microsoft.com/office/drawing/2014/main" id="{79F3F66E-ADEB-E56A-FDA5-AE3FD6004270}"/>
              </a:ext>
            </a:extLst>
          </p:cNvPr>
          <p:cNvSpPr/>
          <p:nvPr/>
        </p:nvSpPr>
        <p:spPr>
          <a:xfrm>
            <a:off x="8057936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383" name="모서리가 둥근 직사각형 2382">
            <a:extLst>
              <a:ext uri="{FF2B5EF4-FFF2-40B4-BE49-F238E27FC236}">
                <a16:creationId xmlns:a16="http://schemas.microsoft.com/office/drawing/2014/main" id="{5CB90425-3B6E-4D31-B69B-117526CD8F59}"/>
              </a:ext>
            </a:extLst>
          </p:cNvPr>
          <p:cNvSpPr/>
          <p:nvPr/>
        </p:nvSpPr>
        <p:spPr>
          <a:xfrm>
            <a:off x="7135308" y="3969742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2384" name="직선 연결선 2383">
            <a:extLst>
              <a:ext uri="{FF2B5EF4-FFF2-40B4-BE49-F238E27FC236}">
                <a16:creationId xmlns:a16="http://schemas.microsoft.com/office/drawing/2014/main" id="{9703C4F4-FD0F-B025-8F23-8022367FD5F7}"/>
              </a:ext>
            </a:extLst>
          </p:cNvPr>
          <p:cNvCxnSpPr/>
          <p:nvPr/>
        </p:nvCxnSpPr>
        <p:spPr>
          <a:xfrm flipH="1">
            <a:off x="9888868" y="4187913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5" name="직선 연결선 2384">
            <a:extLst>
              <a:ext uri="{FF2B5EF4-FFF2-40B4-BE49-F238E27FC236}">
                <a16:creationId xmlns:a16="http://schemas.microsoft.com/office/drawing/2014/main" id="{60E62DE2-2714-EE48-9418-CFD7A5931A65}"/>
              </a:ext>
            </a:extLst>
          </p:cNvPr>
          <p:cNvCxnSpPr/>
          <p:nvPr/>
        </p:nvCxnSpPr>
        <p:spPr>
          <a:xfrm flipH="1" flipV="1">
            <a:off x="9613923" y="4120018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6" name="직선 연결선 2385">
            <a:extLst>
              <a:ext uri="{FF2B5EF4-FFF2-40B4-BE49-F238E27FC236}">
                <a16:creationId xmlns:a16="http://schemas.microsoft.com/office/drawing/2014/main" id="{4C873AAA-3E7E-BD6B-7BA1-DB47D7176492}"/>
              </a:ext>
            </a:extLst>
          </p:cNvPr>
          <p:cNvCxnSpPr/>
          <p:nvPr/>
        </p:nvCxnSpPr>
        <p:spPr>
          <a:xfrm flipH="1">
            <a:off x="10331735" y="421955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7" name="직선 연결선 2386">
            <a:extLst>
              <a:ext uri="{FF2B5EF4-FFF2-40B4-BE49-F238E27FC236}">
                <a16:creationId xmlns:a16="http://schemas.microsoft.com/office/drawing/2014/main" id="{0A05EED4-9663-4B29-0E9F-960A32CEBBA5}"/>
              </a:ext>
            </a:extLst>
          </p:cNvPr>
          <p:cNvCxnSpPr/>
          <p:nvPr/>
        </p:nvCxnSpPr>
        <p:spPr>
          <a:xfrm>
            <a:off x="10263181" y="4174574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8" name="모서리가 둥근 직사각형 2387">
            <a:extLst>
              <a:ext uri="{FF2B5EF4-FFF2-40B4-BE49-F238E27FC236}">
                <a16:creationId xmlns:a16="http://schemas.microsoft.com/office/drawing/2014/main" id="{DE884D47-1264-1A3F-2D53-F70811E52DBE}"/>
              </a:ext>
            </a:extLst>
          </p:cNvPr>
          <p:cNvSpPr/>
          <p:nvPr/>
        </p:nvSpPr>
        <p:spPr>
          <a:xfrm>
            <a:off x="10206982" y="4142945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389" name="직선 연결선 2388">
            <a:extLst>
              <a:ext uri="{FF2B5EF4-FFF2-40B4-BE49-F238E27FC236}">
                <a16:creationId xmlns:a16="http://schemas.microsoft.com/office/drawing/2014/main" id="{E20472C5-EA51-BBBE-AEFE-06BA0C7FDD20}"/>
              </a:ext>
            </a:extLst>
          </p:cNvPr>
          <p:cNvCxnSpPr/>
          <p:nvPr/>
        </p:nvCxnSpPr>
        <p:spPr>
          <a:xfrm flipH="1">
            <a:off x="10132477" y="4493457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0" name="직선 연결선 2389">
            <a:extLst>
              <a:ext uri="{FF2B5EF4-FFF2-40B4-BE49-F238E27FC236}">
                <a16:creationId xmlns:a16="http://schemas.microsoft.com/office/drawing/2014/main" id="{DBF86FDD-9616-ABEE-7F4A-4F417B1A9298}"/>
              </a:ext>
            </a:extLst>
          </p:cNvPr>
          <p:cNvCxnSpPr/>
          <p:nvPr/>
        </p:nvCxnSpPr>
        <p:spPr>
          <a:xfrm>
            <a:off x="10174496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1" name="직선 연결선 2390">
            <a:extLst>
              <a:ext uri="{FF2B5EF4-FFF2-40B4-BE49-F238E27FC236}">
                <a16:creationId xmlns:a16="http://schemas.microsoft.com/office/drawing/2014/main" id="{74432C8E-86A3-93E8-1AAD-BE5A98DE3280}"/>
              </a:ext>
            </a:extLst>
          </p:cNvPr>
          <p:cNvCxnSpPr/>
          <p:nvPr/>
        </p:nvCxnSpPr>
        <p:spPr>
          <a:xfrm>
            <a:off x="10084635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2" name="직선 연결선 2391">
            <a:extLst>
              <a:ext uri="{FF2B5EF4-FFF2-40B4-BE49-F238E27FC236}">
                <a16:creationId xmlns:a16="http://schemas.microsoft.com/office/drawing/2014/main" id="{7615370F-B9FB-C051-0534-F03E4C322388}"/>
              </a:ext>
            </a:extLst>
          </p:cNvPr>
          <p:cNvCxnSpPr/>
          <p:nvPr/>
        </p:nvCxnSpPr>
        <p:spPr>
          <a:xfrm>
            <a:off x="10132477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3" name="직선 연결선 2392">
            <a:extLst>
              <a:ext uri="{FF2B5EF4-FFF2-40B4-BE49-F238E27FC236}">
                <a16:creationId xmlns:a16="http://schemas.microsoft.com/office/drawing/2014/main" id="{1FAA7672-BB9B-32CC-5585-0AF2DF87AD66}"/>
              </a:ext>
            </a:extLst>
          </p:cNvPr>
          <p:cNvCxnSpPr/>
          <p:nvPr/>
        </p:nvCxnSpPr>
        <p:spPr>
          <a:xfrm flipH="1">
            <a:off x="10082433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4" name="모서리가 둥근 직사각형 2393">
            <a:extLst>
              <a:ext uri="{FF2B5EF4-FFF2-40B4-BE49-F238E27FC236}">
                <a16:creationId xmlns:a16="http://schemas.microsoft.com/office/drawing/2014/main" id="{DD98A8B7-A018-1984-CAD9-4A5AA993F567}"/>
              </a:ext>
            </a:extLst>
          </p:cNvPr>
          <p:cNvSpPr/>
          <p:nvPr/>
        </p:nvSpPr>
        <p:spPr>
          <a:xfrm>
            <a:off x="10047309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95" name="모서리가 둥근 직사각형 2394">
            <a:extLst>
              <a:ext uri="{FF2B5EF4-FFF2-40B4-BE49-F238E27FC236}">
                <a16:creationId xmlns:a16="http://schemas.microsoft.com/office/drawing/2014/main" id="{E96A2B89-CE3D-3A5D-8054-7AD8657F2C83}"/>
              </a:ext>
            </a:extLst>
          </p:cNvPr>
          <p:cNvSpPr/>
          <p:nvPr/>
        </p:nvSpPr>
        <p:spPr>
          <a:xfrm>
            <a:off x="10047309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96" name="모서리가 둥근 직사각형 2395">
            <a:extLst>
              <a:ext uri="{FF2B5EF4-FFF2-40B4-BE49-F238E27FC236}">
                <a16:creationId xmlns:a16="http://schemas.microsoft.com/office/drawing/2014/main" id="{32ABD9AC-427E-6153-2FCF-CD4945B25C11}"/>
              </a:ext>
            </a:extLst>
          </p:cNvPr>
          <p:cNvSpPr/>
          <p:nvPr/>
        </p:nvSpPr>
        <p:spPr>
          <a:xfrm>
            <a:off x="10136788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97" name="모서리가 둥근 직사각형 2396">
            <a:extLst>
              <a:ext uri="{FF2B5EF4-FFF2-40B4-BE49-F238E27FC236}">
                <a16:creationId xmlns:a16="http://schemas.microsoft.com/office/drawing/2014/main" id="{07F6DE3E-D424-28CB-AC6B-4C46319DC657}"/>
              </a:ext>
            </a:extLst>
          </p:cNvPr>
          <p:cNvSpPr/>
          <p:nvPr/>
        </p:nvSpPr>
        <p:spPr>
          <a:xfrm>
            <a:off x="10136788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398" name="모서리가 둥근 직사각형 2397">
            <a:extLst>
              <a:ext uri="{FF2B5EF4-FFF2-40B4-BE49-F238E27FC236}">
                <a16:creationId xmlns:a16="http://schemas.microsoft.com/office/drawing/2014/main" id="{80D116FD-CB83-6CA9-8E80-819AA67096B9}"/>
              </a:ext>
            </a:extLst>
          </p:cNvPr>
          <p:cNvSpPr/>
          <p:nvPr/>
        </p:nvSpPr>
        <p:spPr>
          <a:xfrm>
            <a:off x="10094768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399" name="직선 연결선 2398">
            <a:extLst>
              <a:ext uri="{FF2B5EF4-FFF2-40B4-BE49-F238E27FC236}">
                <a16:creationId xmlns:a16="http://schemas.microsoft.com/office/drawing/2014/main" id="{A0ECBB03-DF1C-97BF-1600-667EADCA4F60}"/>
              </a:ext>
            </a:extLst>
          </p:cNvPr>
          <p:cNvCxnSpPr/>
          <p:nvPr/>
        </p:nvCxnSpPr>
        <p:spPr>
          <a:xfrm>
            <a:off x="10327627" y="449423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0" name="모서리가 둥근 직사각형 2399">
            <a:extLst>
              <a:ext uri="{FF2B5EF4-FFF2-40B4-BE49-F238E27FC236}">
                <a16:creationId xmlns:a16="http://schemas.microsoft.com/office/drawing/2014/main" id="{5225AFEE-8273-664E-158E-6AAFF591080F}"/>
              </a:ext>
            </a:extLst>
          </p:cNvPr>
          <p:cNvSpPr/>
          <p:nvPr/>
        </p:nvSpPr>
        <p:spPr>
          <a:xfrm>
            <a:off x="10295163" y="446856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401" name="직선 연결선 2400">
            <a:extLst>
              <a:ext uri="{FF2B5EF4-FFF2-40B4-BE49-F238E27FC236}">
                <a16:creationId xmlns:a16="http://schemas.microsoft.com/office/drawing/2014/main" id="{3C63E4DF-D24B-0E9E-642F-3C91A21DFDDA}"/>
              </a:ext>
            </a:extLst>
          </p:cNvPr>
          <p:cNvCxnSpPr/>
          <p:nvPr/>
        </p:nvCxnSpPr>
        <p:spPr>
          <a:xfrm>
            <a:off x="10263182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2" name="직선 연결선 2401">
            <a:extLst>
              <a:ext uri="{FF2B5EF4-FFF2-40B4-BE49-F238E27FC236}">
                <a16:creationId xmlns:a16="http://schemas.microsoft.com/office/drawing/2014/main" id="{93426CD2-6C71-D5A8-15B2-CA41CD9D39E0}"/>
              </a:ext>
            </a:extLst>
          </p:cNvPr>
          <p:cNvCxnSpPr/>
          <p:nvPr/>
        </p:nvCxnSpPr>
        <p:spPr>
          <a:xfrm>
            <a:off x="10221163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3" name="모서리가 둥근 직사각형 2402">
            <a:extLst>
              <a:ext uri="{FF2B5EF4-FFF2-40B4-BE49-F238E27FC236}">
                <a16:creationId xmlns:a16="http://schemas.microsoft.com/office/drawing/2014/main" id="{117386BF-0CF6-5994-95F6-9DC4E219B56B}"/>
              </a:ext>
            </a:extLst>
          </p:cNvPr>
          <p:cNvSpPr/>
          <p:nvPr/>
        </p:nvSpPr>
        <p:spPr>
          <a:xfrm>
            <a:off x="10225474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04" name="모서리가 둥근 직사각형 2403">
            <a:extLst>
              <a:ext uri="{FF2B5EF4-FFF2-40B4-BE49-F238E27FC236}">
                <a16:creationId xmlns:a16="http://schemas.microsoft.com/office/drawing/2014/main" id="{52CA0F12-D5EA-D7CB-B098-D48FBD5C3011}"/>
              </a:ext>
            </a:extLst>
          </p:cNvPr>
          <p:cNvSpPr/>
          <p:nvPr/>
        </p:nvSpPr>
        <p:spPr>
          <a:xfrm>
            <a:off x="10225474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05" name="모서리가 둥근 직사각형 2404">
            <a:extLst>
              <a:ext uri="{FF2B5EF4-FFF2-40B4-BE49-F238E27FC236}">
                <a16:creationId xmlns:a16="http://schemas.microsoft.com/office/drawing/2014/main" id="{6FEDB4F7-58D6-BB07-5DA3-CC7C12B59668}"/>
              </a:ext>
            </a:extLst>
          </p:cNvPr>
          <p:cNvSpPr/>
          <p:nvPr/>
        </p:nvSpPr>
        <p:spPr>
          <a:xfrm>
            <a:off x="10183454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06" name="직선 연결선 2405">
            <a:extLst>
              <a:ext uri="{FF2B5EF4-FFF2-40B4-BE49-F238E27FC236}">
                <a16:creationId xmlns:a16="http://schemas.microsoft.com/office/drawing/2014/main" id="{C4F0816E-50A2-1DBE-FF6A-512B09C3BDC9}"/>
              </a:ext>
            </a:extLst>
          </p:cNvPr>
          <p:cNvCxnSpPr/>
          <p:nvPr/>
        </p:nvCxnSpPr>
        <p:spPr>
          <a:xfrm flipH="1">
            <a:off x="10426992" y="456093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7" name="직선 연결선 2406">
            <a:extLst>
              <a:ext uri="{FF2B5EF4-FFF2-40B4-BE49-F238E27FC236}">
                <a16:creationId xmlns:a16="http://schemas.microsoft.com/office/drawing/2014/main" id="{812582B5-B16D-73ED-AB9A-11249DD36633}"/>
              </a:ext>
            </a:extLst>
          </p:cNvPr>
          <p:cNvCxnSpPr/>
          <p:nvPr/>
        </p:nvCxnSpPr>
        <p:spPr>
          <a:xfrm>
            <a:off x="10469011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8" name="직선 연결선 2407">
            <a:extLst>
              <a:ext uri="{FF2B5EF4-FFF2-40B4-BE49-F238E27FC236}">
                <a16:creationId xmlns:a16="http://schemas.microsoft.com/office/drawing/2014/main" id="{57DA3BAD-B612-2205-9F2A-9D8413DB711C}"/>
              </a:ext>
            </a:extLst>
          </p:cNvPr>
          <p:cNvCxnSpPr/>
          <p:nvPr/>
        </p:nvCxnSpPr>
        <p:spPr>
          <a:xfrm>
            <a:off x="10379149" y="46849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9" name="직선 연결선 2408">
            <a:extLst>
              <a:ext uri="{FF2B5EF4-FFF2-40B4-BE49-F238E27FC236}">
                <a16:creationId xmlns:a16="http://schemas.microsoft.com/office/drawing/2014/main" id="{1A363579-DD46-240E-A992-B12DCC3B1EF9}"/>
              </a:ext>
            </a:extLst>
          </p:cNvPr>
          <p:cNvCxnSpPr/>
          <p:nvPr/>
        </p:nvCxnSpPr>
        <p:spPr>
          <a:xfrm>
            <a:off x="10426992" y="46122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0" name="직선 연결선 2409">
            <a:extLst>
              <a:ext uri="{FF2B5EF4-FFF2-40B4-BE49-F238E27FC236}">
                <a16:creationId xmlns:a16="http://schemas.microsoft.com/office/drawing/2014/main" id="{A89A5A9A-03B0-C79C-5739-E6E492EF8E71}"/>
              </a:ext>
            </a:extLst>
          </p:cNvPr>
          <p:cNvCxnSpPr/>
          <p:nvPr/>
        </p:nvCxnSpPr>
        <p:spPr>
          <a:xfrm flipH="1">
            <a:off x="10376948" y="460883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1" name="모서리가 둥근 직사각형 2410">
            <a:extLst>
              <a:ext uri="{FF2B5EF4-FFF2-40B4-BE49-F238E27FC236}">
                <a16:creationId xmlns:a16="http://schemas.microsoft.com/office/drawing/2014/main" id="{A038F00F-847B-56EF-9F80-8377BC323E1C}"/>
              </a:ext>
            </a:extLst>
          </p:cNvPr>
          <p:cNvSpPr/>
          <p:nvPr/>
        </p:nvSpPr>
        <p:spPr>
          <a:xfrm>
            <a:off x="10341824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2" name="모서리가 둥근 직사각형 2411">
            <a:extLst>
              <a:ext uri="{FF2B5EF4-FFF2-40B4-BE49-F238E27FC236}">
                <a16:creationId xmlns:a16="http://schemas.microsoft.com/office/drawing/2014/main" id="{9DB0C630-BED6-B3F2-586F-434F76CAD398}"/>
              </a:ext>
            </a:extLst>
          </p:cNvPr>
          <p:cNvSpPr/>
          <p:nvPr/>
        </p:nvSpPr>
        <p:spPr>
          <a:xfrm>
            <a:off x="10341824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3" name="모서리가 둥근 직사각형 2412">
            <a:extLst>
              <a:ext uri="{FF2B5EF4-FFF2-40B4-BE49-F238E27FC236}">
                <a16:creationId xmlns:a16="http://schemas.microsoft.com/office/drawing/2014/main" id="{E4C31FD6-BF55-B48D-4899-C6E030F0A695}"/>
              </a:ext>
            </a:extLst>
          </p:cNvPr>
          <p:cNvSpPr/>
          <p:nvPr/>
        </p:nvSpPr>
        <p:spPr>
          <a:xfrm>
            <a:off x="10431303" y="47298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4" name="모서리가 둥근 직사각형 2413">
            <a:extLst>
              <a:ext uri="{FF2B5EF4-FFF2-40B4-BE49-F238E27FC236}">
                <a16:creationId xmlns:a16="http://schemas.microsoft.com/office/drawing/2014/main" id="{06D55C1D-44F0-1FE6-8888-2793157B1205}"/>
              </a:ext>
            </a:extLst>
          </p:cNvPr>
          <p:cNvSpPr/>
          <p:nvPr/>
        </p:nvSpPr>
        <p:spPr>
          <a:xfrm>
            <a:off x="10431303" y="46561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5" name="모서리가 둥근 직사각형 2414">
            <a:extLst>
              <a:ext uri="{FF2B5EF4-FFF2-40B4-BE49-F238E27FC236}">
                <a16:creationId xmlns:a16="http://schemas.microsoft.com/office/drawing/2014/main" id="{DC18BF1A-D01C-837F-DA63-75C715EECB2F}"/>
              </a:ext>
            </a:extLst>
          </p:cNvPr>
          <p:cNvSpPr/>
          <p:nvPr/>
        </p:nvSpPr>
        <p:spPr>
          <a:xfrm>
            <a:off x="10389283" y="458241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16" name="직선 연결선 2415">
            <a:extLst>
              <a:ext uri="{FF2B5EF4-FFF2-40B4-BE49-F238E27FC236}">
                <a16:creationId xmlns:a16="http://schemas.microsoft.com/office/drawing/2014/main" id="{172B0E59-F661-930D-19F5-7F5D72A60D81}"/>
              </a:ext>
            </a:extLst>
          </p:cNvPr>
          <p:cNvCxnSpPr/>
          <p:nvPr/>
        </p:nvCxnSpPr>
        <p:spPr>
          <a:xfrm>
            <a:off x="10557697" y="463425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7" name="직선 연결선 2416">
            <a:extLst>
              <a:ext uri="{FF2B5EF4-FFF2-40B4-BE49-F238E27FC236}">
                <a16:creationId xmlns:a16="http://schemas.microsoft.com/office/drawing/2014/main" id="{82F02D67-552F-4028-31B4-25A44D38667E}"/>
              </a:ext>
            </a:extLst>
          </p:cNvPr>
          <p:cNvCxnSpPr/>
          <p:nvPr/>
        </p:nvCxnSpPr>
        <p:spPr>
          <a:xfrm>
            <a:off x="10515678" y="45615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8" name="모서리가 둥근 직사각형 2417">
            <a:extLst>
              <a:ext uri="{FF2B5EF4-FFF2-40B4-BE49-F238E27FC236}">
                <a16:creationId xmlns:a16="http://schemas.microsoft.com/office/drawing/2014/main" id="{0CE02D7F-7C37-5919-524F-8F51334DDC01}"/>
              </a:ext>
            </a:extLst>
          </p:cNvPr>
          <p:cNvSpPr/>
          <p:nvPr/>
        </p:nvSpPr>
        <p:spPr>
          <a:xfrm>
            <a:off x="10519988" y="46792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19" name="모서리가 둥근 직사각형 2418">
            <a:extLst>
              <a:ext uri="{FF2B5EF4-FFF2-40B4-BE49-F238E27FC236}">
                <a16:creationId xmlns:a16="http://schemas.microsoft.com/office/drawing/2014/main" id="{2384C104-D606-8ADB-8A15-8133B69BBD91}"/>
              </a:ext>
            </a:extLst>
          </p:cNvPr>
          <p:cNvSpPr/>
          <p:nvPr/>
        </p:nvSpPr>
        <p:spPr>
          <a:xfrm>
            <a:off x="10519988" y="460549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20" name="모서리가 둥근 직사각형 2419">
            <a:extLst>
              <a:ext uri="{FF2B5EF4-FFF2-40B4-BE49-F238E27FC236}">
                <a16:creationId xmlns:a16="http://schemas.microsoft.com/office/drawing/2014/main" id="{17631549-F0CD-3DFF-838D-B45B86674B26}"/>
              </a:ext>
            </a:extLst>
          </p:cNvPr>
          <p:cNvSpPr/>
          <p:nvPr/>
        </p:nvSpPr>
        <p:spPr>
          <a:xfrm>
            <a:off x="10477969" y="453175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21" name="직선 연결선 2420">
            <a:extLst>
              <a:ext uri="{FF2B5EF4-FFF2-40B4-BE49-F238E27FC236}">
                <a16:creationId xmlns:a16="http://schemas.microsoft.com/office/drawing/2014/main" id="{B70E8FF8-F3ED-1CCE-4AE2-2CC942007128}"/>
              </a:ext>
            </a:extLst>
          </p:cNvPr>
          <p:cNvCxnSpPr/>
          <p:nvPr/>
        </p:nvCxnSpPr>
        <p:spPr>
          <a:xfrm>
            <a:off x="10437288" y="421872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2" name="모서리가 둥근 직사각형 2421">
            <a:extLst>
              <a:ext uri="{FF2B5EF4-FFF2-40B4-BE49-F238E27FC236}">
                <a16:creationId xmlns:a16="http://schemas.microsoft.com/office/drawing/2014/main" id="{F172AFD9-68D6-4FEC-E71B-F17B947450F5}"/>
              </a:ext>
            </a:extLst>
          </p:cNvPr>
          <p:cNvSpPr/>
          <p:nvPr/>
        </p:nvSpPr>
        <p:spPr>
          <a:xfrm>
            <a:off x="10404824" y="419305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423" name="직선 연결선 2422">
            <a:extLst>
              <a:ext uri="{FF2B5EF4-FFF2-40B4-BE49-F238E27FC236}">
                <a16:creationId xmlns:a16="http://schemas.microsoft.com/office/drawing/2014/main" id="{C3034726-0D07-A241-445D-8B44D69C3F2B}"/>
              </a:ext>
            </a:extLst>
          </p:cNvPr>
          <p:cNvCxnSpPr/>
          <p:nvPr/>
        </p:nvCxnSpPr>
        <p:spPr>
          <a:xfrm flipH="1">
            <a:off x="10536653" y="428542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4" name="직선 연결선 2423">
            <a:extLst>
              <a:ext uri="{FF2B5EF4-FFF2-40B4-BE49-F238E27FC236}">
                <a16:creationId xmlns:a16="http://schemas.microsoft.com/office/drawing/2014/main" id="{107331AC-E272-F5E6-3D03-39E23BCCAD6A}"/>
              </a:ext>
            </a:extLst>
          </p:cNvPr>
          <p:cNvCxnSpPr/>
          <p:nvPr/>
        </p:nvCxnSpPr>
        <p:spPr>
          <a:xfrm>
            <a:off x="10578672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5" name="직선 연결선 2424">
            <a:extLst>
              <a:ext uri="{FF2B5EF4-FFF2-40B4-BE49-F238E27FC236}">
                <a16:creationId xmlns:a16="http://schemas.microsoft.com/office/drawing/2014/main" id="{81FFB748-55D2-834B-DAE8-0891DE262535}"/>
              </a:ext>
            </a:extLst>
          </p:cNvPr>
          <p:cNvCxnSpPr/>
          <p:nvPr/>
        </p:nvCxnSpPr>
        <p:spPr>
          <a:xfrm>
            <a:off x="10488811" y="440940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6" name="직선 연결선 2425">
            <a:extLst>
              <a:ext uri="{FF2B5EF4-FFF2-40B4-BE49-F238E27FC236}">
                <a16:creationId xmlns:a16="http://schemas.microsoft.com/office/drawing/2014/main" id="{E70B8B73-156A-C906-A646-8921AA94E70A}"/>
              </a:ext>
            </a:extLst>
          </p:cNvPr>
          <p:cNvCxnSpPr/>
          <p:nvPr/>
        </p:nvCxnSpPr>
        <p:spPr>
          <a:xfrm>
            <a:off x="10536653" y="43366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7" name="직선 연결선 2426">
            <a:extLst>
              <a:ext uri="{FF2B5EF4-FFF2-40B4-BE49-F238E27FC236}">
                <a16:creationId xmlns:a16="http://schemas.microsoft.com/office/drawing/2014/main" id="{E7A713C0-950E-53C6-61D5-8231EBB93B27}"/>
              </a:ext>
            </a:extLst>
          </p:cNvPr>
          <p:cNvCxnSpPr/>
          <p:nvPr/>
        </p:nvCxnSpPr>
        <p:spPr>
          <a:xfrm flipH="1">
            <a:off x="10486609" y="43333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8" name="모서리가 둥근 직사각형 2427">
            <a:extLst>
              <a:ext uri="{FF2B5EF4-FFF2-40B4-BE49-F238E27FC236}">
                <a16:creationId xmlns:a16="http://schemas.microsoft.com/office/drawing/2014/main" id="{217D4CFC-206C-D4AA-CEF3-47F9D16FE478}"/>
              </a:ext>
            </a:extLst>
          </p:cNvPr>
          <p:cNvSpPr/>
          <p:nvPr/>
        </p:nvSpPr>
        <p:spPr>
          <a:xfrm>
            <a:off x="10451485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29" name="모서리가 둥근 직사각형 2428">
            <a:extLst>
              <a:ext uri="{FF2B5EF4-FFF2-40B4-BE49-F238E27FC236}">
                <a16:creationId xmlns:a16="http://schemas.microsoft.com/office/drawing/2014/main" id="{6561C50C-3B5B-CD8F-32E4-49773E9206EC}"/>
              </a:ext>
            </a:extLst>
          </p:cNvPr>
          <p:cNvSpPr/>
          <p:nvPr/>
        </p:nvSpPr>
        <p:spPr>
          <a:xfrm>
            <a:off x="10451485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30" name="모서리가 둥근 직사각형 2429">
            <a:extLst>
              <a:ext uri="{FF2B5EF4-FFF2-40B4-BE49-F238E27FC236}">
                <a16:creationId xmlns:a16="http://schemas.microsoft.com/office/drawing/2014/main" id="{798F5C1E-18A7-13FD-8230-24BA2DAC388B}"/>
              </a:ext>
            </a:extLst>
          </p:cNvPr>
          <p:cNvSpPr/>
          <p:nvPr/>
        </p:nvSpPr>
        <p:spPr>
          <a:xfrm>
            <a:off x="10540964" y="44543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31" name="모서리가 둥근 직사각형 2430">
            <a:extLst>
              <a:ext uri="{FF2B5EF4-FFF2-40B4-BE49-F238E27FC236}">
                <a16:creationId xmlns:a16="http://schemas.microsoft.com/office/drawing/2014/main" id="{B6C2ABE2-0675-84CC-A333-A8C7A8B21D66}"/>
              </a:ext>
            </a:extLst>
          </p:cNvPr>
          <p:cNvSpPr/>
          <p:nvPr/>
        </p:nvSpPr>
        <p:spPr>
          <a:xfrm>
            <a:off x="10540964" y="43806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32" name="모서리가 둥근 직사각형 2431">
            <a:extLst>
              <a:ext uri="{FF2B5EF4-FFF2-40B4-BE49-F238E27FC236}">
                <a16:creationId xmlns:a16="http://schemas.microsoft.com/office/drawing/2014/main" id="{3889D077-387C-1CF1-D810-892D696787D5}"/>
              </a:ext>
            </a:extLst>
          </p:cNvPr>
          <p:cNvSpPr/>
          <p:nvPr/>
        </p:nvSpPr>
        <p:spPr>
          <a:xfrm>
            <a:off x="10498944" y="430691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33" name="직선 연결선 2432">
            <a:extLst>
              <a:ext uri="{FF2B5EF4-FFF2-40B4-BE49-F238E27FC236}">
                <a16:creationId xmlns:a16="http://schemas.microsoft.com/office/drawing/2014/main" id="{7A371257-8902-E680-CC1B-C7BDCE42582C}"/>
              </a:ext>
            </a:extLst>
          </p:cNvPr>
          <p:cNvCxnSpPr/>
          <p:nvPr/>
        </p:nvCxnSpPr>
        <p:spPr>
          <a:xfrm>
            <a:off x="10667358" y="43587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4" name="직선 연결선 2433">
            <a:extLst>
              <a:ext uri="{FF2B5EF4-FFF2-40B4-BE49-F238E27FC236}">
                <a16:creationId xmlns:a16="http://schemas.microsoft.com/office/drawing/2014/main" id="{14620EDA-3837-A927-1CB1-621A85C5F812}"/>
              </a:ext>
            </a:extLst>
          </p:cNvPr>
          <p:cNvCxnSpPr/>
          <p:nvPr/>
        </p:nvCxnSpPr>
        <p:spPr>
          <a:xfrm>
            <a:off x="10625338" y="42860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5" name="모서리가 둥근 직사각형 2434">
            <a:extLst>
              <a:ext uri="{FF2B5EF4-FFF2-40B4-BE49-F238E27FC236}">
                <a16:creationId xmlns:a16="http://schemas.microsoft.com/office/drawing/2014/main" id="{4AF9A312-92E3-1EFD-2CB6-B0D6AA26CEEF}"/>
              </a:ext>
            </a:extLst>
          </p:cNvPr>
          <p:cNvSpPr/>
          <p:nvPr/>
        </p:nvSpPr>
        <p:spPr>
          <a:xfrm>
            <a:off x="10629649" y="44037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36" name="모서리가 둥근 직사각형 2435">
            <a:extLst>
              <a:ext uri="{FF2B5EF4-FFF2-40B4-BE49-F238E27FC236}">
                <a16:creationId xmlns:a16="http://schemas.microsoft.com/office/drawing/2014/main" id="{6701E9FB-9DC7-56FC-6AA7-8ECC925CBB39}"/>
              </a:ext>
            </a:extLst>
          </p:cNvPr>
          <p:cNvSpPr/>
          <p:nvPr/>
        </p:nvSpPr>
        <p:spPr>
          <a:xfrm>
            <a:off x="10629649" y="43299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37" name="모서리가 둥근 직사각형 2436">
            <a:extLst>
              <a:ext uri="{FF2B5EF4-FFF2-40B4-BE49-F238E27FC236}">
                <a16:creationId xmlns:a16="http://schemas.microsoft.com/office/drawing/2014/main" id="{BA6D0BA7-F975-75B1-D5F4-760B3A9229BB}"/>
              </a:ext>
            </a:extLst>
          </p:cNvPr>
          <p:cNvSpPr/>
          <p:nvPr/>
        </p:nvSpPr>
        <p:spPr>
          <a:xfrm>
            <a:off x="10587630" y="42562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38" name="직선 연결선 2437">
            <a:extLst>
              <a:ext uri="{FF2B5EF4-FFF2-40B4-BE49-F238E27FC236}">
                <a16:creationId xmlns:a16="http://schemas.microsoft.com/office/drawing/2014/main" id="{15B928ED-EA04-F482-867C-626A1F0C4491}"/>
              </a:ext>
            </a:extLst>
          </p:cNvPr>
          <p:cNvCxnSpPr/>
          <p:nvPr/>
        </p:nvCxnSpPr>
        <p:spPr>
          <a:xfrm flipH="1">
            <a:off x="10092074" y="4877074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9" name="직선 연결선 2438">
            <a:extLst>
              <a:ext uri="{FF2B5EF4-FFF2-40B4-BE49-F238E27FC236}">
                <a16:creationId xmlns:a16="http://schemas.microsoft.com/office/drawing/2014/main" id="{3ED9DBA6-802B-1447-9883-D481D063CE17}"/>
              </a:ext>
            </a:extLst>
          </p:cNvPr>
          <p:cNvCxnSpPr/>
          <p:nvPr/>
        </p:nvCxnSpPr>
        <p:spPr>
          <a:xfrm>
            <a:off x="9905283" y="477878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0" name="직선 연결선 2439">
            <a:extLst>
              <a:ext uri="{FF2B5EF4-FFF2-40B4-BE49-F238E27FC236}">
                <a16:creationId xmlns:a16="http://schemas.microsoft.com/office/drawing/2014/main" id="{89317EC2-63B5-41A5-F798-19A2EA2E3AB1}"/>
              </a:ext>
            </a:extLst>
          </p:cNvPr>
          <p:cNvCxnSpPr/>
          <p:nvPr/>
        </p:nvCxnSpPr>
        <p:spPr>
          <a:xfrm flipH="1">
            <a:off x="9618232" y="477048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1" name="직선 연결선 2440">
            <a:extLst>
              <a:ext uri="{FF2B5EF4-FFF2-40B4-BE49-F238E27FC236}">
                <a16:creationId xmlns:a16="http://schemas.microsoft.com/office/drawing/2014/main" id="{9146A44F-5DD1-A9DA-62E5-413EC4037F12}"/>
              </a:ext>
            </a:extLst>
          </p:cNvPr>
          <p:cNvCxnSpPr/>
          <p:nvPr/>
        </p:nvCxnSpPr>
        <p:spPr>
          <a:xfrm flipH="1">
            <a:off x="9487119" y="487657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2" name="모서리가 둥근 직사각형 2441">
            <a:extLst>
              <a:ext uri="{FF2B5EF4-FFF2-40B4-BE49-F238E27FC236}">
                <a16:creationId xmlns:a16="http://schemas.microsoft.com/office/drawing/2014/main" id="{CAFE2744-B21B-E6C1-4314-981894FA577F}"/>
              </a:ext>
            </a:extLst>
          </p:cNvPr>
          <p:cNvSpPr/>
          <p:nvPr/>
        </p:nvSpPr>
        <p:spPr>
          <a:xfrm>
            <a:off x="9844564" y="474210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443" name="직선 연결선 2442">
            <a:extLst>
              <a:ext uri="{FF2B5EF4-FFF2-40B4-BE49-F238E27FC236}">
                <a16:creationId xmlns:a16="http://schemas.microsoft.com/office/drawing/2014/main" id="{D265DA81-0F6C-E209-C304-4E4CBB8B7C0E}"/>
              </a:ext>
            </a:extLst>
          </p:cNvPr>
          <p:cNvCxnSpPr/>
          <p:nvPr/>
        </p:nvCxnSpPr>
        <p:spPr>
          <a:xfrm flipH="1">
            <a:off x="9293113" y="5144715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4" name="직선 연결선 2443">
            <a:extLst>
              <a:ext uri="{FF2B5EF4-FFF2-40B4-BE49-F238E27FC236}">
                <a16:creationId xmlns:a16="http://schemas.microsoft.com/office/drawing/2014/main" id="{268C408A-E92D-33CD-BD80-DA23B335C136}"/>
              </a:ext>
            </a:extLst>
          </p:cNvPr>
          <p:cNvCxnSpPr/>
          <p:nvPr/>
        </p:nvCxnSpPr>
        <p:spPr>
          <a:xfrm>
            <a:off x="9335132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5" name="직선 연결선 2444">
            <a:extLst>
              <a:ext uri="{FF2B5EF4-FFF2-40B4-BE49-F238E27FC236}">
                <a16:creationId xmlns:a16="http://schemas.microsoft.com/office/drawing/2014/main" id="{DC62D7F3-DC7D-4107-B627-A9FE7B4FD6A9}"/>
              </a:ext>
            </a:extLst>
          </p:cNvPr>
          <p:cNvCxnSpPr/>
          <p:nvPr/>
        </p:nvCxnSpPr>
        <p:spPr>
          <a:xfrm>
            <a:off x="9245270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6" name="직선 연결선 2445">
            <a:extLst>
              <a:ext uri="{FF2B5EF4-FFF2-40B4-BE49-F238E27FC236}">
                <a16:creationId xmlns:a16="http://schemas.microsoft.com/office/drawing/2014/main" id="{55143CE4-7143-7F4F-66B4-33B019549FBA}"/>
              </a:ext>
            </a:extLst>
          </p:cNvPr>
          <p:cNvCxnSpPr/>
          <p:nvPr/>
        </p:nvCxnSpPr>
        <p:spPr>
          <a:xfrm>
            <a:off x="9293113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7" name="직선 연결선 2446">
            <a:extLst>
              <a:ext uri="{FF2B5EF4-FFF2-40B4-BE49-F238E27FC236}">
                <a16:creationId xmlns:a16="http://schemas.microsoft.com/office/drawing/2014/main" id="{EC1E417C-B707-153B-B477-F65BC93B65E2}"/>
              </a:ext>
            </a:extLst>
          </p:cNvPr>
          <p:cNvCxnSpPr/>
          <p:nvPr/>
        </p:nvCxnSpPr>
        <p:spPr>
          <a:xfrm flipH="1">
            <a:off x="9243070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8" name="모서리가 둥근 직사각형 2447">
            <a:extLst>
              <a:ext uri="{FF2B5EF4-FFF2-40B4-BE49-F238E27FC236}">
                <a16:creationId xmlns:a16="http://schemas.microsoft.com/office/drawing/2014/main" id="{78769BFA-3686-3503-1C32-B6B4D847E33C}"/>
              </a:ext>
            </a:extLst>
          </p:cNvPr>
          <p:cNvSpPr/>
          <p:nvPr/>
        </p:nvSpPr>
        <p:spPr>
          <a:xfrm>
            <a:off x="9207944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49" name="모서리가 둥근 직사각형 2448">
            <a:extLst>
              <a:ext uri="{FF2B5EF4-FFF2-40B4-BE49-F238E27FC236}">
                <a16:creationId xmlns:a16="http://schemas.microsoft.com/office/drawing/2014/main" id="{615EE114-8B0C-BE96-2695-CD7B7F940EB5}"/>
              </a:ext>
            </a:extLst>
          </p:cNvPr>
          <p:cNvSpPr/>
          <p:nvPr/>
        </p:nvSpPr>
        <p:spPr>
          <a:xfrm>
            <a:off x="9207944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50" name="모서리가 둥근 직사각형 2449">
            <a:extLst>
              <a:ext uri="{FF2B5EF4-FFF2-40B4-BE49-F238E27FC236}">
                <a16:creationId xmlns:a16="http://schemas.microsoft.com/office/drawing/2014/main" id="{637FD6BB-98E7-4F52-9F6E-0A058E345C36}"/>
              </a:ext>
            </a:extLst>
          </p:cNvPr>
          <p:cNvSpPr/>
          <p:nvPr/>
        </p:nvSpPr>
        <p:spPr>
          <a:xfrm>
            <a:off x="9297424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51" name="모서리가 둥근 직사각형 2450">
            <a:extLst>
              <a:ext uri="{FF2B5EF4-FFF2-40B4-BE49-F238E27FC236}">
                <a16:creationId xmlns:a16="http://schemas.microsoft.com/office/drawing/2014/main" id="{0330D321-2945-6519-013D-0973D8458624}"/>
              </a:ext>
            </a:extLst>
          </p:cNvPr>
          <p:cNvSpPr/>
          <p:nvPr/>
        </p:nvSpPr>
        <p:spPr>
          <a:xfrm>
            <a:off x="9297424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52" name="모서리가 둥근 직사각형 2451">
            <a:extLst>
              <a:ext uri="{FF2B5EF4-FFF2-40B4-BE49-F238E27FC236}">
                <a16:creationId xmlns:a16="http://schemas.microsoft.com/office/drawing/2014/main" id="{1A2DB953-E3F3-04D6-B54F-F1D00C1BC8F3}"/>
              </a:ext>
            </a:extLst>
          </p:cNvPr>
          <p:cNvSpPr/>
          <p:nvPr/>
        </p:nvSpPr>
        <p:spPr>
          <a:xfrm>
            <a:off x="9255404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53" name="직선 연결선 2452">
            <a:extLst>
              <a:ext uri="{FF2B5EF4-FFF2-40B4-BE49-F238E27FC236}">
                <a16:creationId xmlns:a16="http://schemas.microsoft.com/office/drawing/2014/main" id="{05CCD48E-A5B6-640E-0D6B-AD66C24DFA0F}"/>
              </a:ext>
            </a:extLst>
          </p:cNvPr>
          <p:cNvCxnSpPr/>
          <p:nvPr/>
        </p:nvCxnSpPr>
        <p:spPr>
          <a:xfrm>
            <a:off x="9488262" y="514549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4" name="모서리가 둥근 직사각형 2453">
            <a:extLst>
              <a:ext uri="{FF2B5EF4-FFF2-40B4-BE49-F238E27FC236}">
                <a16:creationId xmlns:a16="http://schemas.microsoft.com/office/drawing/2014/main" id="{C1EC0C76-89A5-3518-088A-F0B6A39182E3}"/>
              </a:ext>
            </a:extLst>
          </p:cNvPr>
          <p:cNvSpPr/>
          <p:nvPr/>
        </p:nvSpPr>
        <p:spPr>
          <a:xfrm>
            <a:off x="9455799" y="511981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455" name="직선 연결선 2454">
            <a:extLst>
              <a:ext uri="{FF2B5EF4-FFF2-40B4-BE49-F238E27FC236}">
                <a16:creationId xmlns:a16="http://schemas.microsoft.com/office/drawing/2014/main" id="{A7D223AE-4E33-5850-81DA-A8E40B89B298}"/>
              </a:ext>
            </a:extLst>
          </p:cNvPr>
          <p:cNvCxnSpPr/>
          <p:nvPr/>
        </p:nvCxnSpPr>
        <p:spPr>
          <a:xfrm>
            <a:off x="9423818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6" name="직선 연결선 2455">
            <a:extLst>
              <a:ext uri="{FF2B5EF4-FFF2-40B4-BE49-F238E27FC236}">
                <a16:creationId xmlns:a16="http://schemas.microsoft.com/office/drawing/2014/main" id="{50D62283-7056-5F3A-2A9C-D2544BE1D590}"/>
              </a:ext>
            </a:extLst>
          </p:cNvPr>
          <p:cNvCxnSpPr/>
          <p:nvPr/>
        </p:nvCxnSpPr>
        <p:spPr>
          <a:xfrm>
            <a:off x="9381798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7" name="모서리가 둥근 직사각형 2456">
            <a:extLst>
              <a:ext uri="{FF2B5EF4-FFF2-40B4-BE49-F238E27FC236}">
                <a16:creationId xmlns:a16="http://schemas.microsoft.com/office/drawing/2014/main" id="{E998DC33-6655-F4FB-BE4B-7210E07A5562}"/>
              </a:ext>
            </a:extLst>
          </p:cNvPr>
          <p:cNvSpPr/>
          <p:nvPr/>
        </p:nvSpPr>
        <p:spPr>
          <a:xfrm>
            <a:off x="9386110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58" name="모서리가 둥근 직사각형 2457">
            <a:extLst>
              <a:ext uri="{FF2B5EF4-FFF2-40B4-BE49-F238E27FC236}">
                <a16:creationId xmlns:a16="http://schemas.microsoft.com/office/drawing/2014/main" id="{7C7CA111-39B7-7B05-8722-EED7AFA76A44}"/>
              </a:ext>
            </a:extLst>
          </p:cNvPr>
          <p:cNvSpPr/>
          <p:nvPr/>
        </p:nvSpPr>
        <p:spPr>
          <a:xfrm>
            <a:off x="9386110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59" name="모서리가 둥근 직사각형 2458">
            <a:extLst>
              <a:ext uri="{FF2B5EF4-FFF2-40B4-BE49-F238E27FC236}">
                <a16:creationId xmlns:a16="http://schemas.microsoft.com/office/drawing/2014/main" id="{B2C39DB4-B2C7-3B72-91BF-C79B0D3AAA91}"/>
              </a:ext>
            </a:extLst>
          </p:cNvPr>
          <p:cNvSpPr/>
          <p:nvPr/>
        </p:nvSpPr>
        <p:spPr>
          <a:xfrm>
            <a:off x="9344090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60" name="직선 연결선 2459">
            <a:extLst>
              <a:ext uri="{FF2B5EF4-FFF2-40B4-BE49-F238E27FC236}">
                <a16:creationId xmlns:a16="http://schemas.microsoft.com/office/drawing/2014/main" id="{E0F99277-7936-C93F-7F1C-EC0DEC316958}"/>
              </a:ext>
            </a:extLst>
          </p:cNvPr>
          <p:cNvCxnSpPr/>
          <p:nvPr/>
        </p:nvCxnSpPr>
        <p:spPr>
          <a:xfrm flipH="1">
            <a:off x="9587628" y="521219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1" name="직선 연결선 2460">
            <a:extLst>
              <a:ext uri="{FF2B5EF4-FFF2-40B4-BE49-F238E27FC236}">
                <a16:creationId xmlns:a16="http://schemas.microsoft.com/office/drawing/2014/main" id="{EBFA7034-BCD1-CFCD-B6E8-2598ED35ADCB}"/>
              </a:ext>
            </a:extLst>
          </p:cNvPr>
          <p:cNvCxnSpPr/>
          <p:nvPr/>
        </p:nvCxnSpPr>
        <p:spPr>
          <a:xfrm>
            <a:off x="9629646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2" name="직선 연결선 2461">
            <a:extLst>
              <a:ext uri="{FF2B5EF4-FFF2-40B4-BE49-F238E27FC236}">
                <a16:creationId xmlns:a16="http://schemas.microsoft.com/office/drawing/2014/main" id="{1A518ED7-8FB7-C268-9231-D32386B9E628}"/>
              </a:ext>
            </a:extLst>
          </p:cNvPr>
          <p:cNvCxnSpPr/>
          <p:nvPr/>
        </p:nvCxnSpPr>
        <p:spPr>
          <a:xfrm>
            <a:off x="9539785" y="533617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3" name="직선 연결선 2462">
            <a:extLst>
              <a:ext uri="{FF2B5EF4-FFF2-40B4-BE49-F238E27FC236}">
                <a16:creationId xmlns:a16="http://schemas.microsoft.com/office/drawing/2014/main" id="{64478E54-34CC-8664-73D7-0C64E68C2FD2}"/>
              </a:ext>
            </a:extLst>
          </p:cNvPr>
          <p:cNvCxnSpPr/>
          <p:nvPr/>
        </p:nvCxnSpPr>
        <p:spPr>
          <a:xfrm>
            <a:off x="9587627" y="526346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4" name="직선 연결선 2463">
            <a:extLst>
              <a:ext uri="{FF2B5EF4-FFF2-40B4-BE49-F238E27FC236}">
                <a16:creationId xmlns:a16="http://schemas.microsoft.com/office/drawing/2014/main" id="{1A7413BA-601F-47C5-4598-2189E34F6995}"/>
              </a:ext>
            </a:extLst>
          </p:cNvPr>
          <p:cNvCxnSpPr/>
          <p:nvPr/>
        </p:nvCxnSpPr>
        <p:spPr>
          <a:xfrm flipH="1">
            <a:off x="9537584" y="526008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5" name="모서리가 둥근 직사각형 2464">
            <a:extLst>
              <a:ext uri="{FF2B5EF4-FFF2-40B4-BE49-F238E27FC236}">
                <a16:creationId xmlns:a16="http://schemas.microsoft.com/office/drawing/2014/main" id="{891092D6-B884-A0BC-C6D1-944EDDB2CCD2}"/>
              </a:ext>
            </a:extLst>
          </p:cNvPr>
          <p:cNvSpPr/>
          <p:nvPr/>
        </p:nvSpPr>
        <p:spPr>
          <a:xfrm>
            <a:off x="9502459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66" name="모서리가 둥근 직사각형 2465">
            <a:extLst>
              <a:ext uri="{FF2B5EF4-FFF2-40B4-BE49-F238E27FC236}">
                <a16:creationId xmlns:a16="http://schemas.microsoft.com/office/drawing/2014/main" id="{E615B3F7-9AF7-6E1C-F5ED-2914EE46F975}"/>
              </a:ext>
            </a:extLst>
          </p:cNvPr>
          <p:cNvSpPr/>
          <p:nvPr/>
        </p:nvSpPr>
        <p:spPr>
          <a:xfrm>
            <a:off x="9502459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67" name="모서리가 둥근 직사각형 2466">
            <a:extLst>
              <a:ext uri="{FF2B5EF4-FFF2-40B4-BE49-F238E27FC236}">
                <a16:creationId xmlns:a16="http://schemas.microsoft.com/office/drawing/2014/main" id="{E33F3EB0-AF20-01B6-3F9E-6CB7399F8A9C}"/>
              </a:ext>
            </a:extLst>
          </p:cNvPr>
          <p:cNvSpPr/>
          <p:nvPr/>
        </p:nvSpPr>
        <p:spPr>
          <a:xfrm>
            <a:off x="9591938" y="538115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68" name="모서리가 둥근 직사각형 2467">
            <a:extLst>
              <a:ext uri="{FF2B5EF4-FFF2-40B4-BE49-F238E27FC236}">
                <a16:creationId xmlns:a16="http://schemas.microsoft.com/office/drawing/2014/main" id="{8CB41FCE-37BB-03C4-1ED9-DC611974614D}"/>
              </a:ext>
            </a:extLst>
          </p:cNvPr>
          <p:cNvSpPr/>
          <p:nvPr/>
        </p:nvSpPr>
        <p:spPr>
          <a:xfrm>
            <a:off x="9591938" y="530741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69" name="모서리가 둥근 직사각형 2468">
            <a:extLst>
              <a:ext uri="{FF2B5EF4-FFF2-40B4-BE49-F238E27FC236}">
                <a16:creationId xmlns:a16="http://schemas.microsoft.com/office/drawing/2014/main" id="{5A3856BB-BB8A-6CDC-33B1-350C03953719}"/>
              </a:ext>
            </a:extLst>
          </p:cNvPr>
          <p:cNvSpPr/>
          <p:nvPr/>
        </p:nvSpPr>
        <p:spPr>
          <a:xfrm>
            <a:off x="9549919" y="523367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70" name="직선 연결선 2469">
            <a:extLst>
              <a:ext uri="{FF2B5EF4-FFF2-40B4-BE49-F238E27FC236}">
                <a16:creationId xmlns:a16="http://schemas.microsoft.com/office/drawing/2014/main" id="{11920658-9B23-3602-3F9F-4CCCAED232F2}"/>
              </a:ext>
            </a:extLst>
          </p:cNvPr>
          <p:cNvCxnSpPr/>
          <p:nvPr/>
        </p:nvCxnSpPr>
        <p:spPr>
          <a:xfrm>
            <a:off x="9718332" y="528551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1" name="직선 연결선 2470">
            <a:extLst>
              <a:ext uri="{FF2B5EF4-FFF2-40B4-BE49-F238E27FC236}">
                <a16:creationId xmlns:a16="http://schemas.microsoft.com/office/drawing/2014/main" id="{49D1F66E-804B-3EFF-A02E-53D5C1749282}"/>
              </a:ext>
            </a:extLst>
          </p:cNvPr>
          <p:cNvCxnSpPr/>
          <p:nvPr/>
        </p:nvCxnSpPr>
        <p:spPr>
          <a:xfrm>
            <a:off x="9676313" y="521279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2" name="모서리가 둥근 직사각형 2471">
            <a:extLst>
              <a:ext uri="{FF2B5EF4-FFF2-40B4-BE49-F238E27FC236}">
                <a16:creationId xmlns:a16="http://schemas.microsoft.com/office/drawing/2014/main" id="{2F9A7C02-3C8E-DCEB-0F82-ADCCE4832021}"/>
              </a:ext>
            </a:extLst>
          </p:cNvPr>
          <p:cNvSpPr/>
          <p:nvPr/>
        </p:nvSpPr>
        <p:spPr>
          <a:xfrm>
            <a:off x="9680624" y="533048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73" name="모서리가 둥근 직사각형 2472">
            <a:extLst>
              <a:ext uri="{FF2B5EF4-FFF2-40B4-BE49-F238E27FC236}">
                <a16:creationId xmlns:a16="http://schemas.microsoft.com/office/drawing/2014/main" id="{B69390D2-A067-C5D0-E503-41A9930B81E0}"/>
              </a:ext>
            </a:extLst>
          </p:cNvPr>
          <p:cNvSpPr/>
          <p:nvPr/>
        </p:nvSpPr>
        <p:spPr>
          <a:xfrm>
            <a:off x="9680624" y="525675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74" name="모서리가 둥근 직사각형 2473">
            <a:extLst>
              <a:ext uri="{FF2B5EF4-FFF2-40B4-BE49-F238E27FC236}">
                <a16:creationId xmlns:a16="http://schemas.microsoft.com/office/drawing/2014/main" id="{A11C8B96-4834-8EDB-7B06-9D4B4DFA0331}"/>
              </a:ext>
            </a:extLst>
          </p:cNvPr>
          <p:cNvSpPr/>
          <p:nvPr/>
        </p:nvSpPr>
        <p:spPr>
          <a:xfrm>
            <a:off x="9638605" y="518301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75" name="직선 연결선 2474">
            <a:extLst>
              <a:ext uri="{FF2B5EF4-FFF2-40B4-BE49-F238E27FC236}">
                <a16:creationId xmlns:a16="http://schemas.microsoft.com/office/drawing/2014/main" id="{03AF4BE6-9516-222D-6521-7975DAF48CE3}"/>
              </a:ext>
            </a:extLst>
          </p:cNvPr>
          <p:cNvCxnSpPr/>
          <p:nvPr/>
        </p:nvCxnSpPr>
        <p:spPr>
          <a:xfrm flipH="1">
            <a:off x="9892817" y="515098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6" name="직선 연결선 2475">
            <a:extLst>
              <a:ext uri="{FF2B5EF4-FFF2-40B4-BE49-F238E27FC236}">
                <a16:creationId xmlns:a16="http://schemas.microsoft.com/office/drawing/2014/main" id="{2EF369D7-5CBC-2354-0F13-E3DC09F4232B}"/>
              </a:ext>
            </a:extLst>
          </p:cNvPr>
          <p:cNvCxnSpPr/>
          <p:nvPr/>
        </p:nvCxnSpPr>
        <p:spPr>
          <a:xfrm>
            <a:off x="9934836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7" name="직선 연결선 2476">
            <a:extLst>
              <a:ext uri="{FF2B5EF4-FFF2-40B4-BE49-F238E27FC236}">
                <a16:creationId xmlns:a16="http://schemas.microsoft.com/office/drawing/2014/main" id="{FFB98854-D6C3-2F95-F4E7-BFE226EF88D6}"/>
              </a:ext>
            </a:extLst>
          </p:cNvPr>
          <p:cNvCxnSpPr/>
          <p:nvPr/>
        </p:nvCxnSpPr>
        <p:spPr>
          <a:xfrm>
            <a:off x="9844974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8" name="직선 연결선 2477">
            <a:extLst>
              <a:ext uri="{FF2B5EF4-FFF2-40B4-BE49-F238E27FC236}">
                <a16:creationId xmlns:a16="http://schemas.microsoft.com/office/drawing/2014/main" id="{15922B08-8BBD-A350-8922-5464F1BDB4EF}"/>
              </a:ext>
            </a:extLst>
          </p:cNvPr>
          <p:cNvCxnSpPr/>
          <p:nvPr/>
        </p:nvCxnSpPr>
        <p:spPr>
          <a:xfrm>
            <a:off x="9892817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9" name="직선 연결선 2478">
            <a:extLst>
              <a:ext uri="{FF2B5EF4-FFF2-40B4-BE49-F238E27FC236}">
                <a16:creationId xmlns:a16="http://schemas.microsoft.com/office/drawing/2014/main" id="{87F734FC-432A-F322-0108-5B2DAACCB0D8}"/>
              </a:ext>
            </a:extLst>
          </p:cNvPr>
          <p:cNvCxnSpPr/>
          <p:nvPr/>
        </p:nvCxnSpPr>
        <p:spPr>
          <a:xfrm flipH="1">
            <a:off x="9842773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0" name="모서리가 둥근 직사각형 2479">
            <a:extLst>
              <a:ext uri="{FF2B5EF4-FFF2-40B4-BE49-F238E27FC236}">
                <a16:creationId xmlns:a16="http://schemas.microsoft.com/office/drawing/2014/main" id="{C801096B-0AA1-B68C-CEA1-88DB91CBA7C1}"/>
              </a:ext>
            </a:extLst>
          </p:cNvPr>
          <p:cNvSpPr/>
          <p:nvPr/>
        </p:nvSpPr>
        <p:spPr>
          <a:xfrm>
            <a:off x="9807649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81" name="모서리가 둥근 직사각형 2480">
            <a:extLst>
              <a:ext uri="{FF2B5EF4-FFF2-40B4-BE49-F238E27FC236}">
                <a16:creationId xmlns:a16="http://schemas.microsoft.com/office/drawing/2014/main" id="{DE8D71BC-661B-9B3D-BE37-43FF953287B2}"/>
              </a:ext>
            </a:extLst>
          </p:cNvPr>
          <p:cNvSpPr/>
          <p:nvPr/>
        </p:nvSpPr>
        <p:spPr>
          <a:xfrm>
            <a:off x="9807649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82" name="모서리가 둥근 직사각형 2481">
            <a:extLst>
              <a:ext uri="{FF2B5EF4-FFF2-40B4-BE49-F238E27FC236}">
                <a16:creationId xmlns:a16="http://schemas.microsoft.com/office/drawing/2014/main" id="{E394A2AF-C4D3-F8AE-18B5-B7BB7011DE40}"/>
              </a:ext>
            </a:extLst>
          </p:cNvPr>
          <p:cNvSpPr/>
          <p:nvPr/>
        </p:nvSpPr>
        <p:spPr>
          <a:xfrm>
            <a:off x="9897127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83" name="모서리가 둥근 직사각형 2482">
            <a:extLst>
              <a:ext uri="{FF2B5EF4-FFF2-40B4-BE49-F238E27FC236}">
                <a16:creationId xmlns:a16="http://schemas.microsoft.com/office/drawing/2014/main" id="{DB900055-2F74-1891-38BC-965BE1342689}"/>
              </a:ext>
            </a:extLst>
          </p:cNvPr>
          <p:cNvSpPr/>
          <p:nvPr/>
        </p:nvSpPr>
        <p:spPr>
          <a:xfrm>
            <a:off x="9897127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84" name="모서리가 둥근 직사각형 2483">
            <a:extLst>
              <a:ext uri="{FF2B5EF4-FFF2-40B4-BE49-F238E27FC236}">
                <a16:creationId xmlns:a16="http://schemas.microsoft.com/office/drawing/2014/main" id="{FC58F6B8-538C-7FE0-C3BE-EDE220712DB0}"/>
              </a:ext>
            </a:extLst>
          </p:cNvPr>
          <p:cNvSpPr/>
          <p:nvPr/>
        </p:nvSpPr>
        <p:spPr>
          <a:xfrm>
            <a:off x="9855108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85" name="직선 연결선 2484">
            <a:extLst>
              <a:ext uri="{FF2B5EF4-FFF2-40B4-BE49-F238E27FC236}">
                <a16:creationId xmlns:a16="http://schemas.microsoft.com/office/drawing/2014/main" id="{E1741DBB-2C84-0272-773D-743CC6436108}"/>
              </a:ext>
            </a:extLst>
          </p:cNvPr>
          <p:cNvCxnSpPr/>
          <p:nvPr/>
        </p:nvCxnSpPr>
        <p:spPr>
          <a:xfrm>
            <a:off x="10087966" y="515176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6" name="모서리가 둥근 직사각형 2485">
            <a:extLst>
              <a:ext uri="{FF2B5EF4-FFF2-40B4-BE49-F238E27FC236}">
                <a16:creationId xmlns:a16="http://schemas.microsoft.com/office/drawing/2014/main" id="{EB7B7DF6-C314-B6FB-70EC-53963A47C929}"/>
              </a:ext>
            </a:extLst>
          </p:cNvPr>
          <p:cNvSpPr/>
          <p:nvPr/>
        </p:nvSpPr>
        <p:spPr>
          <a:xfrm>
            <a:off x="10055502" y="512608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487" name="직선 연결선 2486">
            <a:extLst>
              <a:ext uri="{FF2B5EF4-FFF2-40B4-BE49-F238E27FC236}">
                <a16:creationId xmlns:a16="http://schemas.microsoft.com/office/drawing/2014/main" id="{45F02A94-D8CE-DE5E-9BCB-9187D9C62874}"/>
              </a:ext>
            </a:extLst>
          </p:cNvPr>
          <p:cNvCxnSpPr/>
          <p:nvPr/>
        </p:nvCxnSpPr>
        <p:spPr>
          <a:xfrm>
            <a:off x="10023521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8" name="직선 연결선 2487">
            <a:extLst>
              <a:ext uri="{FF2B5EF4-FFF2-40B4-BE49-F238E27FC236}">
                <a16:creationId xmlns:a16="http://schemas.microsoft.com/office/drawing/2014/main" id="{188FEB70-D697-C42B-73CA-4C6324D43D0D}"/>
              </a:ext>
            </a:extLst>
          </p:cNvPr>
          <p:cNvCxnSpPr/>
          <p:nvPr/>
        </p:nvCxnSpPr>
        <p:spPr>
          <a:xfrm>
            <a:off x="9981502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9" name="모서리가 둥근 직사각형 2488">
            <a:extLst>
              <a:ext uri="{FF2B5EF4-FFF2-40B4-BE49-F238E27FC236}">
                <a16:creationId xmlns:a16="http://schemas.microsoft.com/office/drawing/2014/main" id="{32B8D7FF-2AD3-92CC-8EFA-94FC8F9DB136}"/>
              </a:ext>
            </a:extLst>
          </p:cNvPr>
          <p:cNvSpPr/>
          <p:nvPr/>
        </p:nvSpPr>
        <p:spPr>
          <a:xfrm>
            <a:off x="9985813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90" name="모서리가 둥근 직사각형 2489">
            <a:extLst>
              <a:ext uri="{FF2B5EF4-FFF2-40B4-BE49-F238E27FC236}">
                <a16:creationId xmlns:a16="http://schemas.microsoft.com/office/drawing/2014/main" id="{1A6BF342-9710-C81E-DC87-E1C9E411DB7A}"/>
              </a:ext>
            </a:extLst>
          </p:cNvPr>
          <p:cNvSpPr/>
          <p:nvPr/>
        </p:nvSpPr>
        <p:spPr>
          <a:xfrm>
            <a:off x="9985813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91" name="모서리가 둥근 직사각형 2490">
            <a:extLst>
              <a:ext uri="{FF2B5EF4-FFF2-40B4-BE49-F238E27FC236}">
                <a16:creationId xmlns:a16="http://schemas.microsoft.com/office/drawing/2014/main" id="{B79EB1E9-518A-70B1-8B8D-EB057800F37C}"/>
              </a:ext>
            </a:extLst>
          </p:cNvPr>
          <p:cNvSpPr/>
          <p:nvPr/>
        </p:nvSpPr>
        <p:spPr>
          <a:xfrm>
            <a:off x="9943794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492" name="직선 연결선 2491">
            <a:extLst>
              <a:ext uri="{FF2B5EF4-FFF2-40B4-BE49-F238E27FC236}">
                <a16:creationId xmlns:a16="http://schemas.microsoft.com/office/drawing/2014/main" id="{A2258E9B-B8CB-3B74-C32F-BE3977BE08AC}"/>
              </a:ext>
            </a:extLst>
          </p:cNvPr>
          <p:cNvCxnSpPr/>
          <p:nvPr/>
        </p:nvCxnSpPr>
        <p:spPr>
          <a:xfrm flipH="1">
            <a:off x="10187331" y="521846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3" name="직선 연결선 2492">
            <a:extLst>
              <a:ext uri="{FF2B5EF4-FFF2-40B4-BE49-F238E27FC236}">
                <a16:creationId xmlns:a16="http://schemas.microsoft.com/office/drawing/2014/main" id="{ECC1FF01-2C7B-6F78-AC63-AF988D3F0D55}"/>
              </a:ext>
            </a:extLst>
          </p:cNvPr>
          <p:cNvCxnSpPr/>
          <p:nvPr/>
        </p:nvCxnSpPr>
        <p:spPr>
          <a:xfrm>
            <a:off x="10229350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4" name="직선 연결선 2493">
            <a:extLst>
              <a:ext uri="{FF2B5EF4-FFF2-40B4-BE49-F238E27FC236}">
                <a16:creationId xmlns:a16="http://schemas.microsoft.com/office/drawing/2014/main" id="{0DD74269-F122-BC5C-2FCD-F2F8D658C3AF}"/>
              </a:ext>
            </a:extLst>
          </p:cNvPr>
          <p:cNvCxnSpPr/>
          <p:nvPr/>
        </p:nvCxnSpPr>
        <p:spPr>
          <a:xfrm>
            <a:off x="10139489" y="534244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5" name="직선 연결선 2494">
            <a:extLst>
              <a:ext uri="{FF2B5EF4-FFF2-40B4-BE49-F238E27FC236}">
                <a16:creationId xmlns:a16="http://schemas.microsoft.com/office/drawing/2014/main" id="{B789DDA5-C6A9-6B38-12D8-D62369EC4EF4}"/>
              </a:ext>
            </a:extLst>
          </p:cNvPr>
          <p:cNvCxnSpPr/>
          <p:nvPr/>
        </p:nvCxnSpPr>
        <p:spPr>
          <a:xfrm>
            <a:off x="10187331" y="526972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6" name="직선 연결선 2495">
            <a:extLst>
              <a:ext uri="{FF2B5EF4-FFF2-40B4-BE49-F238E27FC236}">
                <a16:creationId xmlns:a16="http://schemas.microsoft.com/office/drawing/2014/main" id="{DCA2172F-79F8-B0F5-D5D5-A6D92E995269}"/>
              </a:ext>
            </a:extLst>
          </p:cNvPr>
          <p:cNvCxnSpPr/>
          <p:nvPr/>
        </p:nvCxnSpPr>
        <p:spPr>
          <a:xfrm flipH="1">
            <a:off x="10137288" y="526635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7" name="모서리가 둥근 직사각형 2496">
            <a:extLst>
              <a:ext uri="{FF2B5EF4-FFF2-40B4-BE49-F238E27FC236}">
                <a16:creationId xmlns:a16="http://schemas.microsoft.com/office/drawing/2014/main" id="{AD340D14-F879-9208-4826-BF5B8DB07BFF}"/>
              </a:ext>
            </a:extLst>
          </p:cNvPr>
          <p:cNvSpPr/>
          <p:nvPr/>
        </p:nvSpPr>
        <p:spPr>
          <a:xfrm>
            <a:off x="10102163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98" name="모서리가 둥근 직사각형 2497">
            <a:extLst>
              <a:ext uri="{FF2B5EF4-FFF2-40B4-BE49-F238E27FC236}">
                <a16:creationId xmlns:a16="http://schemas.microsoft.com/office/drawing/2014/main" id="{50F491D3-AEC1-1AD0-221F-98D340E21266}"/>
              </a:ext>
            </a:extLst>
          </p:cNvPr>
          <p:cNvSpPr/>
          <p:nvPr/>
        </p:nvSpPr>
        <p:spPr>
          <a:xfrm>
            <a:off x="10102163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499" name="모서리가 둥근 직사각형 2498">
            <a:extLst>
              <a:ext uri="{FF2B5EF4-FFF2-40B4-BE49-F238E27FC236}">
                <a16:creationId xmlns:a16="http://schemas.microsoft.com/office/drawing/2014/main" id="{A2340A8B-2043-CA1D-0FDE-C4D49EE038E9}"/>
              </a:ext>
            </a:extLst>
          </p:cNvPr>
          <p:cNvSpPr/>
          <p:nvPr/>
        </p:nvSpPr>
        <p:spPr>
          <a:xfrm>
            <a:off x="10191642" y="538741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00" name="모서리가 둥근 직사각형 2499">
            <a:extLst>
              <a:ext uri="{FF2B5EF4-FFF2-40B4-BE49-F238E27FC236}">
                <a16:creationId xmlns:a16="http://schemas.microsoft.com/office/drawing/2014/main" id="{5677E818-18F8-B849-AF76-6B5D9EEB7B3C}"/>
              </a:ext>
            </a:extLst>
          </p:cNvPr>
          <p:cNvSpPr/>
          <p:nvPr/>
        </p:nvSpPr>
        <p:spPr>
          <a:xfrm>
            <a:off x="10191642" y="531368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01" name="모서리가 둥근 직사각형 2500">
            <a:extLst>
              <a:ext uri="{FF2B5EF4-FFF2-40B4-BE49-F238E27FC236}">
                <a16:creationId xmlns:a16="http://schemas.microsoft.com/office/drawing/2014/main" id="{DC314945-7DF5-A6F2-0F00-3EB283919BAB}"/>
              </a:ext>
            </a:extLst>
          </p:cNvPr>
          <p:cNvSpPr/>
          <p:nvPr/>
        </p:nvSpPr>
        <p:spPr>
          <a:xfrm>
            <a:off x="10149623" y="523994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02" name="직선 연결선 2501">
            <a:extLst>
              <a:ext uri="{FF2B5EF4-FFF2-40B4-BE49-F238E27FC236}">
                <a16:creationId xmlns:a16="http://schemas.microsoft.com/office/drawing/2014/main" id="{EA73D26C-120A-5C53-C8D0-7AF2E6FF39D2}"/>
              </a:ext>
            </a:extLst>
          </p:cNvPr>
          <p:cNvCxnSpPr/>
          <p:nvPr/>
        </p:nvCxnSpPr>
        <p:spPr>
          <a:xfrm>
            <a:off x="10318036" y="529177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3" name="직선 연결선 2502">
            <a:extLst>
              <a:ext uri="{FF2B5EF4-FFF2-40B4-BE49-F238E27FC236}">
                <a16:creationId xmlns:a16="http://schemas.microsoft.com/office/drawing/2014/main" id="{597F3216-9547-2562-EAB5-D013885F14D0}"/>
              </a:ext>
            </a:extLst>
          </p:cNvPr>
          <p:cNvCxnSpPr/>
          <p:nvPr/>
        </p:nvCxnSpPr>
        <p:spPr>
          <a:xfrm>
            <a:off x="10276017" y="521906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4" name="모서리가 둥근 직사각형 2503">
            <a:extLst>
              <a:ext uri="{FF2B5EF4-FFF2-40B4-BE49-F238E27FC236}">
                <a16:creationId xmlns:a16="http://schemas.microsoft.com/office/drawing/2014/main" id="{1E039D3A-ADCE-F00B-B309-9D4198B978FD}"/>
              </a:ext>
            </a:extLst>
          </p:cNvPr>
          <p:cNvSpPr/>
          <p:nvPr/>
        </p:nvSpPr>
        <p:spPr>
          <a:xfrm>
            <a:off x="10280328" y="533675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05" name="모서리가 둥근 직사각형 2504">
            <a:extLst>
              <a:ext uri="{FF2B5EF4-FFF2-40B4-BE49-F238E27FC236}">
                <a16:creationId xmlns:a16="http://schemas.microsoft.com/office/drawing/2014/main" id="{155BDD72-B09E-DFA6-95D4-3F14D09A71FB}"/>
              </a:ext>
            </a:extLst>
          </p:cNvPr>
          <p:cNvSpPr/>
          <p:nvPr/>
        </p:nvSpPr>
        <p:spPr>
          <a:xfrm>
            <a:off x="10280328" y="526301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06" name="모서리가 둥근 직사각형 2505">
            <a:extLst>
              <a:ext uri="{FF2B5EF4-FFF2-40B4-BE49-F238E27FC236}">
                <a16:creationId xmlns:a16="http://schemas.microsoft.com/office/drawing/2014/main" id="{CBF31086-46CC-8AAC-616D-8181D251FE46}"/>
              </a:ext>
            </a:extLst>
          </p:cNvPr>
          <p:cNvSpPr/>
          <p:nvPr/>
        </p:nvSpPr>
        <p:spPr>
          <a:xfrm>
            <a:off x="10238308" y="518927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07" name="직선 연결선 2506">
            <a:extLst>
              <a:ext uri="{FF2B5EF4-FFF2-40B4-BE49-F238E27FC236}">
                <a16:creationId xmlns:a16="http://schemas.microsoft.com/office/drawing/2014/main" id="{A920261E-DFC1-031E-EC9E-5363A0BA6177}"/>
              </a:ext>
            </a:extLst>
          </p:cNvPr>
          <p:cNvCxnSpPr/>
          <p:nvPr/>
        </p:nvCxnSpPr>
        <p:spPr>
          <a:xfrm>
            <a:off x="9613923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8" name="모서리가 둥근 직사각형 2507">
            <a:extLst>
              <a:ext uri="{FF2B5EF4-FFF2-40B4-BE49-F238E27FC236}">
                <a16:creationId xmlns:a16="http://schemas.microsoft.com/office/drawing/2014/main" id="{E41C6AC6-5F33-8F31-EBD2-7D1D1996BC8A}"/>
              </a:ext>
            </a:extLst>
          </p:cNvPr>
          <p:cNvSpPr/>
          <p:nvPr/>
        </p:nvSpPr>
        <p:spPr>
          <a:xfrm>
            <a:off x="9581459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09" name="직선 연결선 2508">
            <a:extLst>
              <a:ext uri="{FF2B5EF4-FFF2-40B4-BE49-F238E27FC236}">
                <a16:creationId xmlns:a16="http://schemas.microsoft.com/office/drawing/2014/main" id="{E18EE2B9-A263-06D0-35F7-D05987E541AD}"/>
              </a:ext>
            </a:extLst>
          </p:cNvPr>
          <p:cNvCxnSpPr/>
          <p:nvPr/>
        </p:nvCxnSpPr>
        <p:spPr>
          <a:xfrm flipH="1">
            <a:off x="9713288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0" name="직선 연결선 2509">
            <a:extLst>
              <a:ext uri="{FF2B5EF4-FFF2-40B4-BE49-F238E27FC236}">
                <a16:creationId xmlns:a16="http://schemas.microsoft.com/office/drawing/2014/main" id="{2796E9C2-42B2-9041-ACF2-2AC8D9507A70}"/>
              </a:ext>
            </a:extLst>
          </p:cNvPr>
          <p:cNvCxnSpPr/>
          <p:nvPr/>
        </p:nvCxnSpPr>
        <p:spPr>
          <a:xfrm>
            <a:off x="9755307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1" name="직선 연결선 2510">
            <a:extLst>
              <a:ext uri="{FF2B5EF4-FFF2-40B4-BE49-F238E27FC236}">
                <a16:creationId xmlns:a16="http://schemas.microsoft.com/office/drawing/2014/main" id="{D9B9689F-AACD-CEC0-798A-85EC1FED79EC}"/>
              </a:ext>
            </a:extLst>
          </p:cNvPr>
          <p:cNvCxnSpPr/>
          <p:nvPr/>
        </p:nvCxnSpPr>
        <p:spPr>
          <a:xfrm>
            <a:off x="9665445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2" name="직선 연결선 2511">
            <a:extLst>
              <a:ext uri="{FF2B5EF4-FFF2-40B4-BE49-F238E27FC236}">
                <a16:creationId xmlns:a16="http://schemas.microsoft.com/office/drawing/2014/main" id="{AB268BF4-F693-6E31-ED92-6131815AB7FA}"/>
              </a:ext>
            </a:extLst>
          </p:cNvPr>
          <p:cNvCxnSpPr/>
          <p:nvPr/>
        </p:nvCxnSpPr>
        <p:spPr>
          <a:xfrm>
            <a:off x="9713288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3" name="직선 연결선 2512">
            <a:extLst>
              <a:ext uri="{FF2B5EF4-FFF2-40B4-BE49-F238E27FC236}">
                <a16:creationId xmlns:a16="http://schemas.microsoft.com/office/drawing/2014/main" id="{D7E94CAA-FE73-0FD9-B0DB-17A5E6FF407B}"/>
              </a:ext>
            </a:extLst>
          </p:cNvPr>
          <p:cNvCxnSpPr/>
          <p:nvPr/>
        </p:nvCxnSpPr>
        <p:spPr>
          <a:xfrm flipH="1">
            <a:off x="9663244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4" name="모서리가 둥근 직사각형 2513">
            <a:extLst>
              <a:ext uri="{FF2B5EF4-FFF2-40B4-BE49-F238E27FC236}">
                <a16:creationId xmlns:a16="http://schemas.microsoft.com/office/drawing/2014/main" id="{C01B28A8-CE37-93BF-B029-7DC1CA383215}"/>
              </a:ext>
            </a:extLst>
          </p:cNvPr>
          <p:cNvSpPr/>
          <p:nvPr/>
        </p:nvSpPr>
        <p:spPr>
          <a:xfrm>
            <a:off x="9628120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15" name="모서리가 둥근 직사각형 2514">
            <a:extLst>
              <a:ext uri="{FF2B5EF4-FFF2-40B4-BE49-F238E27FC236}">
                <a16:creationId xmlns:a16="http://schemas.microsoft.com/office/drawing/2014/main" id="{250FACA4-07FF-FDD7-9C17-7F12621096CE}"/>
              </a:ext>
            </a:extLst>
          </p:cNvPr>
          <p:cNvSpPr/>
          <p:nvPr/>
        </p:nvSpPr>
        <p:spPr>
          <a:xfrm>
            <a:off x="9628120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16" name="모서리가 둥근 직사각형 2515">
            <a:extLst>
              <a:ext uri="{FF2B5EF4-FFF2-40B4-BE49-F238E27FC236}">
                <a16:creationId xmlns:a16="http://schemas.microsoft.com/office/drawing/2014/main" id="{6BFF05DC-6D25-C113-FAD0-EDCDBA94E72D}"/>
              </a:ext>
            </a:extLst>
          </p:cNvPr>
          <p:cNvSpPr/>
          <p:nvPr/>
        </p:nvSpPr>
        <p:spPr>
          <a:xfrm>
            <a:off x="9717599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17" name="모서리가 둥근 직사각형 2516">
            <a:extLst>
              <a:ext uri="{FF2B5EF4-FFF2-40B4-BE49-F238E27FC236}">
                <a16:creationId xmlns:a16="http://schemas.microsoft.com/office/drawing/2014/main" id="{33216DC2-4E29-365F-E60A-500CDE248A6C}"/>
              </a:ext>
            </a:extLst>
          </p:cNvPr>
          <p:cNvSpPr/>
          <p:nvPr/>
        </p:nvSpPr>
        <p:spPr>
          <a:xfrm>
            <a:off x="9717599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18" name="모서리가 둥근 직사각형 2517">
            <a:extLst>
              <a:ext uri="{FF2B5EF4-FFF2-40B4-BE49-F238E27FC236}">
                <a16:creationId xmlns:a16="http://schemas.microsoft.com/office/drawing/2014/main" id="{B8615AE1-F458-2A3F-6A3D-F53BADE38658}"/>
              </a:ext>
            </a:extLst>
          </p:cNvPr>
          <p:cNvSpPr/>
          <p:nvPr/>
        </p:nvSpPr>
        <p:spPr>
          <a:xfrm>
            <a:off x="9675579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19" name="직선 연결선 2518">
            <a:extLst>
              <a:ext uri="{FF2B5EF4-FFF2-40B4-BE49-F238E27FC236}">
                <a16:creationId xmlns:a16="http://schemas.microsoft.com/office/drawing/2014/main" id="{866D6EAB-920F-3AEF-F2E2-CC3A082807AC}"/>
              </a:ext>
            </a:extLst>
          </p:cNvPr>
          <p:cNvCxnSpPr/>
          <p:nvPr/>
        </p:nvCxnSpPr>
        <p:spPr>
          <a:xfrm>
            <a:off x="9843992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0" name="직선 연결선 2519">
            <a:extLst>
              <a:ext uri="{FF2B5EF4-FFF2-40B4-BE49-F238E27FC236}">
                <a16:creationId xmlns:a16="http://schemas.microsoft.com/office/drawing/2014/main" id="{653CC7DD-700E-96D7-B32D-A776A07B6B83}"/>
              </a:ext>
            </a:extLst>
          </p:cNvPr>
          <p:cNvCxnSpPr/>
          <p:nvPr/>
        </p:nvCxnSpPr>
        <p:spPr>
          <a:xfrm>
            <a:off x="9801974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1" name="모서리가 둥근 직사각형 2520">
            <a:extLst>
              <a:ext uri="{FF2B5EF4-FFF2-40B4-BE49-F238E27FC236}">
                <a16:creationId xmlns:a16="http://schemas.microsoft.com/office/drawing/2014/main" id="{C4801AA2-AC72-7D7E-E53E-E3482F0471CA}"/>
              </a:ext>
            </a:extLst>
          </p:cNvPr>
          <p:cNvSpPr/>
          <p:nvPr/>
        </p:nvSpPr>
        <p:spPr>
          <a:xfrm>
            <a:off x="9806285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22" name="모서리가 둥근 직사각형 2521">
            <a:extLst>
              <a:ext uri="{FF2B5EF4-FFF2-40B4-BE49-F238E27FC236}">
                <a16:creationId xmlns:a16="http://schemas.microsoft.com/office/drawing/2014/main" id="{E8E73A70-6DEF-8E18-BFC8-B9502D362E0A}"/>
              </a:ext>
            </a:extLst>
          </p:cNvPr>
          <p:cNvSpPr/>
          <p:nvPr/>
        </p:nvSpPr>
        <p:spPr>
          <a:xfrm>
            <a:off x="9806285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23" name="모서리가 둥근 직사각형 2522">
            <a:extLst>
              <a:ext uri="{FF2B5EF4-FFF2-40B4-BE49-F238E27FC236}">
                <a16:creationId xmlns:a16="http://schemas.microsoft.com/office/drawing/2014/main" id="{01EF98D4-94B2-6A22-B63D-61E58C33846E}"/>
              </a:ext>
            </a:extLst>
          </p:cNvPr>
          <p:cNvSpPr/>
          <p:nvPr/>
        </p:nvSpPr>
        <p:spPr>
          <a:xfrm>
            <a:off x="9764265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24" name="직선 연결선 2523">
            <a:extLst>
              <a:ext uri="{FF2B5EF4-FFF2-40B4-BE49-F238E27FC236}">
                <a16:creationId xmlns:a16="http://schemas.microsoft.com/office/drawing/2014/main" id="{AFCD8673-5138-BCA6-AD0B-5FF170F411AF}"/>
              </a:ext>
            </a:extLst>
          </p:cNvPr>
          <p:cNvCxnSpPr/>
          <p:nvPr/>
        </p:nvCxnSpPr>
        <p:spPr>
          <a:xfrm>
            <a:off x="10197628" y="48762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5" name="모서리가 둥근 직사각형 2524">
            <a:extLst>
              <a:ext uri="{FF2B5EF4-FFF2-40B4-BE49-F238E27FC236}">
                <a16:creationId xmlns:a16="http://schemas.microsoft.com/office/drawing/2014/main" id="{01440D39-652B-3466-851C-BA9A358305B1}"/>
              </a:ext>
            </a:extLst>
          </p:cNvPr>
          <p:cNvSpPr/>
          <p:nvPr/>
        </p:nvSpPr>
        <p:spPr>
          <a:xfrm>
            <a:off x="10165164" y="485057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26" name="직선 연결선 2525">
            <a:extLst>
              <a:ext uri="{FF2B5EF4-FFF2-40B4-BE49-F238E27FC236}">
                <a16:creationId xmlns:a16="http://schemas.microsoft.com/office/drawing/2014/main" id="{8E1DFED2-B3A3-747A-4308-A4EF2012B6D8}"/>
              </a:ext>
            </a:extLst>
          </p:cNvPr>
          <p:cNvCxnSpPr/>
          <p:nvPr/>
        </p:nvCxnSpPr>
        <p:spPr>
          <a:xfrm flipH="1">
            <a:off x="10296993" y="494295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7" name="직선 연결선 2526">
            <a:extLst>
              <a:ext uri="{FF2B5EF4-FFF2-40B4-BE49-F238E27FC236}">
                <a16:creationId xmlns:a16="http://schemas.microsoft.com/office/drawing/2014/main" id="{411453E0-C2F2-5FFE-C7A5-A5B034D3C063}"/>
              </a:ext>
            </a:extLst>
          </p:cNvPr>
          <p:cNvCxnSpPr/>
          <p:nvPr/>
        </p:nvCxnSpPr>
        <p:spPr>
          <a:xfrm>
            <a:off x="10339012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8" name="직선 연결선 2527">
            <a:extLst>
              <a:ext uri="{FF2B5EF4-FFF2-40B4-BE49-F238E27FC236}">
                <a16:creationId xmlns:a16="http://schemas.microsoft.com/office/drawing/2014/main" id="{6530F602-FFE7-0123-0C95-A6D6934360E4}"/>
              </a:ext>
            </a:extLst>
          </p:cNvPr>
          <p:cNvCxnSpPr/>
          <p:nvPr/>
        </p:nvCxnSpPr>
        <p:spPr>
          <a:xfrm>
            <a:off x="10249150" y="506693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9" name="직선 연결선 2528">
            <a:extLst>
              <a:ext uri="{FF2B5EF4-FFF2-40B4-BE49-F238E27FC236}">
                <a16:creationId xmlns:a16="http://schemas.microsoft.com/office/drawing/2014/main" id="{B9701C2F-C3F9-A681-8953-0F452528C72D}"/>
              </a:ext>
            </a:extLst>
          </p:cNvPr>
          <p:cNvCxnSpPr/>
          <p:nvPr/>
        </p:nvCxnSpPr>
        <p:spPr>
          <a:xfrm>
            <a:off x="10296993" y="49942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0" name="직선 연결선 2529">
            <a:extLst>
              <a:ext uri="{FF2B5EF4-FFF2-40B4-BE49-F238E27FC236}">
                <a16:creationId xmlns:a16="http://schemas.microsoft.com/office/drawing/2014/main" id="{060D411C-9CFA-4D2F-B710-C09587BA3F91}"/>
              </a:ext>
            </a:extLst>
          </p:cNvPr>
          <p:cNvCxnSpPr/>
          <p:nvPr/>
        </p:nvCxnSpPr>
        <p:spPr>
          <a:xfrm flipH="1">
            <a:off x="10246949" y="49908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1" name="모서리가 둥근 직사각형 2530">
            <a:extLst>
              <a:ext uri="{FF2B5EF4-FFF2-40B4-BE49-F238E27FC236}">
                <a16:creationId xmlns:a16="http://schemas.microsoft.com/office/drawing/2014/main" id="{767DE683-2618-F1B3-D9CD-094197B4F5E8}"/>
              </a:ext>
            </a:extLst>
          </p:cNvPr>
          <p:cNvSpPr/>
          <p:nvPr/>
        </p:nvSpPr>
        <p:spPr>
          <a:xfrm>
            <a:off x="10211825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32" name="모서리가 둥근 직사각형 2531">
            <a:extLst>
              <a:ext uri="{FF2B5EF4-FFF2-40B4-BE49-F238E27FC236}">
                <a16:creationId xmlns:a16="http://schemas.microsoft.com/office/drawing/2014/main" id="{68CFADE1-CC9F-B9BE-9578-73C3D34BC748}"/>
              </a:ext>
            </a:extLst>
          </p:cNvPr>
          <p:cNvSpPr/>
          <p:nvPr/>
        </p:nvSpPr>
        <p:spPr>
          <a:xfrm>
            <a:off x="10211825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33" name="모서리가 둥근 직사각형 2532">
            <a:extLst>
              <a:ext uri="{FF2B5EF4-FFF2-40B4-BE49-F238E27FC236}">
                <a16:creationId xmlns:a16="http://schemas.microsoft.com/office/drawing/2014/main" id="{1FDFAD16-0F35-133D-5FA9-185051BAA408}"/>
              </a:ext>
            </a:extLst>
          </p:cNvPr>
          <p:cNvSpPr/>
          <p:nvPr/>
        </p:nvSpPr>
        <p:spPr>
          <a:xfrm>
            <a:off x="10301304" y="51119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34" name="모서리가 둥근 직사각형 2533">
            <a:extLst>
              <a:ext uri="{FF2B5EF4-FFF2-40B4-BE49-F238E27FC236}">
                <a16:creationId xmlns:a16="http://schemas.microsoft.com/office/drawing/2014/main" id="{E7031B92-A295-59DD-528E-FD5F4D84C5AC}"/>
              </a:ext>
            </a:extLst>
          </p:cNvPr>
          <p:cNvSpPr/>
          <p:nvPr/>
        </p:nvSpPr>
        <p:spPr>
          <a:xfrm>
            <a:off x="10301304" y="50381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35" name="모서리가 둥근 직사각형 2534">
            <a:extLst>
              <a:ext uri="{FF2B5EF4-FFF2-40B4-BE49-F238E27FC236}">
                <a16:creationId xmlns:a16="http://schemas.microsoft.com/office/drawing/2014/main" id="{8A3D5C51-9DB4-BA52-6CCC-8F954A90587F}"/>
              </a:ext>
            </a:extLst>
          </p:cNvPr>
          <p:cNvSpPr/>
          <p:nvPr/>
        </p:nvSpPr>
        <p:spPr>
          <a:xfrm>
            <a:off x="10259285" y="496443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36" name="직선 연결선 2535">
            <a:extLst>
              <a:ext uri="{FF2B5EF4-FFF2-40B4-BE49-F238E27FC236}">
                <a16:creationId xmlns:a16="http://schemas.microsoft.com/office/drawing/2014/main" id="{D8CF50FA-E9E7-52B9-1500-E1B277D09E68}"/>
              </a:ext>
            </a:extLst>
          </p:cNvPr>
          <p:cNvCxnSpPr/>
          <p:nvPr/>
        </p:nvCxnSpPr>
        <p:spPr>
          <a:xfrm>
            <a:off x="10427697" y="501626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7" name="직선 연결선 2536">
            <a:extLst>
              <a:ext uri="{FF2B5EF4-FFF2-40B4-BE49-F238E27FC236}">
                <a16:creationId xmlns:a16="http://schemas.microsoft.com/office/drawing/2014/main" id="{70E3A0A0-7370-A64B-E12E-FB408E70AA17}"/>
              </a:ext>
            </a:extLst>
          </p:cNvPr>
          <p:cNvCxnSpPr/>
          <p:nvPr/>
        </p:nvCxnSpPr>
        <p:spPr>
          <a:xfrm>
            <a:off x="10385678" y="49435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8" name="모서리가 둥근 직사각형 2537">
            <a:extLst>
              <a:ext uri="{FF2B5EF4-FFF2-40B4-BE49-F238E27FC236}">
                <a16:creationId xmlns:a16="http://schemas.microsoft.com/office/drawing/2014/main" id="{43965171-49B0-369A-FD54-E6F04FF28814}"/>
              </a:ext>
            </a:extLst>
          </p:cNvPr>
          <p:cNvSpPr/>
          <p:nvPr/>
        </p:nvSpPr>
        <p:spPr>
          <a:xfrm>
            <a:off x="10389989" y="50612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39" name="모서리가 둥근 직사각형 2538">
            <a:extLst>
              <a:ext uri="{FF2B5EF4-FFF2-40B4-BE49-F238E27FC236}">
                <a16:creationId xmlns:a16="http://schemas.microsoft.com/office/drawing/2014/main" id="{57C6A369-4E6F-AC69-DC08-1AACA8A5A567}"/>
              </a:ext>
            </a:extLst>
          </p:cNvPr>
          <p:cNvSpPr/>
          <p:nvPr/>
        </p:nvSpPr>
        <p:spPr>
          <a:xfrm>
            <a:off x="10389989" y="49875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40" name="모서리가 둥근 직사각형 2539">
            <a:extLst>
              <a:ext uri="{FF2B5EF4-FFF2-40B4-BE49-F238E27FC236}">
                <a16:creationId xmlns:a16="http://schemas.microsoft.com/office/drawing/2014/main" id="{DD0A3F17-1559-5CE0-0568-65415F716B6F}"/>
              </a:ext>
            </a:extLst>
          </p:cNvPr>
          <p:cNvSpPr/>
          <p:nvPr/>
        </p:nvSpPr>
        <p:spPr>
          <a:xfrm>
            <a:off x="10347970" y="49137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541" name="모서리가 둥근 직사각형 2540">
            <a:extLst>
              <a:ext uri="{FF2B5EF4-FFF2-40B4-BE49-F238E27FC236}">
                <a16:creationId xmlns:a16="http://schemas.microsoft.com/office/drawing/2014/main" id="{61D66073-DB03-71AD-2120-0F694B45EA00}"/>
              </a:ext>
            </a:extLst>
          </p:cNvPr>
          <p:cNvSpPr/>
          <p:nvPr/>
        </p:nvSpPr>
        <p:spPr>
          <a:xfrm>
            <a:off x="9425342" y="3969742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2542" name="직선 연결선 2541">
            <a:extLst>
              <a:ext uri="{FF2B5EF4-FFF2-40B4-BE49-F238E27FC236}">
                <a16:creationId xmlns:a16="http://schemas.microsoft.com/office/drawing/2014/main" id="{11D66E78-C866-B027-DE0A-4F39E76CA353}"/>
              </a:ext>
            </a:extLst>
          </p:cNvPr>
          <p:cNvCxnSpPr/>
          <p:nvPr/>
        </p:nvCxnSpPr>
        <p:spPr>
          <a:xfrm flipH="1">
            <a:off x="5898501" y="1300407"/>
            <a:ext cx="573991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3" name="직선 연결선 2542">
            <a:extLst>
              <a:ext uri="{FF2B5EF4-FFF2-40B4-BE49-F238E27FC236}">
                <a16:creationId xmlns:a16="http://schemas.microsoft.com/office/drawing/2014/main" id="{CEDD0F63-5176-6A21-5B3C-5288CFA74BB8}"/>
              </a:ext>
            </a:extLst>
          </p:cNvPr>
          <p:cNvCxnSpPr/>
          <p:nvPr/>
        </p:nvCxnSpPr>
        <p:spPr>
          <a:xfrm flipH="1">
            <a:off x="6179923" y="2682202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4" name="직선 연결선 2543">
            <a:extLst>
              <a:ext uri="{FF2B5EF4-FFF2-40B4-BE49-F238E27FC236}">
                <a16:creationId xmlns:a16="http://schemas.microsoft.com/office/drawing/2014/main" id="{C2E53386-1A8B-FC55-D9F7-16BAAC15F863}"/>
              </a:ext>
            </a:extLst>
          </p:cNvPr>
          <p:cNvCxnSpPr/>
          <p:nvPr/>
        </p:nvCxnSpPr>
        <p:spPr>
          <a:xfrm flipH="1" flipV="1">
            <a:off x="5904977" y="2614308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5" name="직선 연결선 2544">
            <a:extLst>
              <a:ext uri="{FF2B5EF4-FFF2-40B4-BE49-F238E27FC236}">
                <a16:creationId xmlns:a16="http://schemas.microsoft.com/office/drawing/2014/main" id="{BD1560F5-9248-5CF3-19C3-A6AE9F1E5FD0}"/>
              </a:ext>
            </a:extLst>
          </p:cNvPr>
          <p:cNvCxnSpPr/>
          <p:nvPr/>
        </p:nvCxnSpPr>
        <p:spPr>
          <a:xfrm flipH="1">
            <a:off x="5393479" y="2615810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6" name="직선 연결선 2545">
            <a:extLst>
              <a:ext uri="{FF2B5EF4-FFF2-40B4-BE49-F238E27FC236}">
                <a16:creationId xmlns:a16="http://schemas.microsoft.com/office/drawing/2014/main" id="{1F94AB71-8784-F6AE-5CD0-A6ABC67DF94F}"/>
              </a:ext>
            </a:extLst>
          </p:cNvPr>
          <p:cNvCxnSpPr/>
          <p:nvPr/>
        </p:nvCxnSpPr>
        <p:spPr>
          <a:xfrm flipH="1">
            <a:off x="5000479" y="2696943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7" name="직선 연결선 2546">
            <a:extLst>
              <a:ext uri="{FF2B5EF4-FFF2-40B4-BE49-F238E27FC236}">
                <a16:creationId xmlns:a16="http://schemas.microsoft.com/office/drawing/2014/main" id="{DE1CAF0C-5E23-918B-E564-34975F4C4C77}"/>
              </a:ext>
            </a:extLst>
          </p:cNvPr>
          <p:cNvCxnSpPr/>
          <p:nvPr/>
        </p:nvCxnSpPr>
        <p:spPr>
          <a:xfrm flipH="1">
            <a:off x="5193274" y="3371363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8" name="직선 연결선 2547">
            <a:extLst>
              <a:ext uri="{FF2B5EF4-FFF2-40B4-BE49-F238E27FC236}">
                <a16:creationId xmlns:a16="http://schemas.microsoft.com/office/drawing/2014/main" id="{BE5066F9-CACB-3EA1-B33E-4C6CFA132514}"/>
              </a:ext>
            </a:extLst>
          </p:cNvPr>
          <p:cNvCxnSpPr/>
          <p:nvPr/>
        </p:nvCxnSpPr>
        <p:spPr>
          <a:xfrm>
            <a:off x="5006483" y="327307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9" name="직선 연결선 2548">
            <a:extLst>
              <a:ext uri="{FF2B5EF4-FFF2-40B4-BE49-F238E27FC236}">
                <a16:creationId xmlns:a16="http://schemas.microsoft.com/office/drawing/2014/main" id="{F2B9A961-CA25-C1C7-5998-5869E12710D2}"/>
              </a:ext>
            </a:extLst>
          </p:cNvPr>
          <p:cNvCxnSpPr/>
          <p:nvPr/>
        </p:nvCxnSpPr>
        <p:spPr>
          <a:xfrm flipH="1">
            <a:off x="4719432" y="326477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0" name="직선 연결선 2549">
            <a:extLst>
              <a:ext uri="{FF2B5EF4-FFF2-40B4-BE49-F238E27FC236}">
                <a16:creationId xmlns:a16="http://schemas.microsoft.com/office/drawing/2014/main" id="{30009AD6-1594-1869-8426-39064ABA8755}"/>
              </a:ext>
            </a:extLst>
          </p:cNvPr>
          <p:cNvCxnSpPr/>
          <p:nvPr/>
        </p:nvCxnSpPr>
        <p:spPr>
          <a:xfrm flipH="1">
            <a:off x="4588319" y="337086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1" name="모서리가 둥근 직사각형 2550">
            <a:extLst>
              <a:ext uri="{FF2B5EF4-FFF2-40B4-BE49-F238E27FC236}">
                <a16:creationId xmlns:a16="http://schemas.microsoft.com/office/drawing/2014/main" id="{F33F5227-5338-D72F-C4F3-5A7BD919249F}"/>
              </a:ext>
            </a:extLst>
          </p:cNvPr>
          <p:cNvSpPr/>
          <p:nvPr/>
        </p:nvSpPr>
        <p:spPr>
          <a:xfrm>
            <a:off x="4945763" y="3236394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552" name="직선 연결선 2551">
            <a:extLst>
              <a:ext uri="{FF2B5EF4-FFF2-40B4-BE49-F238E27FC236}">
                <a16:creationId xmlns:a16="http://schemas.microsoft.com/office/drawing/2014/main" id="{6D626AE9-E2BC-DE1F-13A0-B2E1B9D184E3}"/>
              </a:ext>
            </a:extLst>
          </p:cNvPr>
          <p:cNvCxnSpPr/>
          <p:nvPr/>
        </p:nvCxnSpPr>
        <p:spPr>
          <a:xfrm flipH="1">
            <a:off x="4394312" y="3639004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3" name="직선 연결선 2552">
            <a:extLst>
              <a:ext uri="{FF2B5EF4-FFF2-40B4-BE49-F238E27FC236}">
                <a16:creationId xmlns:a16="http://schemas.microsoft.com/office/drawing/2014/main" id="{F306491B-B2E7-D46C-D8DF-AAA7FCBF7EB4}"/>
              </a:ext>
            </a:extLst>
          </p:cNvPr>
          <p:cNvCxnSpPr/>
          <p:nvPr/>
        </p:nvCxnSpPr>
        <p:spPr>
          <a:xfrm>
            <a:off x="4436331" y="383046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4" name="직선 연결선 2553">
            <a:extLst>
              <a:ext uri="{FF2B5EF4-FFF2-40B4-BE49-F238E27FC236}">
                <a16:creationId xmlns:a16="http://schemas.microsoft.com/office/drawing/2014/main" id="{B8B0334B-FD2D-16DB-1D53-E56DF6061171}"/>
              </a:ext>
            </a:extLst>
          </p:cNvPr>
          <p:cNvCxnSpPr/>
          <p:nvPr/>
        </p:nvCxnSpPr>
        <p:spPr>
          <a:xfrm>
            <a:off x="4346469" y="383046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5" name="직선 연결선 2554">
            <a:extLst>
              <a:ext uri="{FF2B5EF4-FFF2-40B4-BE49-F238E27FC236}">
                <a16:creationId xmlns:a16="http://schemas.microsoft.com/office/drawing/2014/main" id="{810761DC-3FD9-031B-7B95-7FB9C547F08A}"/>
              </a:ext>
            </a:extLst>
          </p:cNvPr>
          <p:cNvCxnSpPr/>
          <p:nvPr/>
        </p:nvCxnSpPr>
        <p:spPr>
          <a:xfrm>
            <a:off x="4394312" y="375775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6" name="직선 연결선 2555">
            <a:extLst>
              <a:ext uri="{FF2B5EF4-FFF2-40B4-BE49-F238E27FC236}">
                <a16:creationId xmlns:a16="http://schemas.microsoft.com/office/drawing/2014/main" id="{644298BF-4134-5190-D8A6-8ED0B359985F}"/>
              </a:ext>
            </a:extLst>
          </p:cNvPr>
          <p:cNvCxnSpPr/>
          <p:nvPr/>
        </p:nvCxnSpPr>
        <p:spPr>
          <a:xfrm flipH="1">
            <a:off x="4344269" y="3754379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7" name="모서리가 둥근 직사각형 2556">
            <a:extLst>
              <a:ext uri="{FF2B5EF4-FFF2-40B4-BE49-F238E27FC236}">
                <a16:creationId xmlns:a16="http://schemas.microsoft.com/office/drawing/2014/main" id="{F918B05D-431A-32E5-05B6-FE008D95062E}"/>
              </a:ext>
            </a:extLst>
          </p:cNvPr>
          <p:cNvSpPr/>
          <p:nvPr/>
        </p:nvSpPr>
        <p:spPr>
          <a:xfrm>
            <a:off x="4309144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58" name="모서리가 둥근 직사각형 2557">
            <a:extLst>
              <a:ext uri="{FF2B5EF4-FFF2-40B4-BE49-F238E27FC236}">
                <a16:creationId xmlns:a16="http://schemas.microsoft.com/office/drawing/2014/main" id="{37F4BA49-16D5-389B-89A8-9A931F1ABCE6}"/>
              </a:ext>
            </a:extLst>
          </p:cNvPr>
          <p:cNvSpPr/>
          <p:nvPr/>
        </p:nvSpPr>
        <p:spPr>
          <a:xfrm>
            <a:off x="4309144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59" name="모서리가 둥근 직사각형 2558">
            <a:extLst>
              <a:ext uri="{FF2B5EF4-FFF2-40B4-BE49-F238E27FC236}">
                <a16:creationId xmlns:a16="http://schemas.microsoft.com/office/drawing/2014/main" id="{15BD7ACA-1F51-288F-CEBF-38908A32828B}"/>
              </a:ext>
            </a:extLst>
          </p:cNvPr>
          <p:cNvSpPr/>
          <p:nvPr/>
        </p:nvSpPr>
        <p:spPr>
          <a:xfrm>
            <a:off x="4398623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0" name="모서리가 둥근 직사각형 2559">
            <a:extLst>
              <a:ext uri="{FF2B5EF4-FFF2-40B4-BE49-F238E27FC236}">
                <a16:creationId xmlns:a16="http://schemas.microsoft.com/office/drawing/2014/main" id="{1D1CE200-ED08-3ECB-5C80-E6FFEC565DA5}"/>
              </a:ext>
            </a:extLst>
          </p:cNvPr>
          <p:cNvSpPr/>
          <p:nvPr/>
        </p:nvSpPr>
        <p:spPr>
          <a:xfrm>
            <a:off x="4398623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1" name="모서리가 둥근 직사각형 2560">
            <a:extLst>
              <a:ext uri="{FF2B5EF4-FFF2-40B4-BE49-F238E27FC236}">
                <a16:creationId xmlns:a16="http://schemas.microsoft.com/office/drawing/2014/main" id="{F40571D4-CFEA-8A46-C725-67A89B815910}"/>
              </a:ext>
            </a:extLst>
          </p:cNvPr>
          <p:cNvSpPr/>
          <p:nvPr/>
        </p:nvSpPr>
        <p:spPr>
          <a:xfrm>
            <a:off x="4356604" y="372796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62" name="직선 연결선 2561">
            <a:extLst>
              <a:ext uri="{FF2B5EF4-FFF2-40B4-BE49-F238E27FC236}">
                <a16:creationId xmlns:a16="http://schemas.microsoft.com/office/drawing/2014/main" id="{D20CE1F7-1C0A-F300-F904-DA6E68D108A4}"/>
              </a:ext>
            </a:extLst>
          </p:cNvPr>
          <p:cNvCxnSpPr/>
          <p:nvPr/>
        </p:nvCxnSpPr>
        <p:spPr>
          <a:xfrm>
            <a:off x="4589461" y="363978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3" name="모서리가 둥근 직사각형 2562">
            <a:extLst>
              <a:ext uri="{FF2B5EF4-FFF2-40B4-BE49-F238E27FC236}">
                <a16:creationId xmlns:a16="http://schemas.microsoft.com/office/drawing/2014/main" id="{C0A8DA65-FEF8-0ADB-776B-33E8F4613E56}"/>
              </a:ext>
            </a:extLst>
          </p:cNvPr>
          <p:cNvSpPr/>
          <p:nvPr/>
        </p:nvSpPr>
        <p:spPr>
          <a:xfrm>
            <a:off x="4556997" y="361410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64" name="직선 연결선 2563">
            <a:extLst>
              <a:ext uri="{FF2B5EF4-FFF2-40B4-BE49-F238E27FC236}">
                <a16:creationId xmlns:a16="http://schemas.microsoft.com/office/drawing/2014/main" id="{786EB56B-0681-C28F-9465-D4286C6BBB7B}"/>
              </a:ext>
            </a:extLst>
          </p:cNvPr>
          <p:cNvCxnSpPr/>
          <p:nvPr/>
        </p:nvCxnSpPr>
        <p:spPr>
          <a:xfrm>
            <a:off x="4525016" y="377980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5" name="직선 연결선 2564">
            <a:extLst>
              <a:ext uri="{FF2B5EF4-FFF2-40B4-BE49-F238E27FC236}">
                <a16:creationId xmlns:a16="http://schemas.microsoft.com/office/drawing/2014/main" id="{AEE5007E-4D43-44D1-15ED-E45548E7F5CE}"/>
              </a:ext>
            </a:extLst>
          </p:cNvPr>
          <p:cNvCxnSpPr/>
          <p:nvPr/>
        </p:nvCxnSpPr>
        <p:spPr>
          <a:xfrm>
            <a:off x="4482998" y="37070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6" name="모서리가 둥근 직사각형 2565">
            <a:extLst>
              <a:ext uri="{FF2B5EF4-FFF2-40B4-BE49-F238E27FC236}">
                <a16:creationId xmlns:a16="http://schemas.microsoft.com/office/drawing/2014/main" id="{D4591266-0320-178F-B0F4-37B28CB7052F}"/>
              </a:ext>
            </a:extLst>
          </p:cNvPr>
          <p:cNvSpPr/>
          <p:nvPr/>
        </p:nvSpPr>
        <p:spPr>
          <a:xfrm>
            <a:off x="4487308" y="38247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7" name="모서리가 둥근 직사각형 2566">
            <a:extLst>
              <a:ext uri="{FF2B5EF4-FFF2-40B4-BE49-F238E27FC236}">
                <a16:creationId xmlns:a16="http://schemas.microsoft.com/office/drawing/2014/main" id="{F774DA72-A659-70B6-28E7-7D6ED83C7D6E}"/>
              </a:ext>
            </a:extLst>
          </p:cNvPr>
          <p:cNvSpPr/>
          <p:nvPr/>
        </p:nvSpPr>
        <p:spPr>
          <a:xfrm>
            <a:off x="4487308" y="37510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68" name="모서리가 둥근 직사각형 2567">
            <a:extLst>
              <a:ext uri="{FF2B5EF4-FFF2-40B4-BE49-F238E27FC236}">
                <a16:creationId xmlns:a16="http://schemas.microsoft.com/office/drawing/2014/main" id="{7FA5EBA7-6031-D536-8B60-4ECD545CA435}"/>
              </a:ext>
            </a:extLst>
          </p:cNvPr>
          <p:cNvSpPr/>
          <p:nvPr/>
        </p:nvSpPr>
        <p:spPr>
          <a:xfrm>
            <a:off x="4445290" y="36773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69" name="직선 연결선 2568">
            <a:extLst>
              <a:ext uri="{FF2B5EF4-FFF2-40B4-BE49-F238E27FC236}">
                <a16:creationId xmlns:a16="http://schemas.microsoft.com/office/drawing/2014/main" id="{351CE1C8-3002-2DCE-EA3A-A902E023EADD}"/>
              </a:ext>
            </a:extLst>
          </p:cNvPr>
          <p:cNvCxnSpPr/>
          <p:nvPr/>
        </p:nvCxnSpPr>
        <p:spPr>
          <a:xfrm flipH="1">
            <a:off x="4688827" y="3706485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0" name="직선 연결선 2569">
            <a:extLst>
              <a:ext uri="{FF2B5EF4-FFF2-40B4-BE49-F238E27FC236}">
                <a16:creationId xmlns:a16="http://schemas.microsoft.com/office/drawing/2014/main" id="{6C13824C-29B7-CE99-2E27-5A0EE3E7CF3B}"/>
              </a:ext>
            </a:extLst>
          </p:cNvPr>
          <p:cNvCxnSpPr/>
          <p:nvPr/>
        </p:nvCxnSpPr>
        <p:spPr>
          <a:xfrm>
            <a:off x="4730846" y="383046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1" name="직선 연결선 2570">
            <a:extLst>
              <a:ext uri="{FF2B5EF4-FFF2-40B4-BE49-F238E27FC236}">
                <a16:creationId xmlns:a16="http://schemas.microsoft.com/office/drawing/2014/main" id="{B0289456-52FC-1E57-6CDF-E89A9BCC9105}"/>
              </a:ext>
            </a:extLst>
          </p:cNvPr>
          <p:cNvCxnSpPr/>
          <p:nvPr/>
        </p:nvCxnSpPr>
        <p:spPr>
          <a:xfrm>
            <a:off x="4640984" y="383046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2" name="직선 연결선 2571">
            <a:extLst>
              <a:ext uri="{FF2B5EF4-FFF2-40B4-BE49-F238E27FC236}">
                <a16:creationId xmlns:a16="http://schemas.microsoft.com/office/drawing/2014/main" id="{B1012D51-8964-312B-ADB7-F05DC593B761}"/>
              </a:ext>
            </a:extLst>
          </p:cNvPr>
          <p:cNvCxnSpPr/>
          <p:nvPr/>
        </p:nvCxnSpPr>
        <p:spPr>
          <a:xfrm>
            <a:off x="4688827" y="375775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3" name="직선 연결선 2572">
            <a:extLst>
              <a:ext uri="{FF2B5EF4-FFF2-40B4-BE49-F238E27FC236}">
                <a16:creationId xmlns:a16="http://schemas.microsoft.com/office/drawing/2014/main" id="{9D976DBC-03FB-377B-11DD-246CAA0B2D5A}"/>
              </a:ext>
            </a:extLst>
          </p:cNvPr>
          <p:cNvCxnSpPr/>
          <p:nvPr/>
        </p:nvCxnSpPr>
        <p:spPr>
          <a:xfrm flipH="1">
            <a:off x="4638783" y="3754379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4" name="모서리가 둥근 직사각형 2573">
            <a:extLst>
              <a:ext uri="{FF2B5EF4-FFF2-40B4-BE49-F238E27FC236}">
                <a16:creationId xmlns:a16="http://schemas.microsoft.com/office/drawing/2014/main" id="{C1E4AE43-535D-F218-C6E6-F37047E46FD6}"/>
              </a:ext>
            </a:extLst>
          </p:cNvPr>
          <p:cNvSpPr/>
          <p:nvPr/>
        </p:nvSpPr>
        <p:spPr>
          <a:xfrm>
            <a:off x="4603659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5" name="모서리가 둥근 직사각형 2574">
            <a:extLst>
              <a:ext uri="{FF2B5EF4-FFF2-40B4-BE49-F238E27FC236}">
                <a16:creationId xmlns:a16="http://schemas.microsoft.com/office/drawing/2014/main" id="{CB3CA2FC-092D-FD52-7853-638085EAE415}"/>
              </a:ext>
            </a:extLst>
          </p:cNvPr>
          <p:cNvSpPr/>
          <p:nvPr/>
        </p:nvSpPr>
        <p:spPr>
          <a:xfrm>
            <a:off x="4603659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6" name="모서리가 둥근 직사각형 2575">
            <a:extLst>
              <a:ext uri="{FF2B5EF4-FFF2-40B4-BE49-F238E27FC236}">
                <a16:creationId xmlns:a16="http://schemas.microsoft.com/office/drawing/2014/main" id="{3D9DC128-3A49-03C7-C171-FE192845082B}"/>
              </a:ext>
            </a:extLst>
          </p:cNvPr>
          <p:cNvSpPr/>
          <p:nvPr/>
        </p:nvSpPr>
        <p:spPr>
          <a:xfrm>
            <a:off x="4693137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7" name="모서리가 둥근 직사각형 2576">
            <a:extLst>
              <a:ext uri="{FF2B5EF4-FFF2-40B4-BE49-F238E27FC236}">
                <a16:creationId xmlns:a16="http://schemas.microsoft.com/office/drawing/2014/main" id="{2E6DB7E1-17FA-A26F-9627-F724787F51D1}"/>
              </a:ext>
            </a:extLst>
          </p:cNvPr>
          <p:cNvSpPr/>
          <p:nvPr/>
        </p:nvSpPr>
        <p:spPr>
          <a:xfrm>
            <a:off x="4693137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78" name="모서리가 둥근 직사각형 2577">
            <a:extLst>
              <a:ext uri="{FF2B5EF4-FFF2-40B4-BE49-F238E27FC236}">
                <a16:creationId xmlns:a16="http://schemas.microsoft.com/office/drawing/2014/main" id="{BFE727D4-5666-9325-C054-47821487D990}"/>
              </a:ext>
            </a:extLst>
          </p:cNvPr>
          <p:cNvSpPr/>
          <p:nvPr/>
        </p:nvSpPr>
        <p:spPr>
          <a:xfrm>
            <a:off x="4651118" y="372796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79" name="직선 연결선 2578">
            <a:extLst>
              <a:ext uri="{FF2B5EF4-FFF2-40B4-BE49-F238E27FC236}">
                <a16:creationId xmlns:a16="http://schemas.microsoft.com/office/drawing/2014/main" id="{B81E19E5-7E23-AFB2-FB3E-BFCFB208FC1E}"/>
              </a:ext>
            </a:extLst>
          </p:cNvPr>
          <p:cNvCxnSpPr/>
          <p:nvPr/>
        </p:nvCxnSpPr>
        <p:spPr>
          <a:xfrm>
            <a:off x="4819531" y="377980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0" name="직선 연결선 2579">
            <a:extLst>
              <a:ext uri="{FF2B5EF4-FFF2-40B4-BE49-F238E27FC236}">
                <a16:creationId xmlns:a16="http://schemas.microsoft.com/office/drawing/2014/main" id="{383FDBA5-4630-83B5-BFBC-93BC1BC67B44}"/>
              </a:ext>
            </a:extLst>
          </p:cNvPr>
          <p:cNvCxnSpPr/>
          <p:nvPr/>
        </p:nvCxnSpPr>
        <p:spPr>
          <a:xfrm>
            <a:off x="4777512" y="370708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1" name="모서리가 둥근 직사각형 2580">
            <a:extLst>
              <a:ext uri="{FF2B5EF4-FFF2-40B4-BE49-F238E27FC236}">
                <a16:creationId xmlns:a16="http://schemas.microsoft.com/office/drawing/2014/main" id="{028219A4-B321-C837-D040-56F6DF78726B}"/>
              </a:ext>
            </a:extLst>
          </p:cNvPr>
          <p:cNvSpPr/>
          <p:nvPr/>
        </p:nvSpPr>
        <p:spPr>
          <a:xfrm>
            <a:off x="4781823" y="38247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82" name="모서리가 둥근 직사각형 2581">
            <a:extLst>
              <a:ext uri="{FF2B5EF4-FFF2-40B4-BE49-F238E27FC236}">
                <a16:creationId xmlns:a16="http://schemas.microsoft.com/office/drawing/2014/main" id="{8B7645EA-9B30-379F-3436-B3ACF0EF488C}"/>
              </a:ext>
            </a:extLst>
          </p:cNvPr>
          <p:cNvSpPr/>
          <p:nvPr/>
        </p:nvSpPr>
        <p:spPr>
          <a:xfrm>
            <a:off x="4781823" y="37510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83" name="모서리가 둥근 직사각형 2582">
            <a:extLst>
              <a:ext uri="{FF2B5EF4-FFF2-40B4-BE49-F238E27FC236}">
                <a16:creationId xmlns:a16="http://schemas.microsoft.com/office/drawing/2014/main" id="{426BCBB0-53ED-082F-69C0-13DF95A82B97}"/>
              </a:ext>
            </a:extLst>
          </p:cNvPr>
          <p:cNvSpPr/>
          <p:nvPr/>
        </p:nvSpPr>
        <p:spPr>
          <a:xfrm>
            <a:off x="4739804" y="36773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84" name="직선 연결선 2583">
            <a:extLst>
              <a:ext uri="{FF2B5EF4-FFF2-40B4-BE49-F238E27FC236}">
                <a16:creationId xmlns:a16="http://schemas.microsoft.com/office/drawing/2014/main" id="{BC85C2F5-DC02-CBF3-C168-D5421405A52A}"/>
              </a:ext>
            </a:extLst>
          </p:cNvPr>
          <p:cNvCxnSpPr/>
          <p:nvPr/>
        </p:nvCxnSpPr>
        <p:spPr>
          <a:xfrm flipH="1">
            <a:off x="4994017" y="364527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5" name="직선 연결선 2584">
            <a:extLst>
              <a:ext uri="{FF2B5EF4-FFF2-40B4-BE49-F238E27FC236}">
                <a16:creationId xmlns:a16="http://schemas.microsoft.com/office/drawing/2014/main" id="{103146B9-7392-577D-2383-3BF438F9B3AA}"/>
              </a:ext>
            </a:extLst>
          </p:cNvPr>
          <p:cNvCxnSpPr/>
          <p:nvPr/>
        </p:nvCxnSpPr>
        <p:spPr>
          <a:xfrm>
            <a:off x="5036036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6" name="직선 연결선 2585">
            <a:extLst>
              <a:ext uri="{FF2B5EF4-FFF2-40B4-BE49-F238E27FC236}">
                <a16:creationId xmlns:a16="http://schemas.microsoft.com/office/drawing/2014/main" id="{7158AFFB-8841-69DE-75DA-7AE4AC107D3B}"/>
              </a:ext>
            </a:extLst>
          </p:cNvPr>
          <p:cNvCxnSpPr/>
          <p:nvPr/>
        </p:nvCxnSpPr>
        <p:spPr>
          <a:xfrm>
            <a:off x="4946174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7" name="직선 연결선 2586">
            <a:extLst>
              <a:ext uri="{FF2B5EF4-FFF2-40B4-BE49-F238E27FC236}">
                <a16:creationId xmlns:a16="http://schemas.microsoft.com/office/drawing/2014/main" id="{13323BF4-6566-3F1D-D49C-845F02D5CC22}"/>
              </a:ext>
            </a:extLst>
          </p:cNvPr>
          <p:cNvCxnSpPr/>
          <p:nvPr/>
        </p:nvCxnSpPr>
        <p:spPr>
          <a:xfrm>
            <a:off x="4994017" y="37640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8" name="직선 연결선 2587">
            <a:extLst>
              <a:ext uri="{FF2B5EF4-FFF2-40B4-BE49-F238E27FC236}">
                <a16:creationId xmlns:a16="http://schemas.microsoft.com/office/drawing/2014/main" id="{75D2A604-A243-70A6-794B-1AEED32EDA09}"/>
              </a:ext>
            </a:extLst>
          </p:cNvPr>
          <p:cNvCxnSpPr/>
          <p:nvPr/>
        </p:nvCxnSpPr>
        <p:spPr>
          <a:xfrm flipH="1">
            <a:off x="4943973" y="37606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9" name="모서리가 둥근 직사각형 2588">
            <a:extLst>
              <a:ext uri="{FF2B5EF4-FFF2-40B4-BE49-F238E27FC236}">
                <a16:creationId xmlns:a16="http://schemas.microsoft.com/office/drawing/2014/main" id="{ED25EA9E-6F70-0F2E-CA68-9E2E2ABF01BD}"/>
              </a:ext>
            </a:extLst>
          </p:cNvPr>
          <p:cNvSpPr/>
          <p:nvPr/>
        </p:nvSpPr>
        <p:spPr>
          <a:xfrm>
            <a:off x="4908849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0" name="모서리가 둥근 직사각형 2589">
            <a:extLst>
              <a:ext uri="{FF2B5EF4-FFF2-40B4-BE49-F238E27FC236}">
                <a16:creationId xmlns:a16="http://schemas.microsoft.com/office/drawing/2014/main" id="{C1EE3062-1151-49E2-7654-6C7AF380BFE8}"/>
              </a:ext>
            </a:extLst>
          </p:cNvPr>
          <p:cNvSpPr/>
          <p:nvPr/>
        </p:nvSpPr>
        <p:spPr>
          <a:xfrm>
            <a:off x="4908849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1" name="모서리가 둥근 직사각형 2590">
            <a:extLst>
              <a:ext uri="{FF2B5EF4-FFF2-40B4-BE49-F238E27FC236}">
                <a16:creationId xmlns:a16="http://schemas.microsoft.com/office/drawing/2014/main" id="{8EA828C1-47FC-6A3C-326A-2DE6D2F3EA4A}"/>
              </a:ext>
            </a:extLst>
          </p:cNvPr>
          <p:cNvSpPr/>
          <p:nvPr/>
        </p:nvSpPr>
        <p:spPr>
          <a:xfrm>
            <a:off x="4998327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2" name="모서리가 둥근 직사각형 2591">
            <a:extLst>
              <a:ext uri="{FF2B5EF4-FFF2-40B4-BE49-F238E27FC236}">
                <a16:creationId xmlns:a16="http://schemas.microsoft.com/office/drawing/2014/main" id="{1E6DE8EC-B6AA-86E8-6762-42F54886EC61}"/>
              </a:ext>
            </a:extLst>
          </p:cNvPr>
          <p:cNvSpPr/>
          <p:nvPr/>
        </p:nvSpPr>
        <p:spPr>
          <a:xfrm>
            <a:off x="4998327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3" name="모서리가 둥근 직사각형 2592">
            <a:extLst>
              <a:ext uri="{FF2B5EF4-FFF2-40B4-BE49-F238E27FC236}">
                <a16:creationId xmlns:a16="http://schemas.microsoft.com/office/drawing/2014/main" id="{342D1375-45E7-B94E-2AD5-EA9C099E005B}"/>
              </a:ext>
            </a:extLst>
          </p:cNvPr>
          <p:cNvSpPr/>
          <p:nvPr/>
        </p:nvSpPr>
        <p:spPr>
          <a:xfrm>
            <a:off x="4956308" y="373423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594" name="직선 연결선 2593">
            <a:extLst>
              <a:ext uri="{FF2B5EF4-FFF2-40B4-BE49-F238E27FC236}">
                <a16:creationId xmlns:a16="http://schemas.microsoft.com/office/drawing/2014/main" id="{F79063B4-B66F-3C87-BED6-95B327803023}"/>
              </a:ext>
            </a:extLst>
          </p:cNvPr>
          <p:cNvCxnSpPr/>
          <p:nvPr/>
        </p:nvCxnSpPr>
        <p:spPr>
          <a:xfrm>
            <a:off x="5189166" y="36460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5" name="모서리가 둥근 직사각형 2594">
            <a:extLst>
              <a:ext uri="{FF2B5EF4-FFF2-40B4-BE49-F238E27FC236}">
                <a16:creationId xmlns:a16="http://schemas.microsoft.com/office/drawing/2014/main" id="{3F5FA8B1-AFDB-A4E1-130E-5E1A4614B77D}"/>
              </a:ext>
            </a:extLst>
          </p:cNvPr>
          <p:cNvSpPr/>
          <p:nvPr/>
        </p:nvSpPr>
        <p:spPr>
          <a:xfrm>
            <a:off x="5156702" y="362037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596" name="직선 연결선 2595">
            <a:extLst>
              <a:ext uri="{FF2B5EF4-FFF2-40B4-BE49-F238E27FC236}">
                <a16:creationId xmlns:a16="http://schemas.microsoft.com/office/drawing/2014/main" id="{97A4D2DC-3AF6-8598-7BE7-996510C31730}"/>
              </a:ext>
            </a:extLst>
          </p:cNvPr>
          <p:cNvCxnSpPr/>
          <p:nvPr/>
        </p:nvCxnSpPr>
        <p:spPr>
          <a:xfrm>
            <a:off x="5124721" y="378606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7" name="직선 연결선 2596">
            <a:extLst>
              <a:ext uri="{FF2B5EF4-FFF2-40B4-BE49-F238E27FC236}">
                <a16:creationId xmlns:a16="http://schemas.microsoft.com/office/drawing/2014/main" id="{344670A4-8F9F-DF4E-425C-D4641D5259CF}"/>
              </a:ext>
            </a:extLst>
          </p:cNvPr>
          <p:cNvCxnSpPr/>
          <p:nvPr/>
        </p:nvCxnSpPr>
        <p:spPr>
          <a:xfrm>
            <a:off x="5082702" y="37133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8" name="모서리가 둥근 직사각형 2597">
            <a:extLst>
              <a:ext uri="{FF2B5EF4-FFF2-40B4-BE49-F238E27FC236}">
                <a16:creationId xmlns:a16="http://schemas.microsoft.com/office/drawing/2014/main" id="{309460AB-9157-BF5C-CF8F-DF00B39BE898}"/>
              </a:ext>
            </a:extLst>
          </p:cNvPr>
          <p:cNvSpPr/>
          <p:nvPr/>
        </p:nvSpPr>
        <p:spPr>
          <a:xfrm>
            <a:off x="5087013" y="38310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599" name="모서리가 둥근 직사각형 2598">
            <a:extLst>
              <a:ext uri="{FF2B5EF4-FFF2-40B4-BE49-F238E27FC236}">
                <a16:creationId xmlns:a16="http://schemas.microsoft.com/office/drawing/2014/main" id="{74E93B60-F000-A94B-F822-5B2B669E9B69}"/>
              </a:ext>
            </a:extLst>
          </p:cNvPr>
          <p:cNvSpPr/>
          <p:nvPr/>
        </p:nvSpPr>
        <p:spPr>
          <a:xfrm>
            <a:off x="5087013" y="37573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00" name="모서리가 둥근 직사각형 2599">
            <a:extLst>
              <a:ext uri="{FF2B5EF4-FFF2-40B4-BE49-F238E27FC236}">
                <a16:creationId xmlns:a16="http://schemas.microsoft.com/office/drawing/2014/main" id="{DC7E2A68-30BD-D24A-D541-EBE0851134E6}"/>
              </a:ext>
            </a:extLst>
          </p:cNvPr>
          <p:cNvSpPr/>
          <p:nvPr/>
        </p:nvSpPr>
        <p:spPr>
          <a:xfrm>
            <a:off x="5044994" y="36835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01" name="직선 연결선 2600">
            <a:extLst>
              <a:ext uri="{FF2B5EF4-FFF2-40B4-BE49-F238E27FC236}">
                <a16:creationId xmlns:a16="http://schemas.microsoft.com/office/drawing/2014/main" id="{7DB3ACF5-6B64-C15F-1C31-CCFE401C551F}"/>
              </a:ext>
            </a:extLst>
          </p:cNvPr>
          <p:cNvCxnSpPr/>
          <p:nvPr/>
        </p:nvCxnSpPr>
        <p:spPr>
          <a:xfrm flipH="1">
            <a:off x="5288531" y="371275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2" name="직선 연결선 2601">
            <a:extLst>
              <a:ext uri="{FF2B5EF4-FFF2-40B4-BE49-F238E27FC236}">
                <a16:creationId xmlns:a16="http://schemas.microsoft.com/office/drawing/2014/main" id="{FD642857-E0AE-D08F-DA71-9AAC57E235C6}"/>
              </a:ext>
            </a:extLst>
          </p:cNvPr>
          <p:cNvCxnSpPr/>
          <p:nvPr/>
        </p:nvCxnSpPr>
        <p:spPr>
          <a:xfrm>
            <a:off x="5330550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3" name="직선 연결선 2602">
            <a:extLst>
              <a:ext uri="{FF2B5EF4-FFF2-40B4-BE49-F238E27FC236}">
                <a16:creationId xmlns:a16="http://schemas.microsoft.com/office/drawing/2014/main" id="{70912A6E-0B6F-619A-6C68-1C5F7EBA52F7}"/>
              </a:ext>
            </a:extLst>
          </p:cNvPr>
          <p:cNvCxnSpPr/>
          <p:nvPr/>
        </p:nvCxnSpPr>
        <p:spPr>
          <a:xfrm>
            <a:off x="5240688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4" name="직선 연결선 2603">
            <a:extLst>
              <a:ext uri="{FF2B5EF4-FFF2-40B4-BE49-F238E27FC236}">
                <a16:creationId xmlns:a16="http://schemas.microsoft.com/office/drawing/2014/main" id="{9757C8DB-4D21-8D04-0F12-7DB203428154}"/>
              </a:ext>
            </a:extLst>
          </p:cNvPr>
          <p:cNvCxnSpPr/>
          <p:nvPr/>
        </p:nvCxnSpPr>
        <p:spPr>
          <a:xfrm>
            <a:off x="5288531" y="37640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" name="직선 연결선 2604">
            <a:extLst>
              <a:ext uri="{FF2B5EF4-FFF2-40B4-BE49-F238E27FC236}">
                <a16:creationId xmlns:a16="http://schemas.microsoft.com/office/drawing/2014/main" id="{265866A5-7CF6-3720-0412-356550ECE71D}"/>
              </a:ext>
            </a:extLst>
          </p:cNvPr>
          <p:cNvCxnSpPr/>
          <p:nvPr/>
        </p:nvCxnSpPr>
        <p:spPr>
          <a:xfrm flipH="1">
            <a:off x="5238488" y="37606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6" name="모서리가 둥근 직사각형 2605">
            <a:extLst>
              <a:ext uri="{FF2B5EF4-FFF2-40B4-BE49-F238E27FC236}">
                <a16:creationId xmlns:a16="http://schemas.microsoft.com/office/drawing/2014/main" id="{969EC850-7CE8-B3CB-B2CD-BF00894E69A5}"/>
              </a:ext>
            </a:extLst>
          </p:cNvPr>
          <p:cNvSpPr/>
          <p:nvPr/>
        </p:nvSpPr>
        <p:spPr>
          <a:xfrm>
            <a:off x="5203363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07" name="모서리가 둥근 직사각형 2606">
            <a:extLst>
              <a:ext uri="{FF2B5EF4-FFF2-40B4-BE49-F238E27FC236}">
                <a16:creationId xmlns:a16="http://schemas.microsoft.com/office/drawing/2014/main" id="{066D514A-B933-C136-838A-0D6C2FD89FA3}"/>
              </a:ext>
            </a:extLst>
          </p:cNvPr>
          <p:cNvSpPr/>
          <p:nvPr/>
        </p:nvSpPr>
        <p:spPr>
          <a:xfrm>
            <a:off x="5203363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08" name="모서리가 둥근 직사각형 2607">
            <a:extLst>
              <a:ext uri="{FF2B5EF4-FFF2-40B4-BE49-F238E27FC236}">
                <a16:creationId xmlns:a16="http://schemas.microsoft.com/office/drawing/2014/main" id="{2D66E069-F42B-0511-CFE2-6905DA9CE03B}"/>
              </a:ext>
            </a:extLst>
          </p:cNvPr>
          <p:cNvSpPr/>
          <p:nvPr/>
        </p:nvSpPr>
        <p:spPr>
          <a:xfrm>
            <a:off x="5292842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09" name="모서리가 둥근 직사각형 2608">
            <a:extLst>
              <a:ext uri="{FF2B5EF4-FFF2-40B4-BE49-F238E27FC236}">
                <a16:creationId xmlns:a16="http://schemas.microsoft.com/office/drawing/2014/main" id="{F400A9C2-CCF9-8E51-5B2C-F1FBA49543BF}"/>
              </a:ext>
            </a:extLst>
          </p:cNvPr>
          <p:cNvSpPr/>
          <p:nvPr/>
        </p:nvSpPr>
        <p:spPr>
          <a:xfrm>
            <a:off x="5292842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10" name="모서리가 둥근 직사각형 2609">
            <a:extLst>
              <a:ext uri="{FF2B5EF4-FFF2-40B4-BE49-F238E27FC236}">
                <a16:creationId xmlns:a16="http://schemas.microsoft.com/office/drawing/2014/main" id="{CC7EE6E4-4CBC-F8FA-6CB1-7588969B1FE3}"/>
              </a:ext>
            </a:extLst>
          </p:cNvPr>
          <p:cNvSpPr/>
          <p:nvPr/>
        </p:nvSpPr>
        <p:spPr>
          <a:xfrm>
            <a:off x="5250823" y="373423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11" name="직선 연결선 2610">
            <a:extLst>
              <a:ext uri="{FF2B5EF4-FFF2-40B4-BE49-F238E27FC236}">
                <a16:creationId xmlns:a16="http://schemas.microsoft.com/office/drawing/2014/main" id="{6C7D767C-F3A0-879E-84F5-551521A5D05C}"/>
              </a:ext>
            </a:extLst>
          </p:cNvPr>
          <p:cNvCxnSpPr/>
          <p:nvPr/>
        </p:nvCxnSpPr>
        <p:spPr>
          <a:xfrm>
            <a:off x="5419236" y="378606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2" name="직선 연결선 2611">
            <a:extLst>
              <a:ext uri="{FF2B5EF4-FFF2-40B4-BE49-F238E27FC236}">
                <a16:creationId xmlns:a16="http://schemas.microsoft.com/office/drawing/2014/main" id="{B15FB3A4-709F-9264-C590-A69C9C2DB61D}"/>
              </a:ext>
            </a:extLst>
          </p:cNvPr>
          <p:cNvCxnSpPr/>
          <p:nvPr/>
        </p:nvCxnSpPr>
        <p:spPr>
          <a:xfrm>
            <a:off x="5377217" y="37133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3" name="모서리가 둥근 직사각형 2612">
            <a:extLst>
              <a:ext uri="{FF2B5EF4-FFF2-40B4-BE49-F238E27FC236}">
                <a16:creationId xmlns:a16="http://schemas.microsoft.com/office/drawing/2014/main" id="{0E0C10D9-7D42-083E-FB36-CE2CE69F3E9D}"/>
              </a:ext>
            </a:extLst>
          </p:cNvPr>
          <p:cNvSpPr/>
          <p:nvPr/>
        </p:nvSpPr>
        <p:spPr>
          <a:xfrm>
            <a:off x="5381528" y="38310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14" name="모서리가 둥근 직사각형 2613">
            <a:extLst>
              <a:ext uri="{FF2B5EF4-FFF2-40B4-BE49-F238E27FC236}">
                <a16:creationId xmlns:a16="http://schemas.microsoft.com/office/drawing/2014/main" id="{EC3E1F97-83D1-426C-2CDD-D0567403D797}"/>
              </a:ext>
            </a:extLst>
          </p:cNvPr>
          <p:cNvSpPr/>
          <p:nvPr/>
        </p:nvSpPr>
        <p:spPr>
          <a:xfrm>
            <a:off x="5381528" y="37573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15" name="모서리가 둥근 직사각형 2614">
            <a:extLst>
              <a:ext uri="{FF2B5EF4-FFF2-40B4-BE49-F238E27FC236}">
                <a16:creationId xmlns:a16="http://schemas.microsoft.com/office/drawing/2014/main" id="{B76F93B5-E13F-CD3B-85DF-DBA9C83E9B7E}"/>
              </a:ext>
            </a:extLst>
          </p:cNvPr>
          <p:cNvSpPr/>
          <p:nvPr/>
        </p:nvSpPr>
        <p:spPr>
          <a:xfrm>
            <a:off x="5339508" y="36835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16" name="직선 연결선 2615">
            <a:extLst>
              <a:ext uri="{FF2B5EF4-FFF2-40B4-BE49-F238E27FC236}">
                <a16:creationId xmlns:a16="http://schemas.microsoft.com/office/drawing/2014/main" id="{194D35B9-1AA8-8F6D-56CE-B296BB102A2A}"/>
              </a:ext>
            </a:extLst>
          </p:cNvPr>
          <p:cNvCxnSpPr/>
          <p:nvPr/>
        </p:nvCxnSpPr>
        <p:spPr>
          <a:xfrm>
            <a:off x="4715122" y="337054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7" name="모서리가 둥근 직사각형 2616">
            <a:extLst>
              <a:ext uri="{FF2B5EF4-FFF2-40B4-BE49-F238E27FC236}">
                <a16:creationId xmlns:a16="http://schemas.microsoft.com/office/drawing/2014/main" id="{B30035DF-5E18-132F-1153-82C91BBD9F29}"/>
              </a:ext>
            </a:extLst>
          </p:cNvPr>
          <p:cNvSpPr/>
          <p:nvPr/>
        </p:nvSpPr>
        <p:spPr>
          <a:xfrm>
            <a:off x="4682658" y="334486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618" name="직선 연결선 2617">
            <a:extLst>
              <a:ext uri="{FF2B5EF4-FFF2-40B4-BE49-F238E27FC236}">
                <a16:creationId xmlns:a16="http://schemas.microsoft.com/office/drawing/2014/main" id="{A5ADCBBE-B75F-B649-29B7-28FCBC9DB431}"/>
              </a:ext>
            </a:extLst>
          </p:cNvPr>
          <p:cNvCxnSpPr/>
          <p:nvPr/>
        </p:nvCxnSpPr>
        <p:spPr>
          <a:xfrm flipH="1">
            <a:off x="4814487" y="343724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9" name="직선 연결선 2618">
            <a:extLst>
              <a:ext uri="{FF2B5EF4-FFF2-40B4-BE49-F238E27FC236}">
                <a16:creationId xmlns:a16="http://schemas.microsoft.com/office/drawing/2014/main" id="{696B5D6E-AFD7-C98C-3DAF-5AD9A3052E7A}"/>
              </a:ext>
            </a:extLst>
          </p:cNvPr>
          <p:cNvCxnSpPr/>
          <p:nvPr/>
        </p:nvCxnSpPr>
        <p:spPr>
          <a:xfrm>
            <a:off x="4856506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0" name="직선 연결선 2619">
            <a:extLst>
              <a:ext uri="{FF2B5EF4-FFF2-40B4-BE49-F238E27FC236}">
                <a16:creationId xmlns:a16="http://schemas.microsoft.com/office/drawing/2014/main" id="{7AE0FFB4-4567-81A3-9E5B-7E6A6C8B236F}"/>
              </a:ext>
            </a:extLst>
          </p:cNvPr>
          <p:cNvCxnSpPr/>
          <p:nvPr/>
        </p:nvCxnSpPr>
        <p:spPr>
          <a:xfrm>
            <a:off x="4766644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1" name="직선 연결선 2620">
            <a:extLst>
              <a:ext uri="{FF2B5EF4-FFF2-40B4-BE49-F238E27FC236}">
                <a16:creationId xmlns:a16="http://schemas.microsoft.com/office/drawing/2014/main" id="{E67EF6C1-1C1B-7963-D99D-A82A21DC1308}"/>
              </a:ext>
            </a:extLst>
          </p:cNvPr>
          <p:cNvCxnSpPr/>
          <p:nvPr/>
        </p:nvCxnSpPr>
        <p:spPr>
          <a:xfrm>
            <a:off x="4814487" y="348850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2" name="직선 연결선 2621">
            <a:extLst>
              <a:ext uri="{FF2B5EF4-FFF2-40B4-BE49-F238E27FC236}">
                <a16:creationId xmlns:a16="http://schemas.microsoft.com/office/drawing/2014/main" id="{97082F26-5619-2B77-4135-88A4EC9234BC}"/>
              </a:ext>
            </a:extLst>
          </p:cNvPr>
          <p:cNvCxnSpPr/>
          <p:nvPr/>
        </p:nvCxnSpPr>
        <p:spPr>
          <a:xfrm flipH="1">
            <a:off x="4764444" y="3485135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3" name="모서리가 둥근 직사각형 2622">
            <a:extLst>
              <a:ext uri="{FF2B5EF4-FFF2-40B4-BE49-F238E27FC236}">
                <a16:creationId xmlns:a16="http://schemas.microsoft.com/office/drawing/2014/main" id="{7C35B1C0-D0D0-5B90-C2EB-69AF1274BF46}"/>
              </a:ext>
            </a:extLst>
          </p:cNvPr>
          <p:cNvSpPr/>
          <p:nvPr/>
        </p:nvSpPr>
        <p:spPr>
          <a:xfrm>
            <a:off x="4729319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24" name="모서리가 둥근 직사각형 2623">
            <a:extLst>
              <a:ext uri="{FF2B5EF4-FFF2-40B4-BE49-F238E27FC236}">
                <a16:creationId xmlns:a16="http://schemas.microsoft.com/office/drawing/2014/main" id="{BC29C413-7B05-0A25-3C74-5B5B122A0009}"/>
              </a:ext>
            </a:extLst>
          </p:cNvPr>
          <p:cNvSpPr/>
          <p:nvPr/>
        </p:nvSpPr>
        <p:spPr>
          <a:xfrm>
            <a:off x="4729319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25" name="모서리가 둥근 직사각형 2624">
            <a:extLst>
              <a:ext uri="{FF2B5EF4-FFF2-40B4-BE49-F238E27FC236}">
                <a16:creationId xmlns:a16="http://schemas.microsoft.com/office/drawing/2014/main" id="{069546BE-BB2A-35E7-CB47-0A56B89B8BAE}"/>
              </a:ext>
            </a:extLst>
          </p:cNvPr>
          <p:cNvSpPr/>
          <p:nvPr/>
        </p:nvSpPr>
        <p:spPr>
          <a:xfrm>
            <a:off x="4818798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26" name="모서리가 둥근 직사각형 2625">
            <a:extLst>
              <a:ext uri="{FF2B5EF4-FFF2-40B4-BE49-F238E27FC236}">
                <a16:creationId xmlns:a16="http://schemas.microsoft.com/office/drawing/2014/main" id="{A3E9DBC6-6FC6-E9BC-4090-76CFAD87ECDD}"/>
              </a:ext>
            </a:extLst>
          </p:cNvPr>
          <p:cNvSpPr/>
          <p:nvPr/>
        </p:nvSpPr>
        <p:spPr>
          <a:xfrm>
            <a:off x="4818798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27" name="모서리가 둥근 직사각형 2626">
            <a:extLst>
              <a:ext uri="{FF2B5EF4-FFF2-40B4-BE49-F238E27FC236}">
                <a16:creationId xmlns:a16="http://schemas.microsoft.com/office/drawing/2014/main" id="{92F5E82F-6E8D-E240-DAE3-507F9D85D5D4}"/>
              </a:ext>
            </a:extLst>
          </p:cNvPr>
          <p:cNvSpPr/>
          <p:nvPr/>
        </p:nvSpPr>
        <p:spPr>
          <a:xfrm>
            <a:off x="4776779" y="345872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28" name="직선 연결선 2627">
            <a:extLst>
              <a:ext uri="{FF2B5EF4-FFF2-40B4-BE49-F238E27FC236}">
                <a16:creationId xmlns:a16="http://schemas.microsoft.com/office/drawing/2014/main" id="{4A4A3E69-D98B-D8AA-5418-44E801185F43}"/>
              </a:ext>
            </a:extLst>
          </p:cNvPr>
          <p:cNvCxnSpPr/>
          <p:nvPr/>
        </p:nvCxnSpPr>
        <p:spPr>
          <a:xfrm>
            <a:off x="4945192" y="35105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9" name="직선 연결선 2628">
            <a:extLst>
              <a:ext uri="{FF2B5EF4-FFF2-40B4-BE49-F238E27FC236}">
                <a16:creationId xmlns:a16="http://schemas.microsoft.com/office/drawing/2014/main" id="{3F1E67F3-DB1F-4A3C-A91B-2E02746CD978}"/>
              </a:ext>
            </a:extLst>
          </p:cNvPr>
          <p:cNvCxnSpPr/>
          <p:nvPr/>
        </p:nvCxnSpPr>
        <p:spPr>
          <a:xfrm>
            <a:off x="4903173" y="34378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0" name="모서리가 둥근 직사각형 2629">
            <a:extLst>
              <a:ext uri="{FF2B5EF4-FFF2-40B4-BE49-F238E27FC236}">
                <a16:creationId xmlns:a16="http://schemas.microsoft.com/office/drawing/2014/main" id="{AFF14146-BCC9-D1ED-665A-C9DDFCE117FA}"/>
              </a:ext>
            </a:extLst>
          </p:cNvPr>
          <p:cNvSpPr/>
          <p:nvPr/>
        </p:nvSpPr>
        <p:spPr>
          <a:xfrm>
            <a:off x="4907483" y="35555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31" name="모서리가 둥근 직사각형 2630">
            <a:extLst>
              <a:ext uri="{FF2B5EF4-FFF2-40B4-BE49-F238E27FC236}">
                <a16:creationId xmlns:a16="http://schemas.microsoft.com/office/drawing/2014/main" id="{B392F865-8EF4-3784-8985-A13FAAA71672}"/>
              </a:ext>
            </a:extLst>
          </p:cNvPr>
          <p:cNvSpPr/>
          <p:nvPr/>
        </p:nvSpPr>
        <p:spPr>
          <a:xfrm>
            <a:off x="4907483" y="34817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32" name="모서리가 둥근 직사각형 2631">
            <a:extLst>
              <a:ext uri="{FF2B5EF4-FFF2-40B4-BE49-F238E27FC236}">
                <a16:creationId xmlns:a16="http://schemas.microsoft.com/office/drawing/2014/main" id="{49CE6EF9-B431-097F-81D6-7A0B9FBF714C}"/>
              </a:ext>
            </a:extLst>
          </p:cNvPr>
          <p:cNvSpPr/>
          <p:nvPr/>
        </p:nvSpPr>
        <p:spPr>
          <a:xfrm>
            <a:off x="4865464" y="34080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33" name="직선 연결선 2632">
            <a:extLst>
              <a:ext uri="{FF2B5EF4-FFF2-40B4-BE49-F238E27FC236}">
                <a16:creationId xmlns:a16="http://schemas.microsoft.com/office/drawing/2014/main" id="{7ED3AEC6-671B-CA1C-3225-BE5E91F56401}"/>
              </a:ext>
            </a:extLst>
          </p:cNvPr>
          <p:cNvCxnSpPr/>
          <p:nvPr/>
        </p:nvCxnSpPr>
        <p:spPr>
          <a:xfrm>
            <a:off x="5298827" y="337054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4" name="모서리가 둥근 직사각형 2633">
            <a:extLst>
              <a:ext uri="{FF2B5EF4-FFF2-40B4-BE49-F238E27FC236}">
                <a16:creationId xmlns:a16="http://schemas.microsoft.com/office/drawing/2014/main" id="{9B67A62E-D0C6-DB46-3B69-406F3A182648}"/>
              </a:ext>
            </a:extLst>
          </p:cNvPr>
          <p:cNvSpPr/>
          <p:nvPr/>
        </p:nvSpPr>
        <p:spPr>
          <a:xfrm>
            <a:off x="5266363" y="334486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635" name="직선 연결선 2634">
            <a:extLst>
              <a:ext uri="{FF2B5EF4-FFF2-40B4-BE49-F238E27FC236}">
                <a16:creationId xmlns:a16="http://schemas.microsoft.com/office/drawing/2014/main" id="{4F63BC8F-2A35-2C0B-A88B-32BCC3454152}"/>
              </a:ext>
            </a:extLst>
          </p:cNvPr>
          <p:cNvCxnSpPr/>
          <p:nvPr/>
        </p:nvCxnSpPr>
        <p:spPr>
          <a:xfrm flipH="1">
            <a:off x="5398192" y="343724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6" name="직선 연결선 2635">
            <a:extLst>
              <a:ext uri="{FF2B5EF4-FFF2-40B4-BE49-F238E27FC236}">
                <a16:creationId xmlns:a16="http://schemas.microsoft.com/office/drawing/2014/main" id="{92C36C6A-8418-AE79-9647-57AA31BB5115}"/>
              </a:ext>
            </a:extLst>
          </p:cNvPr>
          <p:cNvCxnSpPr/>
          <p:nvPr/>
        </p:nvCxnSpPr>
        <p:spPr>
          <a:xfrm>
            <a:off x="5440211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7" name="직선 연결선 2636">
            <a:extLst>
              <a:ext uri="{FF2B5EF4-FFF2-40B4-BE49-F238E27FC236}">
                <a16:creationId xmlns:a16="http://schemas.microsoft.com/office/drawing/2014/main" id="{5381DBB0-092F-21DA-474B-195241DA8A80}"/>
              </a:ext>
            </a:extLst>
          </p:cNvPr>
          <p:cNvCxnSpPr/>
          <p:nvPr/>
        </p:nvCxnSpPr>
        <p:spPr>
          <a:xfrm>
            <a:off x="5350349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8" name="직선 연결선 2637">
            <a:extLst>
              <a:ext uri="{FF2B5EF4-FFF2-40B4-BE49-F238E27FC236}">
                <a16:creationId xmlns:a16="http://schemas.microsoft.com/office/drawing/2014/main" id="{4F385E95-7D0E-44EB-1846-42554AD2CB12}"/>
              </a:ext>
            </a:extLst>
          </p:cNvPr>
          <p:cNvCxnSpPr/>
          <p:nvPr/>
        </p:nvCxnSpPr>
        <p:spPr>
          <a:xfrm>
            <a:off x="5398192" y="348850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9" name="직선 연결선 2638">
            <a:extLst>
              <a:ext uri="{FF2B5EF4-FFF2-40B4-BE49-F238E27FC236}">
                <a16:creationId xmlns:a16="http://schemas.microsoft.com/office/drawing/2014/main" id="{9E359FC9-3B65-88E5-D5AF-3933FCBB86D3}"/>
              </a:ext>
            </a:extLst>
          </p:cNvPr>
          <p:cNvCxnSpPr/>
          <p:nvPr/>
        </p:nvCxnSpPr>
        <p:spPr>
          <a:xfrm flipH="1">
            <a:off x="5348149" y="3485135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0" name="모서리가 둥근 직사각형 2639">
            <a:extLst>
              <a:ext uri="{FF2B5EF4-FFF2-40B4-BE49-F238E27FC236}">
                <a16:creationId xmlns:a16="http://schemas.microsoft.com/office/drawing/2014/main" id="{69653B17-968C-2286-8D94-98A656F391BC}"/>
              </a:ext>
            </a:extLst>
          </p:cNvPr>
          <p:cNvSpPr/>
          <p:nvPr/>
        </p:nvSpPr>
        <p:spPr>
          <a:xfrm>
            <a:off x="5313024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1" name="모서리가 둥근 직사각형 2640">
            <a:extLst>
              <a:ext uri="{FF2B5EF4-FFF2-40B4-BE49-F238E27FC236}">
                <a16:creationId xmlns:a16="http://schemas.microsoft.com/office/drawing/2014/main" id="{EE7821E3-5A37-85BB-67A6-D923631B5B37}"/>
              </a:ext>
            </a:extLst>
          </p:cNvPr>
          <p:cNvSpPr/>
          <p:nvPr/>
        </p:nvSpPr>
        <p:spPr>
          <a:xfrm>
            <a:off x="5313024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2" name="모서리가 둥근 직사각형 2641">
            <a:extLst>
              <a:ext uri="{FF2B5EF4-FFF2-40B4-BE49-F238E27FC236}">
                <a16:creationId xmlns:a16="http://schemas.microsoft.com/office/drawing/2014/main" id="{9B84B5C8-869C-6D6B-19BE-1CF7238633E1}"/>
              </a:ext>
            </a:extLst>
          </p:cNvPr>
          <p:cNvSpPr/>
          <p:nvPr/>
        </p:nvSpPr>
        <p:spPr>
          <a:xfrm>
            <a:off x="5402503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3" name="모서리가 둥근 직사각형 2642">
            <a:extLst>
              <a:ext uri="{FF2B5EF4-FFF2-40B4-BE49-F238E27FC236}">
                <a16:creationId xmlns:a16="http://schemas.microsoft.com/office/drawing/2014/main" id="{7B653391-BC16-3712-0384-92129BD97FF2}"/>
              </a:ext>
            </a:extLst>
          </p:cNvPr>
          <p:cNvSpPr/>
          <p:nvPr/>
        </p:nvSpPr>
        <p:spPr>
          <a:xfrm>
            <a:off x="5402503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4" name="모서리가 둥근 직사각형 2643">
            <a:extLst>
              <a:ext uri="{FF2B5EF4-FFF2-40B4-BE49-F238E27FC236}">
                <a16:creationId xmlns:a16="http://schemas.microsoft.com/office/drawing/2014/main" id="{6F4C94EA-DA59-D931-4345-5A442F8AF529}"/>
              </a:ext>
            </a:extLst>
          </p:cNvPr>
          <p:cNvSpPr/>
          <p:nvPr/>
        </p:nvSpPr>
        <p:spPr>
          <a:xfrm>
            <a:off x="5360484" y="345872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45" name="직선 연결선 2644">
            <a:extLst>
              <a:ext uri="{FF2B5EF4-FFF2-40B4-BE49-F238E27FC236}">
                <a16:creationId xmlns:a16="http://schemas.microsoft.com/office/drawing/2014/main" id="{26B9FFE7-8FFF-4B7B-86CB-C00564F83D49}"/>
              </a:ext>
            </a:extLst>
          </p:cNvPr>
          <p:cNvCxnSpPr/>
          <p:nvPr/>
        </p:nvCxnSpPr>
        <p:spPr>
          <a:xfrm>
            <a:off x="5528897" y="35105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6" name="직선 연결선 2645">
            <a:extLst>
              <a:ext uri="{FF2B5EF4-FFF2-40B4-BE49-F238E27FC236}">
                <a16:creationId xmlns:a16="http://schemas.microsoft.com/office/drawing/2014/main" id="{C97EC9A9-46ED-CADA-7D78-3A8ABEE0030C}"/>
              </a:ext>
            </a:extLst>
          </p:cNvPr>
          <p:cNvCxnSpPr/>
          <p:nvPr/>
        </p:nvCxnSpPr>
        <p:spPr>
          <a:xfrm>
            <a:off x="5486877" y="34378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7" name="모서리가 둥근 직사각형 2646">
            <a:extLst>
              <a:ext uri="{FF2B5EF4-FFF2-40B4-BE49-F238E27FC236}">
                <a16:creationId xmlns:a16="http://schemas.microsoft.com/office/drawing/2014/main" id="{16EB72C7-BFA6-500E-DABF-B6F113860483}"/>
              </a:ext>
            </a:extLst>
          </p:cNvPr>
          <p:cNvSpPr/>
          <p:nvPr/>
        </p:nvSpPr>
        <p:spPr>
          <a:xfrm>
            <a:off x="5491189" y="35555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8" name="모서리가 둥근 직사각형 2647">
            <a:extLst>
              <a:ext uri="{FF2B5EF4-FFF2-40B4-BE49-F238E27FC236}">
                <a16:creationId xmlns:a16="http://schemas.microsoft.com/office/drawing/2014/main" id="{D2832C4C-E485-780C-C57A-616D0EA734BE}"/>
              </a:ext>
            </a:extLst>
          </p:cNvPr>
          <p:cNvSpPr/>
          <p:nvPr/>
        </p:nvSpPr>
        <p:spPr>
          <a:xfrm>
            <a:off x="5491189" y="34817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49" name="모서리가 둥근 직사각형 2648">
            <a:extLst>
              <a:ext uri="{FF2B5EF4-FFF2-40B4-BE49-F238E27FC236}">
                <a16:creationId xmlns:a16="http://schemas.microsoft.com/office/drawing/2014/main" id="{B0D977EB-27C2-1E34-5CD2-48AD7F0F4C52}"/>
              </a:ext>
            </a:extLst>
          </p:cNvPr>
          <p:cNvSpPr/>
          <p:nvPr/>
        </p:nvSpPr>
        <p:spPr>
          <a:xfrm>
            <a:off x="5449169" y="34080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50" name="직선 연결선 2649">
            <a:extLst>
              <a:ext uri="{FF2B5EF4-FFF2-40B4-BE49-F238E27FC236}">
                <a16:creationId xmlns:a16="http://schemas.microsoft.com/office/drawing/2014/main" id="{0E5413BB-C959-8525-FDF4-B85BBA84B5AF}"/>
              </a:ext>
            </a:extLst>
          </p:cNvPr>
          <p:cNvCxnSpPr/>
          <p:nvPr/>
        </p:nvCxnSpPr>
        <p:spPr>
          <a:xfrm flipH="1">
            <a:off x="5454935" y="2747124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1" name="직선 연결선 2650">
            <a:extLst>
              <a:ext uri="{FF2B5EF4-FFF2-40B4-BE49-F238E27FC236}">
                <a16:creationId xmlns:a16="http://schemas.microsoft.com/office/drawing/2014/main" id="{5B2B7B96-85A7-B031-3DB3-8EAE37EBD89D}"/>
              </a:ext>
            </a:extLst>
          </p:cNvPr>
          <p:cNvCxnSpPr/>
          <p:nvPr/>
        </p:nvCxnSpPr>
        <p:spPr>
          <a:xfrm>
            <a:off x="5386382" y="2702148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2" name="모서리가 둥근 직사각형 2651">
            <a:extLst>
              <a:ext uri="{FF2B5EF4-FFF2-40B4-BE49-F238E27FC236}">
                <a16:creationId xmlns:a16="http://schemas.microsoft.com/office/drawing/2014/main" id="{11CA5E1E-02B8-3100-9B26-51F22CE4AE96}"/>
              </a:ext>
            </a:extLst>
          </p:cNvPr>
          <p:cNvSpPr/>
          <p:nvPr/>
        </p:nvSpPr>
        <p:spPr>
          <a:xfrm>
            <a:off x="5330183" y="2670518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653" name="직선 연결선 2652">
            <a:extLst>
              <a:ext uri="{FF2B5EF4-FFF2-40B4-BE49-F238E27FC236}">
                <a16:creationId xmlns:a16="http://schemas.microsoft.com/office/drawing/2014/main" id="{79162FBE-BA76-DA77-C16D-96D268A478F8}"/>
              </a:ext>
            </a:extLst>
          </p:cNvPr>
          <p:cNvCxnSpPr/>
          <p:nvPr/>
        </p:nvCxnSpPr>
        <p:spPr>
          <a:xfrm flipH="1">
            <a:off x="5255677" y="302103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4" name="직선 연결선 2653">
            <a:extLst>
              <a:ext uri="{FF2B5EF4-FFF2-40B4-BE49-F238E27FC236}">
                <a16:creationId xmlns:a16="http://schemas.microsoft.com/office/drawing/2014/main" id="{976C6846-83F1-CDDD-2DC9-4BD6CD33F415}"/>
              </a:ext>
            </a:extLst>
          </p:cNvPr>
          <p:cNvCxnSpPr/>
          <p:nvPr/>
        </p:nvCxnSpPr>
        <p:spPr>
          <a:xfrm>
            <a:off x="5297697" y="321249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5" name="직선 연결선 2654">
            <a:extLst>
              <a:ext uri="{FF2B5EF4-FFF2-40B4-BE49-F238E27FC236}">
                <a16:creationId xmlns:a16="http://schemas.microsoft.com/office/drawing/2014/main" id="{B5688C64-E388-2697-A21F-3592A13050BA}"/>
              </a:ext>
            </a:extLst>
          </p:cNvPr>
          <p:cNvCxnSpPr/>
          <p:nvPr/>
        </p:nvCxnSpPr>
        <p:spPr>
          <a:xfrm>
            <a:off x="5207835" y="321249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6" name="직선 연결선 2655">
            <a:extLst>
              <a:ext uri="{FF2B5EF4-FFF2-40B4-BE49-F238E27FC236}">
                <a16:creationId xmlns:a16="http://schemas.microsoft.com/office/drawing/2014/main" id="{13E0DF6A-DBC3-ECFE-75B3-E9C327D86144}"/>
              </a:ext>
            </a:extLst>
          </p:cNvPr>
          <p:cNvCxnSpPr/>
          <p:nvPr/>
        </p:nvCxnSpPr>
        <p:spPr>
          <a:xfrm>
            <a:off x="5255678" y="313977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7" name="직선 연결선 2656">
            <a:extLst>
              <a:ext uri="{FF2B5EF4-FFF2-40B4-BE49-F238E27FC236}">
                <a16:creationId xmlns:a16="http://schemas.microsoft.com/office/drawing/2014/main" id="{D02CAB28-1D24-8274-D2F3-1452B6EC1C92}"/>
              </a:ext>
            </a:extLst>
          </p:cNvPr>
          <p:cNvCxnSpPr/>
          <p:nvPr/>
        </p:nvCxnSpPr>
        <p:spPr>
          <a:xfrm flipH="1">
            <a:off x="5205634" y="313640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8" name="모서리가 둥근 직사각형 2657">
            <a:extLst>
              <a:ext uri="{FF2B5EF4-FFF2-40B4-BE49-F238E27FC236}">
                <a16:creationId xmlns:a16="http://schemas.microsoft.com/office/drawing/2014/main" id="{1B0F5F4C-5464-DF46-BB79-7DC2711ECBF2}"/>
              </a:ext>
            </a:extLst>
          </p:cNvPr>
          <p:cNvSpPr/>
          <p:nvPr/>
        </p:nvSpPr>
        <p:spPr>
          <a:xfrm>
            <a:off x="5170510" y="32574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59" name="모서리가 둥근 직사각형 2658">
            <a:extLst>
              <a:ext uri="{FF2B5EF4-FFF2-40B4-BE49-F238E27FC236}">
                <a16:creationId xmlns:a16="http://schemas.microsoft.com/office/drawing/2014/main" id="{A6812FF0-2F4A-9CCD-07D7-9020ACDBADCF}"/>
              </a:ext>
            </a:extLst>
          </p:cNvPr>
          <p:cNvSpPr/>
          <p:nvPr/>
        </p:nvSpPr>
        <p:spPr>
          <a:xfrm>
            <a:off x="5170510" y="318373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60" name="모서리가 둥근 직사각형 2659">
            <a:extLst>
              <a:ext uri="{FF2B5EF4-FFF2-40B4-BE49-F238E27FC236}">
                <a16:creationId xmlns:a16="http://schemas.microsoft.com/office/drawing/2014/main" id="{37EDD64A-AFA0-9236-7471-E9B3C0ACE7E4}"/>
              </a:ext>
            </a:extLst>
          </p:cNvPr>
          <p:cNvSpPr/>
          <p:nvPr/>
        </p:nvSpPr>
        <p:spPr>
          <a:xfrm>
            <a:off x="5259988" y="32574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61" name="모서리가 둥근 직사각형 2660">
            <a:extLst>
              <a:ext uri="{FF2B5EF4-FFF2-40B4-BE49-F238E27FC236}">
                <a16:creationId xmlns:a16="http://schemas.microsoft.com/office/drawing/2014/main" id="{CB62106C-E356-4554-89C6-08487B9EE2F1}"/>
              </a:ext>
            </a:extLst>
          </p:cNvPr>
          <p:cNvSpPr/>
          <p:nvPr/>
        </p:nvSpPr>
        <p:spPr>
          <a:xfrm>
            <a:off x="5259988" y="318373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62" name="모서리가 둥근 직사각형 2661">
            <a:extLst>
              <a:ext uri="{FF2B5EF4-FFF2-40B4-BE49-F238E27FC236}">
                <a16:creationId xmlns:a16="http://schemas.microsoft.com/office/drawing/2014/main" id="{A798EE28-A916-6B1C-5544-D0A9D077330C}"/>
              </a:ext>
            </a:extLst>
          </p:cNvPr>
          <p:cNvSpPr/>
          <p:nvPr/>
        </p:nvSpPr>
        <p:spPr>
          <a:xfrm>
            <a:off x="5217969" y="310999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63" name="직선 연결선 2662">
            <a:extLst>
              <a:ext uri="{FF2B5EF4-FFF2-40B4-BE49-F238E27FC236}">
                <a16:creationId xmlns:a16="http://schemas.microsoft.com/office/drawing/2014/main" id="{F17F287B-E1B7-2915-D560-5B0246E6C71F}"/>
              </a:ext>
            </a:extLst>
          </p:cNvPr>
          <p:cNvCxnSpPr/>
          <p:nvPr/>
        </p:nvCxnSpPr>
        <p:spPr>
          <a:xfrm>
            <a:off x="5450827" y="302181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4" name="모서리가 둥근 직사각형 2663">
            <a:extLst>
              <a:ext uri="{FF2B5EF4-FFF2-40B4-BE49-F238E27FC236}">
                <a16:creationId xmlns:a16="http://schemas.microsoft.com/office/drawing/2014/main" id="{C3B4103A-01D8-49D7-4F11-EF0808A08936}"/>
              </a:ext>
            </a:extLst>
          </p:cNvPr>
          <p:cNvSpPr/>
          <p:nvPr/>
        </p:nvSpPr>
        <p:spPr>
          <a:xfrm>
            <a:off x="5418363" y="299613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665" name="직선 연결선 2664">
            <a:extLst>
              <a:ext uri="{FF2B5EF4-FFF2-40B4-BE49-F238E27FC236}">
                <a16:creationId xmlns:a16="http://schemas.microsoft.com/office/drawing/2014/main" id="{98A5EFBA-40F1-DEB3-AB9E-2CE8B5E447F3}"/>
              </a:ext>
            </a:extLst>
          </p:cNvPr>
          <p:cNvCxnSpPr/>
          <p:nvPr/>
        </p:nvCxnSpPr>
        <p:spPr>
          <a:xfrm>
            <a:off x="5386382" y="316182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6" name="직선 연결선 2665">
            <a:extLst>
              <a:ext uri="{FF2B5EF4-FFF2-40B4-BE49-F238E27FC236}">
                <a16:creationId xmlns:a16="http://schemas.microsoft.com/office/drawing/2014/main" id="{B5576B1D-2014-FDD8-A8FE-71D6CC827DC9}"/>
              </a:ext>
            </a:extLst>
          </p:cNvPr>
          <p:cNvCxnSpPr/>
          <p:nvPr/>
        </p:nvCxnSpPr>
        <p:spPr>
          <a:xfrm>
            <a:off x="5344363" y="308911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7" name="모서리가 둥근 직사각형 2666">
            <a:extLst>
              <a:ext uri="{FF2B5EF4-FFF2-40B4-BE49-F238E27FC236}">
                <a16:creationId xmlns:a16="http://schemas.microsoft.com/office/drawing/2014/main" id="{CFC96F1E-64FB-D7ED-7AC2-0DFBE08EA843}"/>
              </a:ext>
            </a:extLst>
          </p:cNvPr>
          <p:cNvSpPr/>
          <p:nvPr/>
        </p:nvSpPr>
        <p:spPr>
          <a:xfrm>
            <a:off x="5348674" y="32068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68" name="모서리가 둥근 직사각형 2667">
            <a:extLst>
              <a:ext uri="{FF2B5EF4-FFF2-40B4-BE49-F238E27FC236}">
                <a16:creationId xmlns:a16="http://schemas.microsoft.com/office/drawing/2014/main" id="{B5A4DB01-83AB-637B-F008-759572222D2F}"/>
              </a:ext>
            </a:extLst>
          </p:cNvPr>
          <p:cNvSpPr/>
          <p:nvPr/>
        </p:nvSpPr>
        <p:spPr>
          <a:xfrm>
            <a:off x="5348674" y="313306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69" name="모서리가 둥근 직사각형 2668">
            <a:extLst>
              <a:ext uri="{FF2B5EF4-FFF2-40B4-BE49-F238E27FC236}">
                <a16:creationId xmlns:a16="http://schemas.microsoft.com/office/drawing/2014/main" id="{43534C0B-5A96-7FFB-AB37-695347BF0B2C}"/>
              </a:ext>
            </a:extLst>
          </p:cNvPr>
          <p:cNvSpPr/>
          <p:nvPr/>
        </p:nvSpPr>
        <p:spPr>
          <a:xfrm>
            <a:off x="5306655" y="305932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70" name="직선 연결선 2669">
            <a:extLst>
              <a:ext uri="{FF2B5EF4-FFF2-40B4-BE49-F238E27FC236}">
                <a16:creationId xmlns:a16="http://schemas.microsoft.com/office/drawing/2014/main" id="{4D27AA20-1146-43F6-BA89-DE287361D3A4}"/>
              </a:ext>
            </a:extLst>
          </p:cNvPr>
          <p:cNvCxnSpPr/>
          <p:nvPr/>
        </p:nvCxnSpPr>
        <p:spPr>
          <a:xfrm flipH="1">
            <a:off x="5550192" y="308851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1" name="직선 연결선 2670">
            <a:extLst>
              <a:ext uri="{FF2B5EF4-FFF2-40B4-BE49-F238E27FC236}">
                <a16:creationId xmlns:a16="http://schemas.microsoft.com/office/drawing/2014/main" id="{3700A8DD-2475-31B2-70B0-55A998AA5EA9}"/>
              </a:ext>
            </a:extLst>
          </p:cNvPr>
          <p:cNvCxnSpPr/>
          <p:nvPr/>
        </p:nvCxnSpPr>
        <p:spPr>
          <a:xfrm>
            <a:off x="5592211" y="321249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2" name="직선 연결선 2671">
            <a:extLst>
              <a:ext uri="{FF2B5EF4-FFF2-40B4-BE49-F238E27FC236}">
                <a16:creationId xmlns:a16="http://schemas.microsoft.com/office/drawing/2014/main" id="{BC2DDF8D-B313-2ED3-497C-91003A243D28}"/>
              </a:ext>
            </a:extLst>
          </p:cNvPr>
          <p:cNvCxnSpPr/>
          <p:nvPr/>
        </p:nvCxnSpPr>
        <p:spPr>
          <a:xfrm>
            <a:off x="5502349" y="321249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3" name="직선 연결선 2672">
            <a:extLst>
              <a:ext uri="{FF2B5EF4-FFF2-40B4-BE49-F238E27FC236}">
                <a16:creationId xmlns:a16="http://schemas.microsoft.com/office/drawing/2014/main" id="{519BA0C6-D8F8-E79A-4CED-8ADEFB918207}"/>
              </a:ext>
            </a:extLst>
          </p:cNvPr>
          <p:cNvCxnSpPr/>
          <p:nvPr/>
        </p:nvCxnSpPr>
        <p:spPr>
          <a:xfrm>
            <a:off x="5550192" y="313977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4" name="직선 연결선 2673">
            <a:extLst>
              <a:ext uri="{FF2B5EF4-FFF2-40B4-BE49-F238E27FC236}">
                <a16:creationId xmlns:a16="http://schemas.microsoft.com/office/drawing/2014/main" id="{8F0F2C7A-6BE4-67FB-7BB7-7B0C18A5C143}"/>
              </a:ext>
            </a:extLst>
          </p:cNvPr>
          <p:cNvCxnSpPr/>
          <p:nvPr/>
        </p:nvCxnSpPr>
        <p:spPr>
          <a:xfrm flipH="1">
            <a:off x="5500149" y="313640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5" name="모서리가 둥근 직사각형 2674">
            <a:extLst>
              <a:ext uri="{FF2B5EF4-FFF2-40B4-BE49-F238E27FC236}">
                <a16:creationId xmlns:a16="http://schemas.microsoft.com/office/drawing/2014/main" id="{8886C5C5-18DB-DDB2-1FFB-013BB737A4B2}"/>
              </a:ext>
            </a:extLst>
          </p:cNvPr>
          <p:cNvSpPr/>
          <p:nvPr/>
        </p:nvSpPr>
        <p:spPr>
          <a:xfrm>
            <a:off x="5465024" y="32574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76" name="모서리가 둥근 직사각형 2675">
            <a:extLst>
              <a:ext uri="{FF2B5EF4-FFF2-40B4-BE49-F238E27FC236}">
                <a16:creationId xmlns:a16="http://schemas.microsoft.com/office/drawing/2014/main" id="{A0C1D00F-048E-AAEA-C255-F54E8EE7C72E}"/>
              </a:ext>
            </a:extLst>
          </p:cNvPr>
          <p:cNvSpPr/>
          <p:nvPr/>
        </p:nvSpPr>
        <p:spPr>
          <a:xfrm>
            <a:off x="5465024" y="318373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77" name="모서리가 둥근 직사각형 2676">
            <a:extLst>
              <a:ext uri="{FF2B5EF4-FFF2-40B4-BE49-F238E27FC236}">
                <a16:creationId xmlns:a16="http://schemas.microsoft.com/office/drawing/2014/main" id="{ADAD27CA-0538-B433-5793-F56FF4F73DAE}"/>
              </a:ext>
            </a:extLst>
          </p:cNvPr>
          <p:cNvSpPr/>
          <p:nvPr/>
        </p:nvSpPr>
        <p:spPr>
          <a:xfrm>
            <a:off x="5554503" y="32574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78" name="모서리가 둥근 직사각형 2677">
            <a:extLst>
              <a:ext uri="{FF2B5EF4-FFF2-40B4-BE49-F238E27FC236}">
                <a16:creationId xmlns:a16="http://schemas.microsoft.com/office/drawing/2014/main" id="{9DAE4D51-6C2D-759B-EEC7-0A227AD8DB2A}"/>
              </a:ext>
            </a:extLst>
          </p:cNvPr>
          <p:cNvSpPr/>
          <p:nvPr/>
        </p:nvSpPr>
        <p:spPr>
          <a:xfrm>
            <a:off x="5554503" y="318373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79" name="모서리가 둥근 직사각형 2678">
            <a:extLst>
              <a:ext uri="{FF2B5EF4-FFF2-40B4-BE49-F238E27FC236}">
                <a16:creationId xmlns:a16="http://schemas.microsoft.com/office/drawing/2014/main" id="{B986FD36-618E-7DA0-F40C-A8B552A8C054}"/>
              </a:ext>
            </a:extLst>
          </p:cNvPr>
          <p:cNvSpPr/>
          <p:nvPr/>
        </p:nvSpPr>
        <p:spPr>
          <a:xfrm>
            <a:off x="5512484" y="310999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80" name="직선 연결선 2679">
            <a:extLst>
              <a:ext uri="{FF2B5EF4-FFF2-40B4-BE49-F238E27FC236}">
                <a16:creationId xmlns:a16="http://schemas.microsoft.com/office/drawing/2014/main" id="{2D4651FB-6E86-99A4-9CDF-B1EFCD171B96}"/>
              </a:ext>
            </a:extLst>
          </p:cNvPr>
          <p:cNvCxnSpPr/>
          <p:nvPr/>
        </p:nvCxnSpPr>
        <p:spPr>
          <a:xfrm>
            <a:off x="5680897" y="316182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1" name="직선 연결선 2680">
            <a:extLst>
              <a:ext uri="{FF2B5EF4-FFF2-40B4-BE49-F238E27FC236}">
                <a16:creationId xmlns:a16="http://schemas.microsoft.com/office/drawing/2014/main" id="{0FB5C2D6-677E-0FC6-747D-D5E54F0C3DFB}"/>
              </a:ext>
            </a:extLst>
          </p:cNvPr>
          <p:cNvCxnSpPr/>
          <p:nvPr/>
        </p:nvCxnSpPr>
        <p:spPr>
          <a:xfrm>
            <a:off x="5638878" y="308911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2" name="모서리가 둥근 직사각형 2681">
            <a:extLst>
              <a:ext uri="{FF2B5EF4-FFF2-40B4-BE49-F238E27FC236}">
                <a16:creationId xmlns:a16="http://schemas.microsoft.com/office/drawing/2014/main" id="{64E6CAC9-D9D2-D019-F6B5-1A1A38965504}"/>
              </a:ext>
            </a:extLst>
          </p:cNvPr>
          <p:cNvSpPr/>
          <p:nvPr/>
        </p:nvSpPr>
        <p:spPr>
          <a:xfrm>
            <a:off x="5643188" y="32068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83" name="모서리가 둥근 직사각형 2682">
            <a:extLst>
              <a:ext uri="{FF2B5EF4-FFF2-40B4-BE49-F238E27FC236}">
                <a16:creationId xmlns:a16="http://schemas.microsoft.com/office/drawing/2014/main" id="{38FF4C21-7D20-E43D-5AA0-A6E0F17528F9}"/>
              </a:ext>
            </a:extLst>
          </p:cNvPr>
          <p:cNvSpPr/>
          <p:nvPr/>
        </p:nvSpPr>
        <p:spPr>
          <a:xfrm>
            <a:off x="5643188" y="313306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84" name="모서리가 둥근 직사각형 2683">
            <a:extLst>
              <a:ext uri="{FF2B5EF4-FFF2-40B4-BE49-F238E27FC236}">
                <a16:creationId xmlns:a16="http://schemas.microsoft.com/office/drawing/2014/main" id="{060F7A24-24E9-69DA-9D0B-7B46BE3B26B3}"/>
              </a:ext>
            </a:extLst>
          </p:cNvPr>
          <p:cNvSpPr/>
          <p:nvPr/>
        </p:nvSpPr>
        <p:spPr>
          <a:xfrm>
            <a:off x="5601169" y="305932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85" name="직선 연결선 2684">
            <a:extLst>
              <a:ext uri="{FF2B5EF4-FFF2-40B4-BE49-F238E27FC236}">
                <a16:creationId xmlns:a16="http://schemas.microsoft.com/office/drawing/2014/main" id="{6D4C1653-4E2C-094B-1C6B-4AEC435E7B0A}"/>
              </a:ext>
            </a:extLst>
          </p:cNvPr>
          <p:cNvCxnSpPr/>
          <p:nvPr/>
        </p:nvCxnSpPr>
        <p:spPr>
          <a:xfrm>
            <a:off x="5560489" y="274630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6" name="모서리가 둥근 직사각형 2685">
            <a:extLst>
              <a:ext uri="{FF2B5EF4-FFF2-40B4-BE49-F238E27FC236}">
                <a16:creationId xmlns:a16="http://schemas.microsoft.com/office/drawing/2014/main" id="{BE299093-058B-77E1-52EB-91B0F7D33BCE}"/>
              </a:ext>
            </a:extLst>
          </p:cNvPr>
          <p:cNvSpPr/>
          <p:nvPr/>
        </p:nvSpPr>
        <p:spPr>
          <a:xfrm>
            <a:off x="5528024" y="2720625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687" name="직선 연결선 2686">
            <a:extLst>
              <a:ext uri="{FF2B5EF4-FFF2-40B4-BE49-F238E27FC236}">
                <a16:creationId xmlns:a16="http://schemas.microsoft.com/office/drawing/2014/main" id="{F84FC7DC-78ED-4149-0565-1A14073AEE0A}"/>
              </a:ext>
            </a:extLst>
          </p:cNvPr>
          <p:cNvCxnSpPr/>
          <p:nvPr/>
        </p:nvCxnSpPr>
        <p:spPr>
          <a:xfrm flipH="1">
            <a:off x="5659854" y="281300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8" name="직선 연결선 2687">
            <a:extLst>
              <a:ext uri="{FF2B5EF4-FFF2-40B4-BE49-F238E27FC236}">
                <a16:creationId xmlns:a16="http://schemas.microsoft.com/office/drawing/2014/main" id="{5DA91596-6FD2-24BB-9A2D-AAA53028C3AE}"/>
              </a:ext>
            </a:extLst>
          </p:cNvPr>
          <p:cNvCxnSpPr/>
          <p:nvPr/>
        </p:nvCxnSpPr>
        <p:spPr>
          <a:xfrm>
            <a:off x="5701873" y="293698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9" name="직선 연결선 2688">
            <a:extLst>
              <a:ext uri="{FF2B5EF4-FFF2-40B4-BE49-F238E27FC236}">
                <a16:creationId xmlns:a16="http://schemas.microsoft.com/office/drawing/2014/main" id="{8183287B-C122-9598-E7EE-AEC101EF53FC}"/>
              </a:ext>
            </a:extLst>
          </p:cNvPr>
          <p:cNvCxnSpPr/>
          <p:nvPr/>
        </p:nvCxnSpPr>
        <p:spPr>
          <a:xfrm>
            <a:off x="5612011" y="293698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0" name="직선 연결선 2689">
            <a:extLst>
              <a:ext uri="{FF2B5EF4-FFF2-40B4-BE49-F238E27FC236}">
                <a16:creationId xmlns:a16="http://schemas.microsoft.com/office/drawing/2014/main" id="{C51A59D4-8833-AAC5-C031-E64CAFB4B888}"/>
              </a:ext>
            </a:extLst>
          </p:cNvPr>
          <p:cNvCxnSpPr/>
          <p:nvPr/>
        </p:nvCxnSpPr>
        <p:spPr>
          <a:xfrm>
            <a:off x="5659854" y="286426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1" name="직선 연결선 2690">
            <a:extLst>
              <a:ext uri="{FF2B5EF4-FFF2-40B4-BE49-F238E27FC236}">
                <a16:creationId xmlns:a16="http://schemas.microsoft.com/office/drawing/2014/main" id="{D5816E2A-04BB-98D4-79E7-75C5F92762C5}"/>
              </a:ext>
            </a:extLst>
          </p:cNvPr>
          <p:cNvCxnSpPr/>
          <p:nvPr/>
        </p:nvCxnSpPr>
        <p:spPr>
          <a:xfrm flipH="1">
            <a:off x="5609810" y="2860895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2" name="모서리가 둥근 직사각형 2691">
            <a:extLst>
              <a:ext uri="{FF2B5EF4-FFF2-40B4-BE49-F238E27FC236}">
                <a16:creationId xmlns:a16="http://schemas.microsoft.com/office/drawing/2014/main" id="{EAA35145-5367-DFD3-B29A-97FFCEF1E1C1}"/>
              </a:ext>
            </a:extLst>
          </p:cNvPr>
          <p:cNvSpPr/>
          <p:nvPr/>
        </p:nvSpPr>
        <p:spPr>
          <a:xfrm>
            <a:off x="5574686" y="29819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93" name="모서리가 둥근 직사각형 2692">
            <a:extLst>
              <a:ext uri="{FF2B5EF4-FFF2-40B4-BE49-F238E27FC236}">
                <a16:creationId xmlns:a16="http://schemas.microsoft.com/office/drawing/2014/main" id="{D9AC8D23-BF53-F80B-5D28-C5604B3647DA}"/>
              </a:ext>
            </a:extLst>
          </p:cNvPr>
          <p:cNvSpPr/>
          <p:nvPr/>
        </p:nvSpPr>
        <p:spPr>
          <a:xfrm>
            <a:off x="5574686" y="290822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94" name="모서리가 둥근 직사각형 2693">
            <a:extLst>
              <a:ext uri="{FF2B5EF4-FFF2-40B4-BE49-F238E27FC236}">
                <a16:creationId xmlns:a16="http://schemas.microsoft.com/office/drawing/2014/main" id="{8E579594-F5B3-D50C-124C-53541A1E8DD6}"/>
              </a:ext>
            </a:extLst>
          </p:cNvPr>
          <p:cNvSpPr/>
          <p:nvPr/>
        </p:nvSpPr>
        <p:spPr>
          <a:xfrm>
            <a:off x="5664165" y="29819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95" name="모서리가 둥근 직사각형 2694">
            <a:extLst>
              <a:ext uri="{FF2B5EF4-FFF2-40B4-BE49-F238E27FC236}">
                <a16:creationId xmlns:a16="http://schemas.microsoft.com/office/drawing/2014/main" id="{8B41791D-F29B-3549-06C9-FF73138EEAAF}"/>
              </a:ext>
            </a:extLst>
          </p:cNvPr>
          <p:cNvSpPr/>
          <p:nvPr/>
        </p:nvSpPr>
        <p:spPr>
          <a:xfrm>
            <a:off x="5664165" y="290822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696" name="모서리가 둥근 직사각형 2695">
            <a:extLst>
              <a:ext uri="{FF2B5EF4-FFF2-40B4-BE49-F238E27FC236}">
                <a16:creationId xmlns:a16="http://schemas.microsoft.com/office/drawing/2014/main" id="{A7F867C9-8505-6A26-CA0C-7EFE1D06B87A}"/>
              </a:ext>
            </a:extLst>
          </p:cNvPr>
          <p:cNvSpPr/>
          <p:nvPr/>
        </p:nvSpPr>
        <p:spPr>
          <a:xfrm>
            <a:off x="5622145" y="2834483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697" name="직선 연결선 2696">
            <a:extLst>
              <a:ext uri="{FF2B5EF4-FFF2-40B4-BE49-F238E27FC236}">
                <a16:creationId xmlns:a16="http://schemas.microsoft.com/office/drawing/2014/main" id="{13BBDDFA-978C-8F71-268D-77A7DB8CDE2A}"/>
              </a:ext>
            </a:extLst>
          </p:cNvPr>
          <p:cNvCxnSpPr/>
          <p:nvPr/>
        </p:nvCxnSpPr>
        <p:spPr>
          <a:xfrm>
            <a:off x="5790558" y="288631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8" name="직선 연결선 2697">
            <a:extLst>
              <a:ext uri="{FF2B5EF4-FFF2-40B4-BE49-F238E27FC236}">
                <a16:creationId xmlns:a16="http://schemas.microsoft.com/office/drawing/2014/main" id="{68AE7F9D-8055-18FB-8F7D-D28BD9B1D691}"/>
              </a:ext>
            </a:extLst>
          </p:cNvPr>
          <p:cNvCxnSpPr/>
          <p:nvPr/>
        </p:nvCxnSpPr>
        <p:spPr>
          <a:xfrm>
            <a:off x="5748539" y="281360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9" name="모서리가 둥근 직사각형 2698">
            <a:extLst>
              <a:ext uri="{FF2B5EF4-FFF2-40B4-BE49-F238E27FC236}">
                <a16:creationId xmlns:a16="http://schemas.microsoft.com/office/drawing/2014/main" id="{208EF782-A381-0947-2BFF-0BDBDF21755C}"/>
              </a:ext>
            </a:extLst>
          </p:cNvPr>
          <p:cNvSpPr/>
          <p:nvPr/>
        </p:nvSpPr>
        <p:spPr>
          <a:xfrm>
            <a:off x="5752850" y="29312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00" name="모서리가 둥근 직사각형 2699">
            <a:extLst>
              <a:ext uri="{FF2B5EF4-FFF2-40B4-BE49-F238E27FC236}">
                <a16:creationId xmlns:a16="http://schemas.microsoft.com/office/drawing/2014/main" id="{6E316B45-CF53-5791-D31E-B3B5EB058EB0}"/>
              </a:ext>
            </a:extLst>
          </p:cNvPr>
          <p:cNvSpPr/>
          <p:nvPr/>
        </p:nvSpPr>
        <p:spPr>
          <a:xfrm>
            <a:off x="5752850" y="285755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01" name="모서리가 둥근 직사각형 2700">
            <a:extLst>
              <a:ext uri="{FF2B5EF4-FFF2-40B4-BE49-F238E27FC236}">
                <a16:creationId xmlns:a16="http://schemas.microsoft.com/office/drawing/2014/main" id="{95A4BCE4-05F4-0E6E-6D4A-C1C9EBB07F78}"/>
              </a:ext>
            </a:extLst>
          </p:cNvPr>
          <p:cNvSpPr/>
          <p:nvPr/>
        </p:nvSpPr>
        <p:spPr>
          <a:xfrm>
            <a:off x="5710831" y="27838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02" name="직선 연결선 2701">
            <a:extLst>
              <a:ext uri="{FF2B5EF4-FFF2-40B4-BE49-F238E27FC236}">
                <a16:creationId xmlns:a16="http://schemas.microsoft.com/office/drawing/2014/main" id="{FC13A2E6-0927-5AD4-291B-22CBA9594DF2}"/>
              </a:ext>
            </a:extLst>
          </p:cNvPr>
          <p:cNvCxnSpPr/>
          <p:nvPr/>
        </p:nvCxnSpPr>
        <p:spPr>
          <a:xfrm flipH="1">
            <a:off x="6622789" y="271384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3" name="직선 연결선 2702">
            <a:extLst>
              <a:ext uri="{FF2B5EF4-FFF2-40B4-BE49-F238E27FC236}">
                <a16:creationId xmlns:a16="http://schemas.microsoft.com/office/drawing/2014/main" id="{F6B2AF46-9CFA-C814-226F-B3DE8D1F03D0}"/>
              </a:ext>
            </a:extLst>
          </p:cNvPr>
          <p:cNvCxnSpPr/>
          <p:nvPr/>
        </p:nvCxnSpPr>
        <p:spPr>
          <a:xfrm>
            <a:off x="6554236" y="2668864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4" name="모서리가 둥근 직사각형 2703">
            <a:extLst>
              <a:ext uri="{FF2B5EF4-FFF2-40B4-BE49-F238E27FC236}">
                <a16:creationId xmlns:a16="http://schemas.microsoft.com/office/drawing/2014/main" id="{9362131F-E687-62FB-BEF3-0C447B5370AD}"/>
              </a:ext>
            </a:extLst>
          </p:cNvPr>
          <p:cNvSpPr/>
          <p:nvPr/>
        </p:nvSpPr>
        <p:spPr>
          <a:xfrm>
            <a:off x="6498037" y="2637234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705" name="직선 연결선 2704">
            <a:extLst>
              <a:ext uri="{FF2B5EF4-FFF2-40B4-BE49-F238E27FC236}">
                <a16:creationId xmlns:a16="http://schemas.microsoft.com/office/drawing/2014/main" id="{CB26DA45-E4B3-77AE-D472-8E4AE2A28693}"/>
              </a:ext>
            </a:extLst>
          </p:cNvPr>
          <p:cNvCxnSpPr/>
          <p:nvPr/>
        </p:nvCxnSpPr>
        <p:spPr>
          <a:xfrm flipH="1">
            <a:off x="6423532" y="298774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6" name="직선 연결선 2705">
            <a:extLst>
              <a:ext uri="{FF2B5EF4-FFF2-40B4-BE49-F238E27FC236}">
                <a16:creationId xmlns:a16="http://schemas.microsoft.com/office/drawing/2014/main" id="{8BFEE727-480F-EBD5-3FB3-5E2A571BB70A}"/>
              </a:ext>
            </a:extLst>
          </p:cNvPr>
          <p:cNvCxnSpPr/>
          <p:nvPr/>
        </p:nvCxnSpPr>
        <p:spPr>
          <a:xfrm>
            <a:off x="6465551" y="317920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7" name="직선 연결선 2706">
            <a:extLst>
              <a:ext uri="{FF2B5EF4-FFF2-40B4-BE49-F238E27FC236}">
                <a16:creationId xmlns:a16="http://schemas.microsoft.com/office/drawing/2014/main" id="{EF1F1D5B-F523-EA5E-96B8-5E7D3434BE40}"/>
              </a:ext>
            </a:extLst>
          </p:cNvPr>
          <p:cNvCxnSpPr/>
          <p:nvPr/>
        </p:nvCxnSpPr>
        <p:spPr>
          <a:xfrm>
            <a:off x="6375689" y="317920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8" name="직선 연결선 2707">
            <a:extLst>
              <a:ext uri="{FF2B5EF4-FFF2-40B4-BE49-F238E27FC236}">
                <a16:creationId xmlns:a16="http://schemas.microsoft.com/office/drawing/2014/main" id="{4475AAB4-6368-15C8-AF34-8A00CB5CF9F9}"/>
              </a:ext>
            </a:extLst>
          </p:cNvPr>
          <p:cNvCxnSpPr/>
          <p:nvPr/>
        </p:nvCxnSpPr>
        <p:spPr>
          <a:xfrm>
            <a:off x="6423532" y="31064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9" name="직선 연결선 2708">
            <a:extLst>
              <a:ext uri="{FF2B5EF4-FFF2-40B4-BE49-F238E27FC236}">
                <a16:creationId xmlns:a16="http://schemas.microsoft.com/office/drawing/2014/main" id="{DBA9088A-8C97-0C6F-3862-A3F3E5255E85}"/>
              </a:ext>
            </a:extLst>
          </p:cNvPr>
          <p:cNvCxnSpPr/>
          <p:nvPr/>
        </p:nvCxnSpPr>
        <p:spPr>
          <a:xfrm flipH="1">
            <a:off x="6373488" y="31031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0" name="모서리가 둥근 직사각형 2709">
            <a:extLst>
              <a:ext uri="{FF2B5EF4-FFF2-40B4-BE49-F238E27FC236}">
                <a16:creationId xmlns:a16="http://schemas.microsoft.com/office/drawing/2014/main" id="{6F46A0EE-3F83-4F6D-C8F1-16C836BCD87D}"/>
              </a:ext>
            </a:extLst>
          </p:cNvPr>
          <p:cNvSpPr/>
          <p:nvPr/>
        </p:nvSpPr>
        <p:spPr>
          <a:xfrm>
            <a:off x="6338364" y="32241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11" name="모서리가 둥근 직사각형 2710">
            <a:extLst>
              <a:ext uri="{FF2B5EF4-FFF2-40B4-BE49-F238E27FC236}">
                <a16:creationId xmlns:a16="http://schemas.microsoft.com/office/drawing/2014/main" id="{FC1DDD71-28DB-A78C-D3BA-7C02E791BC03}"/>
              </a:ext>
            </a:extLst>
          </p:cNvPr>
          <p:cNvSpPr/>
          <p:nvPr/>
        </p:nvSpPr>
        <p:spPr>
          <a:xfrm>
            <a:off x="6338364" y="31504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12" name="모서리가 둥근 직사각형 2711">
            <a:extLst>
              <a:ext uri="{FF2B5EF4-FFF2-40B4-BE49-F238E27FC236}">
                <a16:creationId xmlns:a16="http://schemas.microsoft.com/office/drawing/2014/main" id="{93307C20-DDB1-DFCB-FC91-305B2739E594}"/>
              </a:ext>
            </a:extLst>
          </p:cNvPr>
          <p:cNvSpPr/>
          <p:nvPr/>
        </p:nvSpPr>
        <p:spPr>
          <a:xfrm>
            <a:off x="6427842" y="32241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13" name="모서리가 둥근 직사각형 2712">
            <a:extLst>
              <a:ext uri="{FF2B5EF4-FFF2-40B4-BE49-F238E27FC236}">
                <a16:creationId xmlns:a16="http://schemas.microsoft.com/office/drawing/2014/main" id="{1AD629DB-CD9A-F160-66C2-BBBA0D251747}"/>
              </a:ext>
            </a:extLst>
          </p:cNvPr>
          <p:cNvSpPr/>
          <p:nvPr/>
        </p:nvSpPr>
        <p:spPr>
          <a:xfrm>
            <a:off x="6427842" y="31504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14" name="모서리가 둥근 직사각형 2713">
            <a:extLst>
              <a:ext uri="{FF2B5EF4-FFF2-40B4-BE49-F238E27FC236}">
                <a16:creationId xmlns:a16="http://schemas.microsoft.com/office/drawing/2014/main" id="{05B77107-5E9B-FA4F-5F26-826D9B300E01}"/>
              </a:ext>
            </a:extLst>
          </p:cNvPr>
          <p:cNvSpPr/>
          <p:nvPr/>
        </p:nvSpPr>
        <p:spPr>
          <a:xfrm>
            <a:off x="6385823" y="307670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15" name="직선 연결선 2714">
            <a:extLst>
              <a:ext uri="{FF2B5EF4-FFF2-40B4-BE49-F238E27FC236}">
                <a16:creationId xmlns:a16="http://schemas.microsoft.com/office/drawing/2014/main" id="{83B1C2C5-43B0-D287-95A0-FDC58C3B23B0}"/>
              </a:ext>
            </a:extLst>
          </p:cNvPr>
          <p:cNvCxnSpPr/>
          <p:nvPr/>
        </p:nvCxnSpPr>
        <p:spPr>
          <a:xfrm>
            <a:off x="6618681" y="298852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6" name="모서리가 둥근 직사각형 2715">
            <a:extLst>
              <a:ext uri="{FF2B5EF4-FFF2-40B4-BE49-F238E27FC236}">
                <a16:creationId xmlns:a16="http://schemas.microsoft.com/office/drawing/2014/main" id="{EB1F3A9E-A2F4-B635-58E9-C8E6EE00C41F}"/>
              </a:ext>
            </a:extLst>
          </p:cNvPr>
          <p:cNvSpPr/>
          <p:nvPr/>
        </p:nvSpPr>
        <p:spPr>
          <a:xfrm>
            <a:off x="6586217" y="296285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717" name="직선 연결선 2716">
            <a:extLst>
              <a:ext uri="{FF2B5EF4-FFF2-40B4-BE49-F238E27FC236}">
                <a16:creationId xmlns:a16="http://schemas.microsoft.com/office/drawing/2014/main" id="{782724ED-1A18-E00A-6CB2-D64FFC072393}"/>
              </a:ext>
            </a:extLst>
          </p:cNvPr>
          <p:cNvCxnSpPr/>
          <p:nvPr/>
        </p:nvCxnSpPr>
        <p:spPr>
          <a:xfrm>
            <a:off x="6554236" y="31285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8" name="직선 연결선 2717">
            <a:extLst>
              <a:ext uri="{FF2B5EF4-FFF2-40B4-BE49-F238E27FC236}">
                <a16:creationId xmlns:a16="http://schemas.microsoft.com/office/drawing/2014/main" id="{BD1023EB-21F8-1B70-B9FA-C4C050A0207B}"/>
              </a:ext>
            </a:extLst>
          </p:cNvPr>
          <p:cNvCxnSpPr/>
          <p:nvPr/>
        </p:nvCxnSpPr>
        <p:spPr>
          <a:xfrm>
            <a:off x="6512217" y="30558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9" name="모서리가 둥근 직사각형 2718">
            <a:extLst>
              <a:ext uri="{FF2B5EF4-FFF2-40B4-BE49-F238E27FC236}">
                <a16:creationId xmlns:a16="http://schemas.microsoft.com/office/drawing/2014/main" id="{69A3FBC4-26F8-049B-A308-695D68BEB1A9}"/>
              </a:ext>
            </a:extLst>
          </p:cNvPr>
          <p:cNvSpPr/>
          <p:nvPr/>
        </p:nvSpPr>
        <p:spPr>
          <a:xfrm>
            <a:off x="6516528" y="31735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20" name="모서리가 둥근 직사각형 2719">
            <a:extLst>
              <a:ext uri="{FF2B5EF4-FFF2-40B4-BE49-F238E27FC236}">
                <a16:creationId xmlns:a16="http://schemas.microsoft.com/office/drawing/2014/main" id="{4B9516BF-47AA-82B9-52B0-CD6CC3D25490}"/>
              </a:ext>
            </a:extLst>
          </p:cNvPr>
          <p:cNvSpPr/>
          <p:nvPr/>
        </p:nvSpPr>
        <p:spPr>
          <a:xfrm>
            <a:off x="6516528" y="309978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21" name="모서리가 둥근 직사각형 2720">
            <a:extLst>
              <a:ext uri="{FF2B5EF4-FFF2-40B4-BE49-F238E27FC236}">
                <a16:creationId xmlns:a16="http://schemas.microsoft.com/office/drawing/2014/main" id="{250C3DE3-7B02-58D9-2FD9-89C985DD03E6}"/>
              </a:ext>
            </a:extLst>
          </p:cNvPr>
          <p:cNvSpPr/>
          <p:nvPr/>
        </p:nvSpPr>
        <p:spPr>
          <a:xfrm>
            <a:off x="6474509" y="30260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22" name="직선 연결선 2721">
            <a:extLst>
              <a:ext uri="{FF2B5EF4-FFF2-40B4-BE49-F238E27FC236}">
                <a16:creationId xmlns:a16="http://schemas.microsoft.com/office/drawing/2014/main" id="{06B92EF7-855B-59F2-5A28-30511644E48B}"/>
              </a:ext>
            </a:extLst>
          </p:cNvPr>
          <p:cNvCxnSpPr/>
          <p:nvPr/>
        </p:nvCxnSpPr>
        <p:spPr>
          <a:xfrm flipH="1">
            <a:off x="6718046" y="305522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3" name="직선 연결선 2722">
            <a:extLst>
              <a:ext uri="{FF2B5EF4-FFF2-40B4-BE49-F238E27FC236}">
                <a16:creationId xmlns:a16="http://schemas.microsoft.com/office/drawing/2014/main" id="{22EBD41F-B8B2-75D0-8B21-2798F2421C96}"/>
              </a:ext>
            </a:extLst>
          </p:cNvPr>
          <p:cNvCxnSpPr/>
          <p:nvPr/>
        </p:nvCxnSpPr>
        <p:spPr>
          <a:xfrm>
            <a:off x="6760065" y="317920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4" name="직선 연결선 2723">
            <a:extLst>
              <a:ext uri="{FF2B5EF4-FFF2-40B4-BE49-F238E27FC236}">
                <a16:creationId xmlns:a16="http://schemas.microsoft.com/office/drawing/2014/main" id="{F307CDCB-2BAF-40D2-5756-91C25F936EAC}"/>
              </a:ext>
            </a:extLst>
          </p:cNvPr>
          <p:cNvCxnSpPr/>
          <p:nvPr/>
        </p:nvCxnSpPr>
        <p:spPr>
          <a:xfrm>
            <a:off x="6670203" y="317920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5" name="직선 연결선 2724">
            <a:extLst>
              <a:ext uri="{FF2B5EF4-FFF2-40B4-BE49-F238E27FC236}">
                <a16:creationId xmlns:a16="http://schemas.microsoft.com/office/drawing/2014/main" id="{60C7B292-6256-6E5C-D50B-0E753D9BE5FF}"/>
              </a:ext>
            </a:extLst>
          </p:cNvPr>
          <p:cNvCxnSpPr/>
          <p:nvPr/>
        </p:nvCxnSpPr>
        <p:spPr>
          <a:xfrm>
            <a:off x="6718046" y="310649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6" name="직선 연결선 2725">
            <a:extLst>
              <a:ext uri="{FF2B5EF4-FFF2-40B4-BE49-F238E27FC236}">
                <a16:creationId xmlns:a16="http://schemas.microsoft.com/office/drawing/2014/main" id="{BC00BA7B-89C4-2729-FFCA-88CA1258EA3F}"/>
              </a:ext>
            </a:extLst>
          </p:cNvPr>
          <p:cNvCxnSpPr/>
          <p:nvPr/>
        </p:nvCxnSpPr>
        <p:spPr>
          <a:xfrm flipH="1">
            <a:off x="6668003" y="310312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7" name="모서리가 둥근 직사각형 2726">
            <a:extLst>
              <a:ext uri="{FF2B5EF4-FFF2-40B4-BE49-F238E27FC236}">
                <a16:creationId xmlns:a16="http://schemas.microsoft.com/office/drawing/2014/main" id="{0F9DF917-ED74-7545-1FA0-9A85E2928C51}"/>
              </a:ext>
            </a:extLst>
          </p:cNvPr>
          <p:cNvSpPr/>
          <p:nvPr/>
        </p:nvSpPr>
        <p:spPr>
          <a:xfrm>
            <a:off x="6632878" y="32241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28" name="모서리가 둥근 직사각형 2727">
            <a:extLst>
              <a:ext uri="{FF2B5EF4-FFF2-40B4-BE49-F238E27FC236}">
                <a16:creationId xmlns:a16="http://schemas.microsoft.com/office/drawing/2014/main" id="{26CFCD14-A3EE-D13A-2FEF-D266B414360C}"/>
              </a:ext>
            </a:extLst>
          </p:cNvPr>
          <p:cNvSpPr/>
          <p:nvPr/>
        </p:nvSpPr>
        <p:spPr>
          <a:xfrm>
            <a:off x="6632878" y="31504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29" name="모서리가 둥근 직사각형 2728">
            <a:extLst>
              <a:ext uri="{FF2B5EF4-FFF2-40B4-BE49-F238E27FC236}">
                <a16:creationId xmlns:a16="http://schemas.microsoft.com/office/drawing/2014/main" id="{392EBAA6-599C-1769-6D62-844C3E928A89}"/>
              </a:ext>
            </a:extLst>
          </p:cNvPr>
          <p:cNvSpPr/>
          <p:nvPr/>
        </p:nvSpPr>
        <p:spPr>
          <a:xfrm>
            <a:off x="6722357" y="322418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30" name="모서리가 둥근 직사각형 2729">
            <a:extLst>
              <a:ext uri="{FF2B5EF4-FFF2-40B4-BE49-F238E27FC236}">
                <a16:creationId xmlns:a16="http://schemas.microsoft.com/office/drawing/2014/main" id="{0D03DCFE-7517-21B1-DAC1-A4B92C28C609}"/>
              </a:ext>
            </a:extLst>
          </p:cNvPr>
          <p:cNvSpPr/>
          <p:nvPr/>
        </p:nvSpPr>
        <p:spPr>
          <a:xfrm>
            <a:off x="6722357" y="31504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31" name="모서리가 둥근 직사각형 2730">
            <a:extLst>
              <a:ext uri="{FF2B5EF4-FFF2-40B4-BE49-F238E27FC236}">
                <a16:creationId xmlns:a16="http://schemas.microsoft.com/office/drawing/2014/main" id="{DF638C2B-A25C-F8D1-0ED3-9C008EAC00B0}"/>
              </a:ext>
            </a:extLst>
          </p:cNvPr>
          <p:cNvSpPr/>
          <p:nvPr/>
        </p:nvSpPr>
        <p:spPr>
          <a:xfrm>
            <a:off x="6680338" y="307670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32" name="직선 연결선 2731">
            <a:extLst>
              <a:ext uri="{FF2B5EF4-FFF2-40B4-BE49-F238E27FC236}">
                <a16:creationId xmlns:a16="http://schemas.microsoft.com/office/drawing/2014/main" id="{046C475B-0665-59F5-AD0D-23305D9EF571}"/>
              </a:ext>
            </a:extLst>
          </p:cNvPr>
          <p:cNvCxnSpPr/>
          <p:nvPr/>
        </p:nvCxnSpPr>
        <p:spPr>
          <a:xfrm>
            <a:off x="6848751" y="312854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3" name="직선 연결선 2732">
            <a:extLst>
              <a:ext uri="{FF2B5EF4-FFF2-40B4-BE49-F238E27FC236}">
                <a16:creationId xmlns:a16="http://schemas.microsoft.com/office/drawing/2014/main" id="{8ADF33E1-105C-ADDA-B648-53598B4E531A}"/>
              </a:ext>
            </a:extLst>
          </p:cNvPr>
          <p:cNvCxnSpPr/>
          <p:nvPr/>
        </p:nvCxnSpPr>
        <p:spPr>
          <a:xfrm>
            <a:off x="6806732" y="305583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4" name="모서리가 둥근 직사각형 2733">
            <a:extLst>
              <a:ext uri="{FF2B5EF4-FFF2-40B4-BE49-F238E27FC236}">
                <a16:creationId xmlns:a16="http://schemas.microsoft.com/office/drawing/2014/main" id="{707022A5-D94B-865C-7E9F-66AE72A4520A}"/>
              </a:ext>
            </a:extLst>
          </p:cNvPr>
          <p:cNvSpPr/>
          <p:nvPr/>
        </p:nvSpPr>
        <p:spPr>
          <a:xfrm>
            <a:off x="6811043" y="317352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35" name="모서리가 둥근 직사각형 2734">
            <a:extLst>
              <a:ext uri="{FF2B5EF4-FFF2-40B4-BE49-F238E27FC236}">
                <a16:creationId xmlns:a16="http://schemas.microsoft.com/office/drawing/2014/main" id="{74E94A74-FD37-0BC7-86B3-7C262A1418E5}"/>
              </a:ext>
            </a:extLst>
          </p:cNvPr>
          <p:cNvSpPr/>
          <p:nvPr/>
        </p:nvSpPr>
        <p:spPr>
          <a:xfrm>
            <a:off x="6811043" y="309978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36" name="모서리가 둥근 직사각형 2735">
            <a:extLst>
              <a:ext uri="{FF2B5EF4-FFF2-40B4-BE49-F238E27FC236}">
                <a16:creationId xmlns:a16="http://schemas.microsoft.com/office/drawing/2014/main" id="{4278B314-A2CA-3FCD-1550-06E86621EED4}"/>
              </a:ext>
            </a:extLst>
          </p:cNvPr>
          <p:cNvSpPr/>
          <p:nvPr/>
        </p:nvSpPr>
        <p:spPr>
          <a:xfrm>
            <a:off x="6769023" y="302604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37" name="직선 연결선 2736">
            <a:extLst>
              <a:ext uri="{FF2B5EF4-FFF2-40B4-BE49-F238E27FC236}">
                <a16:creationId xmlns:a16="http://schemas.microsoft.com/office/drawing/2014/main" id="{A60B6BFB-42A3-BF31-D260-A6D491367B91}"/>
              </a:ext>
            </a:extLst>
          </p:cNvPr>
          <p:cNvCxnSpPr/>
          <p:nvPr/>
        </p:nvCxnSpPr>
        <p:spPr>
          <a:xfrm>
            <a:off x="6728343" y="2713018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8" name="모서리가 둥근 직사각형 2737">
            <a:extLst>
              <a:ext uri="{FF2B5EF4-FFF2-40B4-BE49-F238E27FC236}">
                <a16:creationId xmlns:a16="http://schemas.microsoft.com/office/drawing/2014/main" id="{B1963182-C73D-FB53-FDE8-F66CD03E2646}"/>
              </a:ext>
            </a:extLst>
          </p:cNvPr>
          <p:cNvSpPr/>
          <p:nvPr/>
        </p:nvSpPr>
        <p:spPr>
          <a:xfrm>
            <a:off x="6695879" y="268734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739" name="직선 연결선 2738">
            <a:extLst>
              <a:ext uri="{FF2B5EF4-FFF2-40B4-BE49-F238E27FC236}">
                <a16:creationId xmlns:a16="http://schemas.microsoft.com/office/drawing/2014/main" id="{D1FF6BA8-675B-2717-69E7-641831D4194E}"/>
              </a:ext>
            </a:extLst>
          </p:cNvPr>
          <p:cNvCxnSpPr/>
          <p:nvPr/>
        </p:nvCxnSpPr>
        <p:spPr>
          <a:xfrm flipH="1">
            <a:off x="6827708" y="277971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0" name="직선 연결선 2739">
            <a:extLst>
              <a:ext uri="{FF2B5EF4-FFF2-40B4-BE49-F238E27FC236}">
                <a16:creationId xmlns:a16="http://schemas.microsoft.com/office/drawing/2014/main" id="{42ECDD1E-4AA6-5A82-FC0D-48969B372369}"/>
              </a:ext>
            </a:extLst>
          </p:cNvPr>
          <p:cNvCxnSpPr/>
          <p:nvPr/>
        </p:nvCxnSpPr>
        <p:spPr>
          <a:xfrm>
            <a:off x="6869727" y="290369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1" name="직선 연결선 2740">
            <a:extLst>
              <a:ext uri="{FF2B5EF4-FFF2-40B4-BE49-F238E27FC236}">
                <a16:creationId xmlns:a16="http://schemas.microsoft.com/office/drawing/2014/main" id="{8A6AF9C0-D91F-A5EC-03EC-DAD57CCEE607}"/>
              </a:ext>
            </a:extLst>
          </p:cNvPr>
          <p:cNvCxnSpPr/>
          <p:nvPr/>
        </p:nvCxnSpPr>
        <p:spPr>
          <a:xfrm>
            <a:off x="6779865" y="290369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2" name="직선 연결선 2741">
            <a:extLst>
              <a:ext uri="{FF2B5EF4-FFF2-40B4-BE49-F238E27FC236}">
                <a16:creationId xmlns:a16="http://schemas.microsoft.com/office/drawing/2014/main" id="{E785522E-FC7C-76DE-8F4E-3082CFBFCE56}"/>
              </a:ext>
            </a:extLst>
          </p:cNvPr>
          <p:cNvCxnSpPr/>
          <p:nvPr/>
        </p:nvCxnSpPr>
        <p:spPr>
          <a:xfrm>
            <a:off x="6827707" y="283098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3" name="직선 연결선 2742">
            <a:extLst>
              <a:ext uri="{FF2B5EF4-FFF2-40B4-BE49-F238E27FC236}">
                <a16:creationId xmlns:a16="http://schemas.microsoft.com/office/drawing/2014/main" id="{2BD27481-4FE6-97DF-A295-E253A0462972}"/>
              </a:ext>
            </a:extLst>
          </p:cNvPr>
          <p:cNvCxnSpPr/>
          <p:nvPr/>
        </p:nvCxnSpPr>
        <p:spPr>
          <a:xfrm flipH="1">
            <a:off x="6777664" y="2827612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4" name="모서리가 둥근 직사각형 2743">
            <a:extLst>
              <a:ext uri="{FF2B5EF4-FFF2-40B4-BE49-F238E27FC236}">
                <a16:creationId xmlns:a16="http://schemas.microsoft.com/office/drawing/2014/main" id="{F51326C2-5E4B-9F65-D131-60D1138A9EC0}"/>
              </a:ext>
            </a:extLst>
          </p:cNvPr>
          <p:cNvSpPr/>
          <p:nvPr/>
        </p:nvSpPr>
        <p:spPr>
          <a:xfrm>
            <a:off x="6742540" y="294867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45" name="모서리가 둥근 직사각형 2744">
            <a:extLst>
              <a:ext uri="{FF2B5EF4-FFF2-40B4-BE49-F238E27FC236}">
                <a16:creationId xmlns:a16="http://schemas.microsoft.com/office/drawing/2014/main" id="{EB14B0BC-C971-D9DD-87C7-FA4DC4715CC7}"/>
              </a:ext>
            </a:extLst>
          </p:cNvPr>
          <p:cNvSpPr/>
          <p:nvPr/>
        </p:nvSpPr>
        <p:spPr>
          <a:xfrm>
            <a:off x="6742540" y="287493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46" name="모서리가 둥근 직사각형 2745">
            <a:extLst>
              <a:ext uri="{FF2B5EF4-FFF2-40B4-BE49-F238E27FC236}">
                <a16:creationId xmlns:a16="http://schemas.microsoft.com/office/drawing/2014/main" id="{406E1CED-402F-15BF-1C71-CF537E2C51BE}"/>
              </a:ext>
            </a:extLst>
          </p:cNvPr>
          <p:cNvSpPr/>
          <p:nvPr/>
        </p:nvSpPr>
        <p:spPr>
          <a:xfrm>
            <a:off x="6832018" y="294867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47" name="모서리가 둥근 직사각형 2746">
            <a:extLst>
              <a:ext uri="{FF2B5EF4-FFF2-40B4-BE49-F238E27FC236}">
                <a16:creationId xmlns:a16="http://schemas.microsoft.com/office/drawing/2014/main" id="{76517378-F290-CE25-0560-30DA5EA4ED8A}"/>
              </a:ext>
            </a:extLst>
          </p:cNvPr>
          <p:cNvSpPr/>
          <p:nvPr/>
        </p:nvSpPr>
        <p:spPr>
          <a:xfrm>
            <a:off x="6832018" y="287493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48" name="모서리가 둥근 직사각형 2747">
            <a:extLst>
              <a:ext uri="{FF2B5EF4-FFF2-40B4-BE49-F238E27FC236}">
                <a16:creationId xmlns:a16="http://schemas.microsoft.com/office/drawing/2014/main" id="{C25928DC-6E96-4779-EC57-23688F8E0214}"/>
              </a:ext>
            </a:extLst>
          </p:cNvPr>
          <p:cNvSpPr/>
          <p:nvPr/>
        </p:nvSpPr>
        <p:spPr>
          <a:xfrm>
            <a:off x="6789999" y="280119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49" name="직선 연결선 2748">
            <a:extLst>
              <a:ext uri="{FF2B5EF4-FFF2-40B4-BE49-F238E27FC236}">
                <a16:creationId xmlns:a16="http://schemas.microsoft.com/office/drawing/2014/main" id="{B3B79FDC-6047-C436-DCF5-9CC036BB9742}"/>
              </a:ext>
            </a:extLst>
          </p:cNvPr>
          <p:cNvCxnSpPr/>
          <p:nvPr/>
        </p:nvCxnSpPr>
        <p:spPr>
          <a:xfrm>
            <a:off x="6958412" y="285303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0" name="직선 연결선 2749">
            <a:extLst>
              <a:ext uri="{FF2B5EF4-FFF2-40B4-BE49-F238E27FC236}">
                <a16:creationId xmlns:a16="http://schemas.microsoft.com/office/drawing/2014/main" id="{31C7C30E-5F97-84A0-4318-3605721E16DA}"/>
              </a:ext>
            </a:extLst>
          </p:cNvPr>
          <p:cNvCxnSpPr/>
          <p:nvPr/>
        </p:nvCxnSpPr>
        <p:spPr>
          <a:xfrm>
            <a:off x="6916393" y="278032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1" name="모서리가 둥근 직사각형 2750">
            <a:extLst>
              <a:ext uri="{FF2B5EF4-FFF2-40B4-BE49-F238E27FC236}">
                <a16:creationId xmlns:a16="http://schemas.microsoft.com/office/drawing/2014/main" id="{71526841-7A77-30C6-B725-B61D2EEC0C19}"/>
              </a:ext>
            </a:extLst>
          </p:cNvPr>
          <p:cNvSpPr/>
          <p:nvPr/>
        </p:nvSpPr>
        <p:spPr>
          <a:xfrm>
            <a:off x="6920704" y="289801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52" name="모서리가 둥근 직사각형 2751">
            <a:extLst>
              <a:ext uri="{FF2B5EF4-FFF2-40B4-BE49-F238E27FC236}">
                <a16:creationId xmlns:a16="http://schemas.microsoft.com/office/drawing/2014/main" id="{6E1B84EB-20A9-A725-A5D7-520ED6D17953}"/>
              </a:ext>
            </a:extLst>
          </p:cNvPr>
          <p:cNvSpPr/>
          <p:nvPr/>
        </p:nvSpPr>
        <p:spPr>
          <a:xfrm>
            <a:off x="6920704" y="28242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53" name="모서리가 둥근 직사각형 2752">
            <a:extLst>
              <a:ext uri="{FF2B5EF4-FFF2-40B4-BE49-F238E27FC236}">
                <a16:creationId xmlns:a16="http://schemas.microsoft.com/office/drawing/2014/main" id="{53899D57-D0A6-DB73-99B1-C752B32078DE}"/>
              </a:ext>
            </a:extLst>
          </p:cNvPr>
          <p:cNvSpPr/>
          <p:nvPr/>
        </p:nvSpPr>
        <p:spPr>
          <a:xfrm>
            <a:off x="6878685" y="275053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54" name="직선 연결선 2753">
            <a:extLst>
              <a:ext uri="{FF2B5EF4-FFF2-40B4-BE49-F238E27FC236}">
                <a16:creationId xmlns:a16="http://schemas.microsoft.com/office/drawing/2014/main" id="{7CC5FE58-50E7-83CF-2121-D347802B8B21}"/>
              </a:ext>
            </a:extLst>
          </p:cNvPr>
          <p:cNvCxnSpPr/>
          <p:nvPr/>
        </p:nvCxnSpPr>
        <p:spPr>
          <a:xfrm flipH="1">
            <a:off x="6383129" y="3371363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5" name="직선 연결선 2754">
            <a:extLst>
              <a:ext uri="{FF2B5EF4-FFF2-40B4-BE49-F238E27FC236}">
                <a16:creationId xmlns:a16="http://schemas.microsoft.com/office/drawing/2014/main" id="{FE0E216B-E9A7-8C18-B9C3-BD3231484B36}"/>
              </a:ext>
            </a:extLst>
          </p:cNvPr>
          <p:cNvCxnSpPr/>
          <p:nvPr/>
        </p:nvCxnSpPr>
        <p:spPr>
          <a:xfrm>
            <a:off x="6196338" y="3273079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6" name="직선 연결선 2755">
            <a:extLst>
              <a:ext uri="{FF2B5EF4-FFF2-40B4-BE49-F238E27FC236}">
                <a16:creationId xmlns:a16="http://schemas.microsoft.com/office/drawing/2014/main" id="{D536E1DB-9606-8465-0CDA-C4B3F9927662}"/>
              </a:ext>
            </a:extLst>
          </p:cNvPr>
          <p:cNvCxnSpPr/>
          <p:nvPr/>
        </p:nvCxnSpPr>
        <p:spPr>
          <a:xfrm flipH="1">
            <a:off x="5909287" y="3264775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7" name="직선 연결선 2756">
            <a:extLst>
              <a:ext uri="{FF2B5EF4-FFF2-40B4-BE49-F238E27FC236}">
                <a16:creationId xmlns:a16="http://schemas.microsoft.com/office/drawing/2014/main" id="{9459F9D1-C910-14DD-7031-92076A415E5B}"/>
              </a:ext>
            </a:extLst>
          </p:cNvPr>
          <p:cNvCxnSpPr/>
          <p:nvPr/>
        </p:nvCxnSpPr>
        <p:spPr>
          <a:xfrm flipH="1">
            <a:off x="5778174" y="3370869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8" name="모서리가 둥근 직사각형 2757">
            <a:extLst>
              <a:ext uri="{FF2B5EF4-FFF2-40B4-BE49-F238E27FC236}">
                <a16:creationId xmlns:a16="http://schemas.microsoft.com/office/drawing/2014/main" id="{67B41F10-E216-7F92-6C0C-EAAB2E7EAE36}"/>
              </a:ext>
            </a:extLst>
          </p:cNvPr>
          <p:cNvSpPr/>
          <p:nvPr/>
        </p:nvSpPr>
        <p:spPr>
          <a:xfrm>
            <a:off x="6135619" y="3236394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2759" name="직선 연결선 2758">
            <a:extLst>
              <a:ext uri="{FF2B5EF4-FFF2-40B4-BE49-F238E27FC236}">
                <a16:creationId xmlns:a16="http://schemas.microsoft.com/office/drawing/2014/main" id="{CA5D00FC-1009-44C6-D9A2-A2E9376F0E07}"/>
              </a:ext>
            </a:extLst>
          </p:cNvPr>
          <p:cNvCxnSpPr/>
          <p:nvPr/>
        </p:nvCxnSpPr>
        <p:spPr>
          <a:xfrm flipH="1">
            <a:off x="5584168" y="3639004"/>
            <a:ext cx="194006" cy="1187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0" name="직선 연결선 2759">
            <a:extLst>
              <a:ext uri="{FF2B5EF4-FFF2-40B4-BE49-F238E27FC236}">
                <a16:creationId xmlns:a16="http://schemas.microsoft.com/office/drawing/2014/main" id="{E0439538-5B2D-F7C5-AABF-1D86A21CA74E}"/>
              </a:ext>
            </a:extLst>
          </p:cNvPr>
          <p:cNvCxnSpPr/>
          <p:nvPr/>
        </p:nvCxnSpPr>
        <p:spPr>
          <a:xfrm>
            <a:off x="5626187" y="3830466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1" name="직선 연결선 2760">
            <a:extLst>
              <a:ext uri="{FF2B5EF4-FFF2-40B4-BE49-F238E27FC236}">
                <a16:creationId xmlns:a16="http://schemas.microsoft.com/office/drawing/2014/main" id="{F4DA3D26-1FE0-0D5C-860A-3FBDEE7674BB}"/>
              </a:ext>
            </a:extLst>
          </p:cNvPr>
          <p:cNvCxnSpPr/>
          <p:nvPr/>
        </p:nvCxnSpPr>
        <p:spPr>
          <a:xfrm>
            <a:off x="5536325" y="3830466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2" name="직선 연결선 2761">
            <a:extLst>
              <a:ext uri="{FF2B5EF4-FFF2-40B4-BE49-F238E27FC236}">
                <a16:creationId xmlns:a16="http://schemas.microsoft.com/office/drawing/2014/main" id="{A5774FAD-9124-5117-0980-30642A9DD643}"/>
              </a:ext>
            </a:extLst>
          </p:cNvPr>
          <p:cNvCxnSpPr/>
          <p:nvPr/>
        </p:nvCxnSpPr>
        <p:spPr>
          <a:xfrm>
            <a:off x="5584167" y="3757752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3" name="직선 연결선 2762">
            <a:extLst>
              <a:ext uri="{FF2B5EF4-FFF2-40B4-BE49-F238E27FC236}">
                <a16:creationId xmlns:a16="http://schemas.microsoft.com/office/drawing/2014/main" id="{F0EED4A1-4552-AEB6-8000-4B2C63339363}"/>
              </a:ext>
            </a:extLst>
          </p:cNvPr>
          <p:cNvCxnSpPr/>
          <p:nvPr/>
        </p:nvCxnSpPr>
        <p:spPr>
          <a:xfrm flipH="1">
            <a:off x="5534124" y="3754379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4" name="모서리가 둥근 직사각형 2763">
            <a:extLst>
              <a:ext uri="{FF2B5EF4-FFF2-40B4-BE49-F238E27FC236}">
                <a16:creationId xmlns:a16="http://schemas.microsoft.com/office/drawing/2014/main" id="{7E8EB49C-75FE-C095-E620-7EFB9B8EF44B}"/>
              </a:ext>
            </a:extLst>
          </p:cNvPr>
          <p:cNvSpPr/>
          <p:nvPr/>
        </p:nvSpPr>
        <p:spPr>
          <a:xfrm>
            <a:off x="5498999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65" name="모서리가 둥근 직사각형 2764">
            <a:extLst>
              <a:ext uri="{FF2B5EF4-FFF2-40B4-BE49-F238E27FC236}">
                <a16:creationId xmlns:a16="http://schemas.microsoft.com/office/drawing/2014/main" id="{90D7BF34-3C1C-66C9-E510-C1FE988478B4}"/>
              </a:ext>
            </a:extLst>
          </p:cNvPr>
          <p:cNvSpPr/>
          <p:nvPr/>
        </p:nvSpPr>
        <p:spPr>
          <a:xfrm>
            <a:off x="5498999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66" name="모서리가 둥근 직사각형 2765">
            <a:extLst>
              <a:ext uri="{FF2B5EF4-FFF2-40B4-BE49-F238E27FC236}">
                <a16:creationId xmlns:a16="http://schemas.microsoft.com/office/drawing/2014/main" id="{9DAB74C7-C1FF-333A-D0C3-CD5D513FB9F1}"/>
              </a:ext>
            </a:extLst>
          </p:cNvPr>
          <p:cNvSpPr/>
          <p:nvPr/>
        </p:nvSpPr>
        <p:spPr>
          <a:xfrm>
            <a:off x="5588479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67" name="모서리가 둥근 직사각형 2766">
            <a:extLst>
              <a:ext uri="{FF2B5EF4-FFF2-40B4-BE49-F238E27FC236}">
                <a16:creationId xmlns:a16="http://schemas.microsoft.com/office/drawing/2014/main" id="{A00DC40F-F890-ADB2-8165-441479EC1B99}"/>
              </a:ext>
            </a:extLst>
          </p:cNvPr>
          <p:cNvSpPr/>
          <p:nvPr/>
        </p:nvSpPr>
        <p:spPr>
          <a:xfrm>
            <a:off x="5588479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68" name="모서리가 둥근 직사각형 2767">
            <a:extLst>
              <a:ext uri="{FF2B5EF4-FFF2-40B4-BE49-F238E27FC236}">
                <a16:creationId xmlns:a16="http://schemas.microsoft.com/office/drawing/2014/main" id="{CC8178A8-E8CE-4674-B019-BAC42FF45278}"/>
              </a:ext>
            </a:extLst>
          </p:cNvPr>
          <p:cNvSpPr/>
          <p:nvPr/>
        </p:nvSpPr>
        <p:spPr>
          <a:xfrm>
            <a:off x="5546459" y="372796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69" name="직선 연결선 2768">
            <a:extLst>
              <a:ext uri="{FF2B5EF4-FFF2-40B4-BE49-F238E27FC236}">
                <a16:creationId xmlns:a16="http://schemas.microsoft.com/office/drawing/2014/main" id="{5BCEDC68-BB6D-B3A6-9BC3-02161E6B7320}"/>
              </a:ext>
            </a:extLst>
          </p:cNvPr>
          <p:cNvCxnSpPr/>
          <p:nvPr/>
        </p:nvCxnSpPr>
        <p:spPr>
          <a:xfrm>
            <a:off x="5779317" y="3639786"/>
            <a:ext cx="188051" cy="6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0" name="모서리가 둥근 직사각형 2769">
            <a:extLst>
              <a:ext uri="{FF2B5EF4-FFF2-40B4-BE49-F238E27FC236}">
                <a16:creationId xmlns:a16="http://schemas.microsoft.com/office/drawing/2014/main" id="{5DB368CA-6C6A-43A9-AB64-E8A29E1A6F3B}"/>
              </a:ext>
            </a:extLst>
          </p:cNvPr>
          <p:cNvSpPr/>
          <p:nvPr/>
        </p:nvSpPr>
        <p:spPr>
          <a:xfrm>
            <a:off x="5746853" y="361410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771" name="직선 연결선 2770">
            <a:extLst>
              <a:ext uri="{FF2B5EF4-FFF2-40B4-BE49-F238E27FC236}">
                <a16:creationId xmlns:a16="http://schemas.microsoft.com/office/drawing/2014/main" id="{1B3723F2-CE2F-402B-093A-68C9CBAE77F9}"/>
              </a:ext>
            </a:extLst>
          </p:cNvPr>
          <p:cNvCxnSpPr/>
          <p:nvPr/>
        </p:nvCxnSpPr>
        <p:spPr>
          <a:xfrm>
            <a:off x="5714873" y="3779802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2" name="직선 연결선 2771">
            <a:extLst>
              <a:ext uri="{FF2B5EF4-FFF2-40B4-BE49-F238E27FC236}">
                <a16:creationId xmlns:a16="http://schemas.microsoft.com/office/drawing/2014/main" id="{34896FE8-0BF3-97BC-701E-752A5E4ADD6B}"/>
              </a:ext>
            </a:extLst>
          </p:cNvPr>
          <p:cNvCxnSpPr/>
          <p:nvPr/>
        </p:nvCxnSpPr>
        <p:spPr>
          <a:xfrm>
            <a:off x="5672853" y="3707089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3" name="모서리가 둥근 직사각형 2772">
            <a:extLst>
              <a:ext uri="{FF2B5EF4-FFF2-40B4-BE49-F238E27FC236}">
                <a16:creationId xmlns:a16="http://schemas.microsoft.com/office/drawing/2014/main" id="{9056D20F-D9CA-0D64-1153-653AB31F9AA2}"/>
              </a:ext>
            </a:extLst>
          </p:cNvPr>
          <p:cNvSpPr/>
          <p:nvPr/>
        </p:nvSpPr>
        <p:spPr>
          <a:xfrm>
            <a:off x="5677164" y="38247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74" name="모서리가 둥근 직사각형 2773">
            <a:extLst>
              <a:ext uri="{FF2B5EF4-FFF2-40B4-BE49-F238E27FC236}">
                <a16:creationId xmlns:a16="http://schemas.microsoft.com/office/drawing/2014/main" id="{0692CCC0-7DE1-8628-6569-7521B612CA1C}"/>
              </a:ext>
            </a:extLst>
          </p:cNvPr>
          <p:cNvSpPr/>
          <p:nvPr/>
        </p:nvSpPr>
        <p:spPr>
          <a:xfrm>
            <a:off x="5677164" y="37510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75" name="모서리가 둥근 직사각형 2774">
            <a:extLst>
              <a:ext uri="{FF2B5EF4-FFF2-40B4-BE49-F238E27FC236}">
                <a16:creationId xmlns:a16="http://schemas.microsoft.com/office/drawing/2014/main" id="{1E667AEA-2CDB-2B92-B45B-A3CEE5DCE96D}"/>
              </a:ext>
            </a:extLst>
          </p:cNvPr>
          <p:cNvSpPr/>
          <p:nvPr/>
        </p:nvSpPr>
        <p:spPr>
          <a:xfrm>
            <a:off x="5635145" y="36773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76" name="직선 연결선 2775">
            <a:extLst>
              <a:ext uri="{FF2B5EF4-FFF2-40B4-BE49-F238E27FC236}">
                <a16:creationId xmlns:a16="http://schemas.microsoft.com/office/drawing/2014/main" id="{4F0A4EFB-9E6A-008D-D9AE-21AAD2227F22}"/>
              </a:ext>
            </a:extLst>
          </p:cNvPr>
          <p:cNvCxnSpPr/>
          <p:nvPr/>
        </p:nvCxnSpPr>
        <p:spPr>
          <a:xfrm flipH="1">
            <a:off x="5878683" y="3706485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7" name="직선 연결선 2776">
            <a:extLst>
              <a:ext uri="{FF2B5EF4-FFF2-40B4-BE49-F238E27FC236}">
                <a16:creationId xmlns:a16="http://schemas.microsoft.com/office/drawing/2014/main" id="{849298AA-65FC-9905-6AC7-209C1966CB38}"/>
              </a:ext>
            </a:extLst>
          </p:cNvPr>
          <p:cNvCxnSpPr/>
          <p:nvPr/>
        </p:nvCxnSpPr>
        <p:spPr>
          <a:xfrm>
            <a:off x="5920701" y="3830466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8" name="직선 연결선 2777">
            <a:extLst>
              <a:ext uri="{FF2B5EF4-FFF2-40B4-BE49-F238E27FC236}">
                <a16:creationId xmlns:a16="http://schemas.microsoft.com/office/drawing/2014/main" id="{7906FB18-4DD5-60D4-64B3-62308D68D684}"/>
              </a:ext>
            </a:extLst>
          </p:cNvPr>
          <p:cNvCxnSpPr/>
          <p:nvPr/>
        </p:nvCxnSpPr>
        <p:spPr>
          <a:xfrm>
            <a:off x="5830839" y="3830466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9" name="직선 연결선 2778">
            <a:extLst>
              <a:ext uri="{FF2B5EF4-FFF2-40B4-BE49-F238E27FC236}">
                <a16:creationId xmlns:a16="http://schemas.microsoft.com/office/drawing/2014/main" id="{1BAAEA6F-C7A9-7D86-242A-2BC87A1E2727}"/>
              </a:ext>
            </a:extLst>
          </p:cNvPr>
          <p:cNvCxnSpPr/>
          <p:nvPr/>
        </p:nvCxnSpPr>
        <p:spPr>
          <a:xfrm>
            <a:off x="5878682" y="3757752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0" name="직선 연결선 2779">
            <a:extLst>
              <a:ext uri="{FF2B5EF4-FFF2-40B4-BE49-F238E27FC236}">
                <a16:creationId xmlns:a16="http://schemas.microsoft.com/office/drawing/2014/main" id="{C041C1E4-F3A4-AB97-12EE-1078EBBB3BD4}"/>
              </a:ext>
            </a:extLst>
          </p:cNvPr>
          <p:cNvCxnSpPr/>
          <p:nvPr/>
        </p:nvCxnSpPr>
        <p:spPr>
          <a:xfrm flipH="1">
            <a:off x="5828639" y="3754379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1" name="모서리가 둥근 직사각형 2780">
            <a:extLst>
              <a:ext uri="{FF2B5EF4-FFF2-40B4-BE49-F238E27FC236}">
                <a16:creationId xmlns:a16="http://schemas.microsoft.com/office/drawing/2014/main" id="{C066098C-61F5-D4B3-F432-0C70D92DECE9}"/>
              </a:ext>
            </a:extLst>
          </p:cNvPr>
          <p:cNvSpPr/>
          <p:nvPr/>
        </p:nvSpPr>
        <p:spPr>
          <a:xfrm>
            <a:off x="5793514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82" name="모서리가 둥근 직사각형 2781">
            <a:extLst>
              <a:ext uri="{FF2B5EF4-FFF2-40B4-BE49-F238E27FC236}">
                <a16:creationId xmlns:a16="http://schemas.microsoft.com/office/drawing/2014/main" id="{FFD4BC5A-D7B3-0298-FA57-7F09C9841031}"/>
              </a:ext>
            </a:extLst>
          </p:cNvPr>
          <p:cNvSpPr/>
          <p:nvPr/>
        </p:nvSpPr>
        <p:spPr>
          <a:xfrm>
            <a:off x="5793514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83" name="모서리가 둥근 직사각형 2782">
            <a:extLst>
              <a:ext uri="{FF2B5EF4-FFF2-40B4-BE49-F238E27FC236}">
                <a16:creationId xmlns:a16="http://schemas.microsoft.com/office/drawing/2014/main" id="{9331B537-1580-BE96-FF76-63866B90CC62}"/>
              </a:ext>
            </a:extLst>
          </p:cNvPr>
          <p:cNvSpPr/>
          <p:nvPr/>
        </p:nvSpPr>
        <p:spPr>
          <a:xfrm>
            <a:off x="5882993" y="38754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84" name="모서리가 둥근 직사각형 2783">
            <a:extLst>
              <a:ext uri="{FF2B5EF4-FFF2-40B4-BE49-F238E27FC236}">
                <a16:creationId xmlns:a16="http://schemas.microsoft.com/office/drawing/2014/main" id="{E4B7B1BB-60D3-3E70-01FB-44A2C29563A9}"/>
              </a:ext>
            </a:extLst>
          </p:cNvPr>
          <p:cNvSpPr/>
          <p:nvPr/>
        </p:nvSpPr>
        <p:spPr>
          <a:xfrm>
            <a:off x="5882993" y="380170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85" name="모서리가 둥근 직사각형 2784">
            <a:extLst>
              <a:ext uri="{FF2B5EF4-FFF2-40B4-BE49-F238E27FC236}">
                <a16:creationId xmlns:a16="http://schemas.microsoft.com/office/drawing/2014/main" id="{02D951FA-FF16-8DBB-4B4F-DEE00534171E}"/>
              </a:ext>
            </a:extLst>
          </p:cNvPr>
          <p:cNvSpPr/>
          <p:nvPr/>
        </p:nvSpPr>
        <p:spPr>
          <a:xfrm>
            <a:off x="5840974" y="372796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86" name="직선 연결선 2785">
            <a:extLst>
              <a:ext uri="{FF2B5EF4-FFF2-40B4-BE49-F238E27FC236}">
                <a16:creationId xmlns:a16="http://schemas.microsoft.com/office/drawing/2014/main" id="{8AD23F32-1C5A-9164-091F-27DD57AD1575}"/>
              </a:ext>
            </a:extLst>
          </p:cNvPr>
          <p:cNvCxnSpPr/>
          <p:nvPr/>
        </p:nvCxnSpPr>
        <p:spPr>
          <a:xfrm>
            <a:off x="6009387" y="3779802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7" name="직선 연결선 2786">
            <a:extLst>
              <a:ext uri="{FF2B5EF4-FFF2-40B4-BE49-F238E27FC236}">
                <a16:creationId xmlns:a16="http://schemas.microsoft.com/office/drawing/2014/main" id="{A963B6A2-2C9B-33C3-967A-D8DCD827F06E}"/>
              </a:ext>
            </a:extLst>
          </p:cNvPr>
          <p:cNvCxnSpPr/>
          <p:nvPr/>
        </p:nvCxnSpPr>
        <p:spPr>
          <a:xfrm>
            <a:off x="5967368" y="3707089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8" name="모서리가 둥근 직사각형 2787">
            <a:extLst>
              <a:ext uri="{FF2B5EF4-FFF2-40B4-BE49-F238E27FC236}">
                <a16:creationId xmlns:a16="http://schemas.microsoft.com/office/drawing/2014/main" id="{5B851224-6DEB-E3F7-AC43-BB96A08D0EA9}"/>
              </a:ext>
            </a:extLst>
          </p:cNvPr>
          <p:cNvSpPr/>
          <p:nvPr/>
        </p:nvSpPr>
        <p:spPr>
          <a:xfrm>
            <a:off x="5971679" y="382477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89" name="모서리가 둥근 직사각형 2788">
            <a:extLst>
              <a:ext uri="{FF2B5EF4-FFF2-40B4-BE49-F238E27FC236}">
                <a16:creationId xmlns:a16="http://schemas.microsoft.com/office/drawing/2014/main" id="{EDACE789-6F35-BBBA-A877-206053FC6B49}"/>
              </a:ext>
            </a:extLst>
          </p:cNvPr>
          <p:cNvSpPr/>
          <p:nvPr/>
        </p:nvSpPr>
        <p:spPr>
          <a:xfrm>
            <a:off x="5971679" y="375104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90" name="모서리가 둥근 직사각형 2789">
            <a:extLst>
              <a:ext uri="{FF2B5EF4-FFF2-40B4-BE49-F238E27FC236}">
                <a16:creationId xmlns:a16="http://schemas.microsoft.com/office/drawing/2014/main" id="{B98435A8-E11A-CF73-491B-AE8CEDEADCEB}"/>
              </a:ext>
            </a:extLst>
          </p:cNvPr>
          <p:cNvSpPr/>
          <p:nvPr/>
        </p:nvSpPr>
        <p:spPr>
          <a:xfrm>
            <a:off x="5929660" y="367730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791" name="직선 연결선 2790">
            <a:extLst>
              <a:ext uri="{FF2B5EF4-FFF2-40B4-BE49-F238E27FC236}">
                <a16:creationId xmlns:a16="http://schemas.microsoft.com/office/drawing/2014/main" id="{B589FA22-7F59-8BA4-0C1C-D5F539345A4D}"/>
              </a:ext>
            </a:extLst>
          </p:cNvPr>
          <p:cNvCxnSpPr/>
          <p:nvPr/>
        </p:nvCxnSpPr>
        <p:spPr>
          <a:xfrm flipH="1">
            <a:off x="6183872" y="3645270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2" name="직선 연결선 2791">
            <a:extLst>
              <a:ext uri="{FF2B5EF4-FFF2-40B4-BE49-F238E27FC236}">
                <a16:creationId xmlns:a16="http://schemas.microsoft.com/office/drawing/2014/main" id="{6427E221-CEF0-193E-680D-7E3C69DF7A76}"/>
              </a:ext>
            </a:extLst>
          </p:cNvPr>
          <p:cNvCxnSpPr/>
          <p:nvPr/>
        </p:nvCxnSpPr>
        <p:spPr>
          <a:xfrm>
            <a:off x="6225891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3" name="직선 연결선 2792">
            <a:extLst>
              <a:ext uri="{FF2B5EF4-FFF2-40B4-BE49-F238E27FC236}">
                <a16:creationId xmlns:a16="http://schemas.microsoft.com/office/drawing/2014/main" id="{623ECAA8-FF58-62F2-3DCF-0B79432A6CCE}"/>
              </a:ext>
            </a:extLst>
          </p:cNvPr>
          <p:cNvCxnSpPr/>
          <p:nvPr/>
        </p:nvCxnSpPr>
        <p:spPr>
          <a:xfrm>
            <a:off x="6136029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4" name="직선 연결선 2793">
            <a:extLst>
              <a:ext uri="{FF2B5EF4-FFF2-40B4-BE49-F238E27FC236}">
                <a16:creationId xmlns:a16="http://schemas.microsoft.com/office/drawing/2014/main" id="{FB4C9D27-5A04-23D7-C1DE-F5E519C27214}"/>
              </a:ext>
            </a:extLst>
          </p:cNvPr>
          <p:cNvCxnSpPr/>
          <p:nvPr/>
        </p:nvCxnSpPr>
        <p:spPr>
          <a:xfrm>
            <a:off x="6183872" y="37640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5" name="직선 연결선 2794">
            <a:extLst>
              <a:ext uri="{FF2B5EF4-FFF2-40B4-BE49-F238E27FC236}">
                <a16:creationId xmlns:a16="http://schemas.microsoft.com/office/drawing/2014/main" id="{93E6937B-07BC-87AB-43B6-312DB8ECE84B}"/>
              </a:ext>
            </a:extLst>
          </p:cNvPr>
          <p:cNvCxnSpPr/>
          <p:nvPr/>
        </p:nvCxnSpPr>
        <p:spPr>
          <a:xfrm flipH="1">
            <a:off x="6133828" y="37606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6" name="모서리가 둥근 직사각형 2795">
            <a:extLst>
              <a:ext uri="{FF2B5EF4-FFF2-40B4-BE49-F238E27FC236}">
                <a16:creationId xmlns:a16="http://schemas.microsoft.com/office/drawing/2014/main" id="{AB243388-E825-B2CF-1513-078E8717A14F}"/>
              </a:ext>
            </a:extLst>
          </p:cNvPr>
          <p:cNvSpPr/>
          <p:nvPr/>
        </p:nvSpPr>
        <p:spPr>
          <a:xfrm>
            <a:off x="6098704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97" name="모서리가 둥근 직사각형 2796">
            <a:extLst>
              <a:ext uri="{FF2B5EF4-FFF2-40B4-BE49-F238E27FC236}">
                <a16:creationId xmlns:a16="http://schemas.microsoft.com/office/drawing/2014/main" id="{DC512FBB-B979-49AD-5E65-7B1FF8329D41}"/>
              </a:ext>
            </a:extLst>
          </p:cNvPr>
          <p:cNvSpPr/>
          <p:nvPr/>
        </p:nvSpPr>
        <p:spPr>
          <a:xfrm>
            <a:off x="6098704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98" name="모서리가 둥근 직사각형 2797">
            <a:extLst>
              <a:ext uri="{FF2B5EF4-FFF2-40B4-BE49-F238E27FC236}">
                <a16:creationId xmlns:a16="http://schemas.microsoft.com/office/drawing/2014/main" id="{ADBFD4A4-2140-D68B-6DEB-F6117B64CC20}"/>
              </a:ext>
            </a:extLst>
          </p:cNvPr>
          <p:cNvSpPr/>
          <p:nvPr/>
        </p:nvSpPr>
        <p:spPr>
          <a:xfrm>
            <a:off x="6188182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799" name="모서리가 둥근 직사각형 2798">
            <a:extLst>
              <a:ext uri="{FF2B5EF4-FFF2-40B4-BE49-F238E27FC236}">
                <a16:creationId xmlns:a16="http://schemas.microsoft.com/office/drawing/2014/main" id="{75D96C28-BE8A-3A44-5404-53E00CE6BED5}"/>
              </a:ext>
            </a:extLst>
          </p:cNvPr>
          <p:cNvSpPr/>
          <p:nvPr/>
        </p:nvSpPr>
        <p:spPr>
          <a:xfrm>
            <a:off x="6188182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00" name="모서리가 둥근 직사각형 2799">
            <a:extLst>
              <a:ext uri="{FF2B5EF4-FFF2-40B4-BE49-F238E27FC236}">
                <a16:creationId xmlns:a16="http://schemas.microsoft.com/office/drawing/2014/main" id="{3497249F-1AE5-7908-3886-EC25A8513974}"/>
              </a:ext>
            </a:extLst>
          </p:cNvPr>
          <p:cNvSpPr/>
          <p:nvPr/>
        </p:nvSpPr>
        <p:spPr>
          <a:xfrm>
            <a:off x="6146163" y="373423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01" name="직선 연결선 2800">
            <a:extLst>
              <a:ext uri="{FF2B5EF4-FFF2-40B4-BE49-F238E27FC236}">
                <a16:creationId xmlns:a16="http://schemas.microsoft.com/office/drawing/2014/main" id="{E5616430-218A-D424-BC00-2D123D333827}"/>
              </a:ext>
            </a:extLst>
          </p:cNvPr>
          <p:cNvCxnSpPr/>
          <p:nvPr/>
        </p:nvCxnSpPr>
        <p:spPr>
          <a:xfrm>
            <a:off x="6379021" y="364605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2" name="모서리가 둥근 직사각형 2801">
            <a:extLst>
              <a:ext uri="{FF2B5EF4-FFF2-40B4-BE49-F238E27FC236}">
                <a16:creationId xmlns:a16="http://schemas.microsoft.com/office/drawing/2014/main" id="{1EBDB12D-7B5D-C24F-B66C-FAD59D5C7019}"/>
              </a:ext>
            </a:extLst>
          </p:cNvPr>
          <p:cNvSpPr/>
          <p:nvPr/>
        </p:nvSpPr>
        <p:spPr>
          <a:xfrm>
            <a:off x="6346557" y="362037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803" name="직선 연결선 2802">
            <a:extLst>
              <a:ext uri="{FF2B5EF4-FFF2-40B4-BE49-F238E27FC236}">
                <a16:creationId xmlns:a16="http://schemas.microsoft.com/office/drawing/2014/main" id="{8BB8FC44-A31D-C15B-3252-026A519BEE51}"/>
              </a:ext>
            </a:extLst>
          </p:cNvPr>
          <p:cNvCxnSpPr/>
          <p:nvPr/>
        </p:nvCxnSpPr>
        <p:spPr>
          <a:xfrm>
            <a:off x="6314576" y="378606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4" name="직선 연결선 2803">
            <a:extLst>
              <a:ext uri="{FF2B5EF4-FFF2-40B4-BE49-F238E27FC236}">
                <a16:creationId xmlns:a16="http://schemas.microsoft.com/office/drawing/2014/main" id="{29407220-4AA3-CC53-50F8-46FD8E3793A7}"/>
              </a:ext>
            </a:extLst>
          </p:cNvPr>
          <p:cNvCxnSpPr/>
          <p:nvPr/>
        </p:nvCxnSpPr>
        <p:spPr>
          <a:xfrm>
            <a:off x="6272557" y="37133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5" name="모서리가 둥근 직사각형 2804">
            <a:extLst>
              <a:ext uri="{FF2B5EF4-FFF2-40B4-BE49-F238E27FC236}">
                <a16:creationId xmlns:a16="http://schemas.microsoft.com/office/drawing/2014/main" id="{3B5E7147-BA5D-FC7E-5517-E169547F2EA5}"/>
              </a:ext>
            </a:extLst>
          </p:cNvPr>
          <p:cNvSpPr/>
          <p:nvPr/>
        </p:nvSpPr>
        <p:spPr>
          <a:xfrm>
            <a:off x="6276868" y="38310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06" name="모서리가 둥근 직사각형 2805">
            <a:extLst>
              <a:ext uri="{FF2B5EF4-FFF2-40B4-BE49-F238E27FC236}">
                <a16:creationId xmlns:a16="http://schemas.microsoft.com/office/drawing/2014/main" id="{CF03B51F-7F95-CA4C-5C39-6C87A7363E71}"/>
              </a:ext>
            </a:extLst>
          </p:cNvPr>
          <p:cNvSpPr/>
          <p:nvPr/>
        </p:nvSpPr>
        <p:spPr>
          <a:xfrm>
            <a:off x="6276868" y="37573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07" name="모서리가 둥근 직사각형 2806">
            <a:extLst>
              <a:ext uri="{FF2B5EF4-FFF2-40B4-BE49-F238E27FC236}">
                <a16:creationId xmlns:a16="http://schemas.microsoft.com/office/drawing/2014/main" id="{84CC54E3-3E1D-ED07-534A-0D6F19095ACB}"/>
              </a:ext>
            </a:extLst>
          </p:cNvPr>
          <p:cNvSpPr/>
          <p:nvPr/>
        </p:nvSpPr>
        <p:spPr>
          <a:xfrm>
            <a:off x="6234849" y="36835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08" name="직선 연결선 2807">
            <a:extLst>
              <a:ext uri="{FF2B5EF4-FFF2-40B4-BE49-F238E27FC236}">
                <a16:creationId xmlns:a16="http://schemas.microsoft.com/office/drawing/2014/main" id="{A3ABAF1F-1843-24BA-98B5-34E92F469C56}"/>
              </a:ext>
            </a:extLst>
          </p:cNvPr>
          <p:cNvCxnSpPr/>
          <p:nvPr/>
        </p:nvCxnSpPr>
        <p:spPr>
          <a:xfrm flipH="1">
            <a:off x="6478386" y="3712751"/>
            <a:ext cx="88685" cy="512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9" name="직선 연결선 2808">
            <a:extLst>
              <a:ext uri="{FF2B5EF4-FFF2-40B4-BE49-F238E27FC236}">
                <a16:creationId xmlns:a16="http://schemas.microsoft.com/office/drawing/2014/main" id="{75241BEC-2D1E-4DB3-51A1-15EEDA12B1F1}"/>
              </a:ext>
            </a:extLst>
          </p:cNvPr>
          <p:cNvCxnSpPr/>
          <p:nvPr/>
        </p:nvCxnSpPr>
        <p:spPr>
          <a:xfrm>
            <a:off x="6520405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0" name="직선 연결선 2809">
            <a:extLst>
              <a:ext uri="{FF2B5EF4-FFF2-40B4-BE49-F238E27FC236}">
                <a16:creationId xmlns:a16="http://schemas.microsoft.com/office/drawing/2014/main" id="{DCE27982-55C1-DDC4-FDA7-4C067352D770}"/>
              </a:ext>
            </a:extLst>
          </p:cNvPr>
          <p:cNvCxnSpPr/>
          <p:nvPr/>
        </p:nvCxnSpPr>
        <p:spPr>
          <a:xfrm>
            <a:off x="6430544" y="383673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1" name="직선 연결선 2810">
            <a:extLst>
              <a:ext uri="{FF2B5EF4-FFF2-40B4-BE49-F238E27FC236}">
                <a16:creationId xmlns:a16="http://schemas.microsoft.com/office/drawing/2014/main" id="{49A4A1E4-3D45-6025-ABDC-80543893E05A}"/>
              </a:ext>
            </a:extLst>
          </p:cNvPr>
          <p:cNvCxnSpPr/>
          <p:nvPr/>
        </p:nvCxnSpPr>
        <p:spPr>
          <a:xfrm>
            <a:off x="6478386" y="376401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2" name="직선 연결선 2811">
            <a:extLst>
              <a:ext uri="{FF2B5EF4-FFF2-40B4-BE49-F238E27FC236}">
                <a16:creationId xmlns:a16="http://schemas.microsoft.com/office/drawing/2014/main" id="{7D28822F-70F0-6CE3-EAAE-D5A63C110C7C}"/>
              </a:ext>
            </a:extLst>
          </p:cNvPr>
          <p:cNvCxnSpPr/>
          <p:nvPr/>
        </p:nvCxnSpPr>
        <p:spPr>
          <a:xfrm flipH="1">
            <a:off x="6428343" y="3760645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3" name="모서리가 둥근 직사각형 2812">
            <a:extLst>
              <a:ext uri="{FF2B5EF4-FFF2-40B4-BE49-F238E27FC236}">
                <a16:creationId xmlns:a16="http://schemas.microsoft.com/office/drawing/2014/main" id="{158572A2-41B4-0FC0-7009-D1BED1C1BCCB}"/>
              </a:ext>
            </a:extLst>
          </p:cNvPr>
          <p:cNvSpPr/>
          <p:nvPr/>
        </p:nvSpPr>
        <p:spPr>
          <a:xfrm>
            <a:off x="6393218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4" name="모서리가 둥근 직사각형 2813">
            <a:extLst>
              <a:ext uri="{FF2B5EF4-FFF2-40B4-BE49-F238E27FC236}">
                <a16:creationId xmlns:a16="http://schemas.microsoft.com/office/drawing/2014/main" id="{A2E01272-C579-6269-3F0B-C2F00DBF9883}"/>
              </a:ext>
            </a:extLst>
          </p:cNvPr>
          <p:cNvSpPr/>
          <p:nvPr/>
        </p:nvSpPr>
        <p:spPr>
          <a:xfrm>
            <a:off x="6393218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5" name="모서리가 둥근 직사각형 2814">
            <a:extLst>
              <a:ext uri="{FF2B5EF4-FFF2-40B4-BE49-F238E27FC236}">
                <a16:creationId xmlns:a16="http://schemas.microsoft.com/office/drawing/2014/main" id="{B1A9BA5A-886D-E7F7-C85F-50D4E95BFF26}"/>
              </a:ext>
            </a:extLst>
          </p:cNvPr>
          <p:cNvSpPr/>
          <p:nvPr/>
        </p:nvSpPr>
        <p:spPr>
          <a:xfrm>
            <a:off x="6482697" y="388170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6" name="모서리가 둥근 직사각형 2815">
            <a:extLst>
              <a:ext uri="{FF2B5EF4-FFF2-40B4-BE49-F238E27FC236}">
                <a16:creationId xmlns:a16="http://schemas.microsoft.com/office/drawing/2014/main" id="{DA375937-592E-78BA-769D-8A00FE2B74D9}"/>
              </a:ext>
            </a:extLst>
          </p:cNvPr>
          <p:cNvSpPr/>
          <p:nvPr/>
        </p:nvSpPr>
        <p:spPr>
          <a:xfrm>
            <a:off x="6482697" y="38079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17" name="모서리가 둥근 직사각형 2816">
            <a:extLst>
              <a:ext uri="{FF2B5EF4-FFF2-40B4-BE49-F238E27FC236}">
                <a16:creationId xmlns:a16="http://schemas.microsoft.com/office/drawing/2014/main" id="{C5E0C40E-0D90-73E2-9849-95E358EAA1AF}"/>
              </a:ext>
            </a:extLst>
          </p:cNvPr>
          <p:cNvSpPr/>
          <p:nvPr/>
        </p:nvSpPr>
        <p:spPr>
          <a:xfrm>
            <a:off x="6440678" y="373423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18" name="직선 연결선 2817">
            <a:extLst>
              <a:ext uri="{FF2B5EF4-FFF2-40B4-BE49-F238E27FC236}">
                <a16:creationId xmlns:a16="http://schemas.microsoft.com/office/drawing/2014/main" id="{23352233-23E4-5E3F-AD51-8D4C46586AB9}"/>
              </a:ext>
            </a:extLst>
          </p:cNvPr>
          <p:cNvCxnSpPr/>
          <p:nvPr/>
        </p:nvCxnSpPr>
        <p:spPr>
          <a:xfrm>
            <a:off x="6609091" y="378606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9" name="직선 연결선 2818">
            <a:extLst>
              <a:ext uri="{FF2B5EF4-FFF2-40B4-BE49-F238E27FC236}">
                <a16:creationId xmlns:a16="http://schemas.microsoft.com/office/drawing/2014/main" id="{B6B55F68-9718-77E5-864D-70FCDB979021}"/>
              </a:ext>
            </a:extLst>
          </p:cNvPr>
          <p:cNvCxnSpPr/>
          <p:nvPr/>
        </p:nvCxnSpPr>
        <p:spPr>
          <a:xfrm>
            <a:off x="6567072" y="371335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0" name="모서리가 둥근 직사각형 2819">
            <a:extLst>
              <a:ext uri="{FF2B5EF4-FFF2-40B4-BE49-F238E27FC236}">
                <a16:creationId xmlns:a16="http://schemas.microsoft.com/office/drawing/2014/main" id="{0FB483D8-62C0-C94C-C847-4C8AFC4110B6}"/>
              </a:ext>
            </a:extLst>
          </p:cNvPr>
          <p:cNvSpPr/>
          <p:nvPr/>
        </p:nvSpPr>
        <p:spPr>
          <a:xfrm>
            <a:off x="6571383" y="383104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21" name="모서리가 둥근 직사각형 2820">
            <a:extLst>
              <a:ext uri="{FF2B5EF4-FFF2-40B4-BE49-F238E27FC236}">
                <a16:creationId xmlns:a16="http://schemas.microsoft.com/office/drawing/2014/main" id="{2BB9BB9C-D600-9B7C-1E40-9BF2E8FBE01E}"/>
              </a:ext>
            </a:extLst>
          </p:cNvPr>
          <p:cNvSpPr/>
          <p:nvPr/>
        </p:nvSpPr>
        <p:spPr>
          <a:xfrm>
            <a:off x="6571383" y="375730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22" name="모서리가 둥근 직사각형 2821">
            <a:extLst>
              <a:ext uri="{FF2B5EF4-FFF2-40B4-BE49-F238E27FC236}">
                <a16:creationId xmlns:a16="http://schemas.microsoft.com/office/drawing/2014/main" id="{210FCE35-90C2-A1DD-0952-72CE9A926F10}"/>
              </a:ext>
            </a:extLst>
          </p:cNvPr>
          <p:cNvSpPr/>
          <p:nvPr/>
        </p:nvSpPr>
        <p:spPr>
          <a:xfrm>
            <a:off x="6529363" y="368356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23" name="직선 연결선 2822">
            <a:extLst>
              <a:ext uri="{FF2B5EF4-FFF2-40B4-BE49-F238E27FC236}">
                <a16:creationId xmlns:a16="http://schemas.microsoft.com/office/drawing/2014/main" id="{3CEB5D18-CC5C-15F9-E9A1-5AD88E8B18E4}"/>
              </a:ext>
            </a:extLst>
          </p:cNvPr>
          <p:cNvCxnSpPr/>
          <p:nvPr/>
        </p:nvCxnSpPr>
        <p:spPr>
          <a:xfrm>
            <a:off x="5904977" y="337054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4" name="모서리가 둥근 직사각형 2823">
            <a:extLst>
              <a:ext uri="{FF2B5EF4-FFF2-40B4-BE49-F238E27FC236}">
                <a16:creationId xmlns:a16="http://schemas.microsoft.com/office/drawing/2014/main" id="{55085598-60D2-1075-9BCB-8B0EB76CF211}"/>
              </a:ext>
            </a:extLst>
          </p:cNvPr>
          <p:cNvSpPr/>
          <p:nvPr/>
        </p:nvSpPr>
        <p:spPr>
          <a:xfrm>
            <a:off x="5872513" y="334486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825" name="직선 연결선 2824">
            <a:extLst>
              <a:ext uri="{FF2B5EF4-FFF2-40B4-BE49-F238E27FC236}">
                <a16:creationId xmlns:a16="http://schemas.microsoft.com/office/drawing/2014/main" id="{D0B6E94C-A11C-A9D0-5AA4-6EF6A111B16A}"/>
              </a:ext>
            </a:extLst>
          </p:cNvPr>
          <p:cNvCxnSpPr/>
          <p:nvPr/>
        </p:nvCxnSpPr>
        <p:spPr>
          <a:xfrm flipH="1">
            <a:off x="6004343" y="343724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6" name="직선 연결선 2825">
            <a:extLst>
              <a:ext uri="{FF2B5EF4-FFF2-40B4-BE49-F238E27FC236}">
                <a16:creationId xmlns:a16="http://schemas.microsoft.com/office/drawing/2014/main" id="{82078BA5-1B5D-85C5-1C1D-7F02960E79A8}"/>
              </a:ext>
            </a:extLst>
          </p:cNvPr>
          <p:cNvCxnSpPr/>
          <p:nvPr/>
        </p:nvCxnSpPr>
        <p:spPr>
          <a:xfrm>
            <a:off x="6046362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7" name="직선 연결선 2826">
            <a:extLst>
              <a:ext uri="{FF2B5EF4-FFF2-40B4-BE49-F238E27FC236}">
                <a16:creationId xmlns:a16="http://schemas.microsoft.com/office/drawing/2014/main" id="{849D4E5C-6914-9EAA-7EBB-E15C6AE1702A}"/>
              </a:ext>
            </a:extLst>
          </p:cNvPr>
          <p:cNvCxnSpPr/>
          <p:nvPr/>
        </p:nvCxnSpPr>
        <p:spPr>
          <a:xfrm>
            <a:off x="5956500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8" name="직선 연결선 2827">
            <a:extLst>
              <a:ext uri="{FF2B5EF4-FFF2-40B4-BE49-F238E27FC236}">
                <a16:creationId xmlns:a16="http://schemas.microsoft.com/office/drawing/2014/main" id="{BC07B29A-CAED-4ED6-FF53-ED53EE2DFCDE}"/>
              </a:ext>
            </a:extLst>
          </p:cNvPr>
          <p:cNvCxnSpPr/>
          <p:nvPr/>
        </p:nvCxnSpPr>
        <p:spPr>
          <a:xfrm>
            <a:off x="6004343" y="348850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9" name="직선 연결선 2828">
            <a:extLst>
              <a:ext uri="{FF2B5EF4-FFF2-40B4-BE49-F238E27FC236}">
                <a16:creationId xmlns:a16="http://schemas.microsoft.com/office/drawing/2014/main" id="{523E1C72-5471-7C4A-DB31-C7622BD046B1}"/>
              </a:ext>
            </a:extLst>
          </p:cNvPr>
          <p:cNvCxnSpPr/>
          <p:nvPr/>
        </p:nvCxnSpPr>
        <p:spPr>
          <a:xfrm flipH="1">
            <a:off x="5954299" y="3485135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0" name="모서리가 둥근 직사각형 2829">
            <a:extLst>
              <a:ext uri="{FF2B5EF4-FFF2-40B4-BE49-F238E27FC236}">
                <a16:creationId xmlns:a16="http://schemas.microsoft.com/office/drawing/2014/main" id="{EA0B985B-3353-ABA4-F3E5-E6E526C5813D}"/>
              </a:ext>
            </a:extLst>
          </p:cNvPr>
          <p:cNvSpPr/>
          <p:nvPr/>
        </p:nvSpPr>
        <p:spPr>
          <a:xfrm>
            <a:off x="5919175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1" name="모서리가 둥근 직사각형 2830">
            <a:extLst>
              <a:ext uri="{FF2B5EF4-FFF2-40B4-BE49-F238E27FC236}">
                <a16:creationId xmlns:a16="http://schemas.microsoft.com/office/drawing/2014/main" id="{E92ADA24-8025-730A-2C88-354C7555A4A5}"/>
              </a:ext>
            </a:extLst>
          </p:cNvPr>
          <p:cNvSpPr/>
          <p:nvPr/>
        </p:nvSpPr>
        <p:spPr>
          <a:xfrm>
            <a:off x="5919175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2" name="모서리가 둥근 직사각형 2831">
            <a:extLst>
              <a:ext uri="{FF2B5EF4-FFF2-40B4-BE49-F238E27FC236}">
                <a16:creationId xmlns:a16="http://schemas.microsoft.com/office/drawing/2014/main" id="{929C8F5A-CDAD-95F3-19C7-294C04494E5B}"/>
              </a:ext>
            </a:extLst>
          </p:cNvPr>
          <p:cNvSpPr/>
          <p:nvPr/>
        </p:nvSpPr>
        <p:spPr>
          <a:xfrm>
            <a:off x="6008654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3" name="모서리가 둥근 직사각형 2832">
            <a:extLst>
              <a:ext uri="{FF2B5EF4-FFF2-40B4-BE49-F238E27FC236}">
                <a16:creationId xmlns:a16="http://schemas.microsoft.com/office/drawing/2014/main" id="{0C9F9570-CC75-2C93-9A47-DC57FC78163C}"/>
              </a:ext>
            </a:extLst>
          </p:cNvPr>
          <p:cNvSpPr/>
          <p:nvPr/>
        </p:nvSpPr>
        <p:spPr>
          <a:xfrm>
            <a:off x="6008654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4" name="모서리가 둥근 직사각형 2833">
            <a:extLst>
              <a:ext uri="{FF2B5EF4-FFF2-40B4-BE49-F238E27FC236}">
                <a16:creationId xmlns:a16="http://schemas.microsoft.com/office/drawing/2014/main" id="{7128FBEC-8B42-3494-9167-384163ED5CA1}"/>
              </a:ext>
            </a:extLst>
          </p:cNvPr>
          <p:cNvSpPr/>
          <p:nvPr/>
        </p:nvSpPr>
        <p:spPr>
          <a:xfrm>
            <a:off x="5966634" y="345872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35" name="직선 연결선 2834">
            <a:extLst>
              <a:ext uri="{FF2B5EF4-FFF2-40B4-BE49-F238E27FC236}">
                <a16:creationId xmlns:a16="http://schemas.microsoft.com/office/drawing/2014/main" id="{19CFC43F-033D-57A3-4EDC-A74A0586D8C1}"/>
              </a:ext>
            </a:extLst>
          </p:cNvPr>
          <p:cNvCxnSpPr/>
          <p:nvPr/>
        </p:nvCxnSpPr>
        <p:spPr>
          <a:xfrm>
            <a:off x="6135047" y="35105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6" name="직선 연결선 2835">
            <a:extLst>
              <a:ext uri="{FF2B5EF4-FFF2-40B4-BE49-F238E27FC236}">
                <a16:creationId xmlns:a16="http://schemas.microsoft.com/office/drawing/2014/main" id="{369E5643-F083-837F-DAA0-863E429848B5}"/>
              </a:ext>
            </a:extLst>
          </p:cNvPr>
          <p:cNvCxnSpPr/>
          <p:nvPr/>
        </p:nvCxnSpPr>
        <p:spPr>
          <a:xfrm>
            <a:off x="6093028" y="34378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7" name="모서리가 둥근 직사각형 2836">
            <a:extLst>
              <a:ext uri="{FF2B5EF4-FFF2-40B4-BE49-F238E27FC236}">
                <a16:creationId xmlns:a16="http://schemas.microsoft.com/office/drawing/2014/main" id="{587A4492-700E-7984-9CF4-44E93679217E}"/>
              </a:ext>
            </a:extLst>
          </p:cNvPr>
          <p:cNvSpPr/>
          <p:nvPr/>
        </p:nvSpPr>
        <p:spPr>
          <a:xfrm>
            <a:off x="6097339" y="35555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8" name="모서리가 둥근 직사각형 2837">
            <a:extLst>
              <a:ext uri="{FF2B5EF4-FFF2-40B4-BE49-F238E27FC236}">
                <a16:creationId xmlns:a16="http://schemas.microsoft.com/office/drawing/2014/main" id="{2FB8AB15-5F5A-800F-E0B3-2764DD279B82}"/>
              </a:ext>
            </a:extLst>
          </p:cNvPr>
          <p:cNvSpPr/>
          <p:nvPr/>
        </p:nvSpPr>
        <p:spPr>
          <a:xfrm>
            <a:off x="6097339" y="34817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39" name="모서리가 둥근 직사각형 2838">
            <a:extLst>
              <a:ext uri="{FF2B5EF4-FFF2-40B4-BE49-F238E27FC236}">
                <a16:creationId xmlns:a16="http://schemas.microsoft.com/office/drawing/2014/main" id="{DB9D5124-9A44-3A7B-D5BF-B41D9A8C674C}"/>
              </a:ext>
            </a:extLst>
          </p:cNvPr>
          <p:cNvSpPr/>
          <p:nvPr/>
        </p:nvSpPr>
        <p:spPr>
          <a:xfrm>
            <a:off x="6055320" y="34080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40" name="직선 연결선 2839">
            <a:extLst>
              <a:ext uri="{FF2B5EF4-FFF2-40B4-BE49-F238E27FC236}">
                <a16:creationId xmlns:a16="http://schemas.microsoft.com/office/drawing/2014/main" id="{ED63D4C2-766A-3608-5F02-C50628B92340}"/>
              </a:ext>
            </a:extLst>
          </p:cNvPr>
          <p:cNvCxnSpPr/>
          <p:nvPr/>
        </p:nvCxnSpPr>
        <p:spPr>
          <a:xfrm>
            <a:off x="6488683" y="3370542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1" name="모서리가 둥근 직사각형 2840">
            <a:extLst>
              <a:ext uri="{FF2B5EF4-FFF2-40B4-BE49-F238E27FC236}">
                <a16:creationId xmlns:a16="http://schemas.microsoft.com/office/drawing/2014/main" id="{BE44B08F-A099-54B7-8F74-8480F8F8DE68}"/>
              </a:ext>
            </a:extLst>
          </p:cNvPr>
          <p:cNvSpPr/>
          <p:nvPr/>
        </p:nvSpPr>
        <p:spPr>
          <a:xfrm>
            <a:off x="6456218" y="3344864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2842" name="직선 연결선 2841">
            <a:extLst>
              <a:ext uri="{FF2B5EF4-FFF2-40B4-BE49-F238E27FC236}">
                <a16:creationId xmlns:a16="http://schemas.microsoft.com/office/drawing/2014/main" id="{9067C5E1-2479-3323-8605-3154299DA524}"/>
              </a:ext>
            </a:extLst>
          </p:cNvPr>
          <p:cNvCxnSpPr/>
          <p:nvPr/>
        </p:nvCxnSpPr>
        <p:spPr>
          <a:xfrm flipH="1">
            <a:off x="6588048" y="3437241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3" name="직선 연결선 2842">
            <a:extLst>
              <a:ext uri="{FF2B5EF4-FFF2-40B4-BE49-F238E27FC236}">
                <a16:creationId xmlns:a16="http://schemas.microsoft.com/office/drawing/2014/main" id="{2F84A813-9618-364C-7F1F-AE2BF8E719B9}"/>
              </a:ext>
            </a:extLst>
          </p:cNvPr>
          <p:cNvCxnSpPr/>
          <p:nvPr/>
        </p:nvCxnSpPr>
        <p:spPr>
          <a:xfrm>
            <a:off x="6630067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4" name="직선 연결선 2843">
            <a:extLst>
              <a:ext uri="{FF2B5EF4-FFF2-40B4-BE49-F238E27FC236}">
                <a16:creationId xmlns:a16="http://schemas.microsoft.com/office/drawing/2014/main" id="{2862270F-0219-91C3-18C1-25AFE1AADB12}"/>
              </a:ext>
            </a:extLst>
          </p:cNvPr>
          <p:cNvCxnSpPr/>
          <p:nvPr/>
        </p:nvCxnSpPr>
        <p:spPr>
          <a:xfrm>
            <a:off x="6540205" y="3561222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5" name="직선 연결선 2844">
            <a:extLst>
              <a:ext uri="{FF2B5EF4-FFF2-40B4-BE49-F238E27FC236}">
                <a16:creationId xmlns:a16="http://schemas.microsoft.com/office/drawing/2014/main" id="{ABE083DA-E3B7-E274-E758-E4A79F10AC20}"/>
              </a:ext>
            </a:extLst>
          </p:cNvPr>
          <p:cNvCxnSpPr/>
          <p:nvPr/>
        </p:nvCxnSpPr>
        <p:spPr>
          <a:xfrm>
            <a:off x="6588048" y="348850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6" name="직선 연결선 2845">
            <a:extLst>
              <a:ext uri="{FF2B5EF4-FFF2-40B4-BE49-F238E27FC236}">
                <a16:creationId xmlns:a16="http://schemas.microsoft.com/office/drawing/2014/main" id="{59B29E34-0A60-AED6-A683-190340D5B188}"/>
              </a:ext>
            </a:extLst>
          </p:cNvPr>
          <p:cNvCxnSpPr/>
          <p:nvPr/>
        </p:nvCxnSpPr>
        <p:spPr>
          <a:xfrm flipH="1">
            <a:off x="6538004" y="3485135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7" name="모서리가 둥근 직사각형 2846">
            <a:extLst>
              <a:ext uri="{FF2B5EF4-FFF2-40B4-BE49-F238E27FC236}">
                <a16:creationId xmlns:a16="http://schemas.microsoft.com/office/drawing/2014/main" id="{B74EF1B1-EBB9-E08B-1E72-2F2716EF83C5}"/>
              </a:ext>
            </a:extLst>
          </p:cNvPr>
          <p:cNvSpPr/>
          <p:nvPr/>
        </p:nvSpPr>
        <p:spPr>
          <a:xfrm>
            <a:off x="6502880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48" name="모서리가 둥근 직사각형 2847">
            <a:extLst>
              <a:ext uri="{FF2B5EF4-FFF2-40B4-BE49-F238E27FC236}">
                <a16:creationId xmlns:a16="http://schemas.microsoft.com/office/drawing/2014/main" id="{30C56742-1DFB-D7F1-4F94-A87DF36D2C0C}"/>
              </a:ext>
            </a:extLst>
          </p:cNvPr>
          <p:cNvSpPr/>
          <p:nvPr/>
        </p:nvSpPr>
        <p:spPr>
          <a:xfrm>
            <a:off x="6502880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49" name="모서리가 둥근 직사각형 2848">
            <a:extLst>
              <a:ext uri="{FF2B5EF4-FFF2-40B4-BE49-F238E27FC236}">
                <a16:creationId xmlns:a16="http://schemas.microsoft.com/office/drawing/2014/main" id="{97E8299C-9575-5627-BD45-7662E1751189}"/>
              </a:ext>
            </a:extLst>
          </p:cNvPr>
          <p:cNvSpPr/>
          <p:nvPr/>
        </p:nvSpPr>
        <p:spPr>
          <a:xfrm>
            <a:off x="6592358" y="36061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50" name="모서리가 둥근 직사각형 2849">
            <a:extLst>
              <a:ext uri="{FF2B5EF4-FFF2-40B4-BE49-F238E27FC236}">
                <a16:creationId xmlns:a16="http://schemas.microsoft.com/office/drawing/2014/main" id="{505C288D-19B0-C1B2-CEDF-2FF38B4C6769}"/>
              </a:ext>
            </a:extLst>
          </p:cNvPr>
          <p:cNvSpPr/>
          <p:nvPr/>
        </p:nvSpPr>
        <p:spPr>
          <a:xfrm>
            <a:off x="6592358" y="35324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51" name="모서리가 둥근 직사각형 2850">
            <a:extLst>
              <a:ext uri="{FF2B5EF4-FFF2-40B4-BE49-F238E27FC236}">
                <a16:creationId xmlns:a16="http://schemas.microsoft.com/office/drawing/2014/main" id="{EAD2957D-1AA4-B561-55AA-993CC452B778}"/>
              </a:ext>
            </a:extLst>
          </p:cNvPr>
          <p:cNvSpPr/>
          <p:nvPr/>
        </p:nvSpPr>
        <p:spPr>
          <a:xfrm>
            <a:off x="6550339" y="345872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2852" name="직선 연결선 2851">
            <a:extLst>
              <a:ext uri="{FF2B5EF4-FFF2-40B4-BE49-F238E27FC236}">
                <a16:creationId xmlns:a16="http://schemas.microsoft.com/office/drawing/2014/main" id="{3CCCBEE9-8CDD-2438-D087-20D9C6D73A73}"/>
              </a:ext>
            </a:extLst>
          </p:cNvPr>
          <p:cNvCxnSpPr/>
          <p:nvPr/>
        </p:nvCxnSpPr>
        <p:spPr>
          <a:xfrm>
            <a:off x="6718752" y="35105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3" name="직선 연결선 2852">
            <a:extLst>
              <a:ext uri="{FF2B5EF4-FFF2-40B4-BE49-F238E27FC236}">
                <a16:creationId xmlns:a16="http://schemas.microsoft.com/office/drawing/2014/main" id="{BF9E5F4A-14A6-2DE7-4F49-D90621AFD2DE}"/>
              </a:ext>
            </a:extLst>
          </p:cNvPr>
          <p:cNvCxnSpPr/>
          <p:nvPr/>
        </p:nvCxnSpPr>
        <p:spPr>
          <a:xfrm>
            <a:off x="6676733" y="34378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4" name="모서리가 둥근 직사각형 2853">
            <a:extLst>
              <a:ext uri="{FF2B5EF4-FFF2-40B4-BE49-F238E27FC236}">
                <a16:creationId xmlns:a16="http://schemas.microsoft.com/office/drawing/2014/main" id="{BA9C0B4C-C480-26EF-F25A-A7035480B615}"/>
              </a:ext>
            </a:extLst>
          </p:cNvPr>
          <p:cNvSpPr/>
          <p:nvPr/>
        </p:nvSpPr>
        <p:spPr>
          <a:xfrm>
            <a:off x="6681044" y="35555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55" name="모서리가 둥근 직사각형 2854">
            <a:extLst>
              <a:ext uri="{FF2B5EF4-FFF2-40B4-BE49-F238E27FC236}">
                <a16:creationId xmlns:a16="http://schemas.microsoft.com/office/drawing/2014/main" id="{6975E38D-75BA-A18F-FC3F-E8CF8BDA39E1}"/>
              </a:ext>
            </a:extLst>
          </p:cNvPr>
          <p:cNvSpPr/>
          <p:nvPr/>
        </p:nvSpPr>
        <p:spPr>
          <a:xfrm>
            <a:off x="6681044" y="348179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2856" name="모서리가 둥근 직사각형 2855">
            <a:extLst>
              <a:ext uri="{FF2B5EF4-FFF2-40B4-BE49-F238E27FC236}">
                <a16:creationId xmlns:a16="http://schemas.microsoft.com/office/drawing/2014/main" id="{963ACC16-67D0-8A55-81EC-FC761D27875D}"/>
              </a:ext>
            </a:extLst>
          </p:cNvPr>
          <p:cNvSpPr/>
          <p:nvPr/>
        </p:nvSpPr>
        <p:spPr>
          <a:xfrm>
            <a:off x="6639025" y="34080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857" name="모서리가 둥근 직사각형 2856">
            <a:extLst>
              <a:ext uri="{FF2B5EF4-FFF2-40B4-BE49-F238E27FC236}">
                <a16:creationId xmlns:a16="http://schemas.microsoft.com/office/drawing/2014/main" id="{695B1DD5-DBE6-7259-1539-9A75B9FD2BBA}"/>
              </a:ext>
            </a:extLst>
          </p:cNvPr>
          <p:cNvSpPr/>
          <p:nvPr/>
        </p:nvSpPr>
        <p:spPr>
          <a:xfrm>
            <a:off x="5716396" y="2464031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2858" name="직선 연결선 2857">
            <a:extLst>
              <a:ext uri="{FF2B5EF4-FFF2-40B4-BE49-F238E27FC236}">
                <a16:creationId xmlns:a16="http://schemas.microsoft.com/office/drawing/2014/main" id="{62A10A34-317A-BD15-5050-2E8E73C46326}"/>
              </a:ext>
            </a:extLst>
          </p:cNvPr>
          <p:cNvCxnSpPr/>
          <p:nvPr/>
        </p:nvCxnSpPr>
        <p:spPr>
          <a:xfrm>
            <a:off x="4453202" y="1175657"/>
            <a:ext cx="1994657" cy="10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3" name="모서리가 둥근 직사각형 2892">
            <a:extLst>
              <a:ext uri="{FF2B5EF4-FFF2-40B4-BE49-F238E27FC236}">
                <a16:creationId xmlns:a16="http://schemas.microsoft.com/office/drawing/2014/main" id="{E01BC845-D022-4FD9-6E36-B6886FE3CE76}"/>
              </a:ext>
            </a:extLst>
          </p:cNvPr>
          <p:cNvSpPr/>
          <p:nvPr/>
        </p:nvSpPr>
        <p:spPr>
          <a:xfrm>
            <a:off x="4196156" y="941729"/>
            <a:ext cx="572759" cy="477642"/>
          </a:xfrm>
          <a:prstGeom prst="roundRect">
            <a:avLst>
              <a:gd name="adj" fmla="val 50000"/>
            </a:avLst>
          </a:prstGeom>
          <a:solidFill>
            <a:srgbClr val="FF7C8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단장</a:t>
            </a:r>
          </a:p>
        </p:txBody>
      </p:sp>
      <p:cxnSp>
        <p:nvCxnSpPr>
          <p:cNvPr id="3008" name="직선 연결선 3007">
            <a:extLst>
              <a:ext uri="{FF2B5EF4-FFF2-40B4-BE49-F238E27FC236}">
                <a16:creationId xmlns:a16="http://schemas.microsoft.com/office/drawing/2014/main" id="{AC247F52-5BCA-802E-0B82-3BF492CC590F}"/>
              </a:ext>
            </a:extLst>
          </p:cNvPr>
          <p:cNvCxnSpPr/>
          <p:nvPr/>
        </p:nvCxnSpPr>
        <p:spPr>
          <a:xfrm flipH="1">
            <a:off x="6744789" y="1368301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9" name="직선 연결선 3008">
            <a:extLst>
              <a:ext uri="{FF2B5EF4-FFF2-40B4-BE49-F238E27FC236}">
                <a16:creationId xmlns:a16="http://schemas.microsoft.com/office/drawing/2014/main" id="{5AE034E9-F4C4-473A-C456-4B333F30E0BF}"/>
              </a:ext>
            </a:extLst>
          </p:cNvPr>
          <p:cNvCxnSpPr/>
          <p:nvPr/>
        </p:nvCxnSpPr>
        <p:spPr>
          <a:xfrm flipH="1" flipV="1">
            <a:off x="6469844" y="1300407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0" name="직선 연결선 3009">
            <a:extLst>
              <a:ext uri="{FF2B5EF4-FFF2-40B4-BE49-F238E27FC236}">
                <a16:creationId xmlns:a16="http://schemas.microsoft.com/office/drawing/2014/main" id="{6D3125E3-84D6-4805-76C9-1ADA590377A1}"/>
              </a:ext>
            </a:extLst>
          </p:cNvPr>
          <p:cNvCxnSpPr/>
          <p:nvPr/>
        </p:nvCxnSpPr>
        <p:spPr>
          <a:xfrm flipH="1">
            <a:off x="7187656" y="1399939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1" name="직선 연결선 3010">
            <a:extLst>
              <a:ext uri="{FF2B5EF4-FFF2-40B4-BE49-F238E27FC236}">
                <a16:creationId xmlns:a16="http://schemas.microsoft.com/office/drawing/2014/main" id="{E1E8FD69-6B4A-81E9-0542-0B882C2E2102}"/>
              </a:ext>
            </a:extLst>
          </p:cNvPr>
          <p:cNvCxnSpPr/>
          <p:nvPr/>
        </p:nvCxnSpPr>
        <p:spPr>
          <a:xfrm>
            <a:off x="7119102" y="1354962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2" name="모서리가 둥근 직사각형 3011">
            <a:extLst>
              <a:ext uri="{FF2B5EF4-FFF2-40B4-BE49-F238E27FC236}">
                <a16:creationId xmlns:a16="http://schemas.microsoft.com/office/drawing/2014/main" id="{2BC2DF8F-F364-3652-79F5-AF2148C8C042}"/>
              </a:ext>
            </a:extLst>
          </p:cNvPr>
          <p:cNvSpPr/>
          <p:nvPr/>
        </p:nvSpPr>
        <p:spPr>
          <a:xfrm>
            <a:off x="7062902" y="1323333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013" name="직선 연결선 3012">
            <a:extLst>
              <a:ext uri="{FF2B5EF4-FFF2-40B4-BE49-F238E27FC236}">
                <a16:creationId xmlns:a16="http://schemas.microsoft.com/office/drawing/2014/main" id="{7A63C26F-2334-ACEF-0027-9237B34D2917}"/>
              </a:ext>
            </a:extLst>
          </p:cNvPr>
          <p:cNvCxnSpPr/>
          <p:nvPr/>
        </p:nvCxnSpPr>
        <p:spPr>
          <a:xfrm flipH="1">
            <a:off x="6988398" y="1673845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4" name="직선 연결선 3013">
            <a:extLst>
              <a:ext uri="{FF2B5EF4-FFF2-40B4-BE49-F238E27FC236}">
                <a16:creationId xmlns:a16="http://schemas.microsoft.com/office/drawing/2014/main" id="{18BC6EC0-E2CD-727D-A7DA-148096CE5EFF}"/>
              </a:ext>
            </a:extLst>
          </p:cNvPr>
          <p:cNvCxnSpPr/>
          <p:nvPr/>
        </p:nvCxnSpPr>
        <p:spPr>
          <a:xfrm>
            <a:off x="7030417" y="186530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5" name="직선 연결선 3014">
            <a:extLst>
              <a:ext uri="{FF2B5EF4-FFF2-40B4-BE49-F238E27FC236}">
                <a16:creationId xmlns:a16="http://schemas.microsoft.com/office/drawing/2014/main" id="{56D6C572-BF53-A7BC-CFF6-9FFA80E1AD92}"/>
              </a:ext>
            </a:extLst>
          </p:cNvPr>
          <p:cNvCxnSpPr/>
          <p:nvPr/>
        </p:nvCxnSpPr>
        <p:spPr>
          <a:xfrm>
            <a:off x="6940556" y="186530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6" name="직선 연결선 3015">
            <a:extLst>
              <a:ext uri="{FF2B5EF4-FFF2-40B4-BE49-F238E27FC236}">
                <a16:creationId xmlns:a16="http://schemas.microsoft.com/office/drawing/2014/main" id="{EC9BD8B8-A1E0-F4DE-5932-51A75B09C5F5}"/>
              </a:ext>
            </a:extLst>
          </p:cNvPr>
          <p:cNvCxnSpPr/>
          <p:nvPr/>
        </p:nvCxnSpPr>
        <p:spPr>
          <a:xfrm>
            <a:off x="6988398" y="179259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7" name="직선 연결선 3016">
            <a:extLst>
              <a:ext uri="{FF2B5EF4-FFF2-40B4-BE49-F238E27FC236}">
                <a16:creationId xmlns:a16="http://schemas.microsoft.com/office/drawing/2014/main" id="{8E82ED10-BEA5-3259-B0F3-D43DBDB0AF6A}"/>
              </a:ext>
            </a:extLst>
          </p:cNvPr>
          <p:cNvCxnSpPr/>
          <p:nvPr/>
        </p:nvCxnSpPr>
        <p:spPr>
          <a:xfrm flipH="1">
            <a:off x="6938354" y="1789220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8" name="모서리가 둥근 직사각형 3017">
            <a:extLst>
              <a:ext uri="{FF2B5EF4-FFF2-40B4-BE49-F238E27FC236}">
                <a16:creationId xmlns:a16="http://schemas.microsoft.com/office/drawing/2014/main" id="{27DA375A-FC95-7481-5256-4A911DBE0EE7}"/>
              </a:ext>
            </a:extLst>
          </p:cNvPr>
          <p:cNvSpPr/>
          <p:nvPr/>
        </p:nvSpPr>
        <p:spPr>
          <a:xfrm>
            <a:off x="6903230" y="19102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19" name="모서리가 둥근 직사각형 3018">
            <a:extLst>
              <a:ext uri="{FF2B5EF4-FFF2-40B4-BE49-F238E27FC236}">
                <a16:creationId xmlns:a16="http://schemas.microsoft.com/office/drawing/2014/main" id="{9115C742-4B6D-8AE6-AC81-384999429949}"/>
              </a:ext>
            </a:extLst>
          </p:cNvPr>
          <p:cNvSpPr/>
          <p:nvPr/>
        </p:nvSpPr>
        <p:spPr>
          <a:xfrm>
            <a:off x="6903230" y="18365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20" name="모서리가 둥근 직사각형 3019">
            <a:extLst>
              <a:ext uri="{FF2B5EF4-FFF2-40B4-BE49-F238E27FC236}">
                <a16:creationId xmlns:a16="http://schemas.microsoft.com/office/drawing/2014/main" id="{41EC7EF0-E9A0-F939-4513-A8C34194D153}"/>
              </a:ext>
            </a:extLst>
          </p:cNvPr>
          <p:cNvSpPr/>
          <p:nvPr/>
        </p:nvSpPr>
        <p:spPr>
          <a:xfrm>
            <a:off x="6992709" y="19102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21" name="모서리가 둥근 직사각형 3020">
            <a:extLst>
              <a:ext uri="{FF2B5EF4-FFF2-40B4-BE49-F238E27FC236}">
                <a16:creationId xmlns:a16="http://schemas.microsoft.com/office/drawing/2014/main" id="{B74433F9-CAE0-5C24-6307-EADC63013C9A}"/>
              </a:ext>
            </a:extLst>
          </p:cNvPr>
          <p:cNvSpPr/>
          <p:nvPr/>
        </p:nvSpPr>
        <p:spPr>
          <a:xfrm>
            <a:off x="6992709" y="18365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22" name="모서리가 둥근 직사각형 3021">
            <a:extLst>
              <a:ext uri="{FF2B5EF4-FFF2-40B4-BE49-F238E27FC236}">
                <a16:creationId xmlns:a16="http://schemas.microsoft.com/office/drawing/2014/main" id="{7E459061-DFFD-DCDB-EF30-CC404F9692F2}"/>
              </a:ext>
            </a:extLst>
          </p:cNvPr>
          <p:cNvSpPr/>
          <p:nvPr/>
        </p:nvSpPr>
        <p:spPr>
          <a:xfrm>
            <a:off x="6950689" y="176280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23" name="직선 연결선 3022">
            <a:extLst>
              <a:ext uri="{FF2B5EF4-FFF2-40B4-BE49-F238E27FC236}">
                <a16:creationId xmlns:a16="http://schemas.microsoft.com/office/drawing/2014/main" id="{C70CAE79-E136-C1A2-D8E8-511F0874315E}"/>
              </a:ext>
            </a:extLst>
          </p:cNvPr>
          <p:cNvCxnSpPr/>
          <p:nvPr/>
        </p:nvCxnSpPr>
        <p:spPr>
          <a:xfrm>
            <a:off x="7183547" y="167462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4" name="모서리가 둥근 직사각형 3023">
            <a:extLst>
              <a:ext uri="{FF2B5EF4-FFF2-40B4-BE49-F238E27FC236}">
                <a16:creationId xmlns:a16="http://schemas.microsoft.com/office/drawing/2014/main" id="{2F33838C-EAC5-9157-1ADC-0D54C765417C}"/>
              </a:ext>
            </a:extLst>
          </p:cNvPr>
          <p:cNvSpPr/>
          <p:nvPr/>
        </p:nvSpPr>
        <p:spPr>
          <a:xfrm>
            <a:off x="7151084" y="1648950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025" name="직선 연결선 3024">
            <a:extLst>
              <a:ext uri="{FF2B5EF4-FFF2-40B4-BE49-F238E27FC236}">
                <a16:creationId xmlns:a16="http://schemas.microsoft.com/office/drawing/2014/main" id="{D7867FF5-7FC8-9530-CF69-3523078E65ED}"/>
              </a:ext>
            </a:extLst>
          </p:cNvPr>
          <p:cNvCxnSpPr/>
          <p:nvPr/>
        </p:nvCxnSpPr>
        <p:spPr>
          <a:xfrm>
            <a:off x="7119103" y="18146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6" name="직선 연결선 3025">
            <a:extLst>
              <a:ext uri="{FF2B5EF4-FFF2-40B4-BE49-F238E27FC236}">
                <a16:creationId xmlns:a16="http://schemas.microsoft.com/office/drawing/2014/main" id="{015909AE-1C42-61DB-E43D-FE357F39A520}"/>
              </a:ext>
            </a:extLst>
          </p:cNvPr>
          <p:cNvCxnSpPr/>
          <p:nvPr/>
        </p:nvCxnSpPr>
        <p:spPr>
          <a:xfrm>
            <a:off x="7077084" y="174193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7" name="모서리가 둥근 직사각형 3026">
            <a:extLst>
              <a:ext uri="{FF2B5EF4-FFF2-40B4-BE49-F238E27FC236}">
                <a16:creationId xmlns:a16="http://schemas.microsoft.com/office/drawing/2014/main" id="{77CC2928-4C7D-9B80-A8AA-3297A1FCCB08}"/>
              </a:ext>
            </a:extLst>
          </p:cNvPr>
          <p:cNvSpPr/>
          <p:nvPr/>
        </p:nvSpPr>
        <p:spPr>
          <a:xfrm>
            <a:off x="7081395" y="18596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28" name="모서리가 둥근 직사각형 3027">
            <a:extLst>
              <a:ext uri="{FF2B5EF4-FFF2-40B4-BE49-F238E27FC236}">
                <a16:creationId xmlns:a16="http://schemas.microsoft.com/office/drawing/2014/main" id="{1C2C8502-07B5-133A-2EB8-8436FBE39634}"/>
              </a:ext>
            </a:extLst>
          </p:cNvPr>
          <p:cNvSpPr/>
          <p:nvPr/>
        </p:nvSpPr>
        <p:spPr>
          <a:xfrm>
            <a:off x="7081395" y="17858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29" name="모서리가 둥근 직사각형 3028">
            <a:extLst>
              <a:ext uri="{FF2B5EF4-FFF2-40B4-BE49-F238E27FC236}">
                <a16:creationId xmlns:a16="http://schemas.microsoft.com/office/drawing/2014/main" id="{54F2993D-2373-0C33-403E-3EA44BF55ADF}"/>
              </a:ext>
            </a:extLst>
          </p:cNvPr>
          <p:cNvSpPr/>
          <p:nvPr/>
        </p:nvSpPr>
        <p:spPr>
          <a:xfrm>
            <a:off x="7039375" y="171214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30" name="직선 연결선 3029">
            <a:extLst>
              <a:ext uri="{FF2B5EF4-FFF2-40B4-BE49-F238E27FC236}">
                <a16:creationId xmlns:a16="http://schemas.microsoft.com/office/drawing/2014/main" id="{C7156B6A-82D4-FA44-E2CB-64713EFFFBE2}"/>
              </a:ext>
            </a:extLst>
          </p:cNvPr>
          <p:cNvCxnSpPr/>
          <p:nvPr/>
        </p:nvCxnSpPr>
        <p:spPr>
          <a:xfrm flipH="1">
            <a:off x="7282913" y="174132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1" name="직선 연결선 3030">
            <a:extLst>
              <a:ext uri="{FF2B5EF4-FFF2-40B4-BE49-F238E27FC236}">
                <a16:creationId xmlns:a16="http://schemas.microsoft.com/office/drawing/2014/main" id="{95A7B370-0743-E7A5-5432-2CC603645601}"/>
              </a:ext>
            </a:extLst>
          </p:cNvPr>
          <p:cNvCxnSpPr/>
          <p:nvPr/>
        </p:nvCxnSpPr>
        <p:spPr>
          <a:xfrm>
            <a:off x="7324931" y="186530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2" name="직선 연결선 3031">
            <a:extLst>
              <a:ext uri="{FF2B5EF4-FFF2-40B4-BE49-F238E27FC236}">
                <a16:creationId xmlns:a16="http://schemas.microsoft.com/office/drawing/2014/main" id="{076F9F43-F04B-9680-21D4-22551CD0E188}"/>
              </a:ext>
            </a:extLst>
          </p:cNvPr>
          <p:cNvCxnSpPr/>
          <p:nvPr/>
        </p:nvCxnSpPr>
        <p:spPr>
          <a:xfrm>
            <a:off x="7235070" y="186530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3" name="직선 연결선 3032">
            <a:extLst>
              <a:ext uri="{FF2B5EF4-FFF2-40B4-BE49-F238E27FC236}">
                <a16:creationId xmlns:a16="http://schemas.microsoft.com/office/drawing/2014/main" id="{B1F0C4A1-6A17-437D-F501-CEB91FAFDD84}"/>
              </a:ext>
            </a:extLst>
          </p:cNvPr>
          <p:cNvCxnSpPr/>
          <p:nvPr/>
        </p:nvCxnSpPr>
        <p:spPr>
          <a:xfrm>
            <a:off x="7282912" y="179259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4" name="직선 연결선 3033">
            <a:extLst>
              <a:ext uri="{FF2B5EF4-FFF2-40B4-BE49-F238E27FC236}">
                <a16:creationId xmlns:a16="http://schemas.microsoft.com/office/drawing/2014/main" id="{D5E90711-6B62-E68F-9632-91D40BC8438A}"/>
              </a:ext>
            </a:extLst>
          </p:cNvPr>
          <p:cNvCxnSpPr/>
          <p:nvPr/>
        </p:nvCxnSpPr>
        <p:spPr>
          <a:xfrm flipH="1">
            <a:off x="7232869" y="1789220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5" name="모서리가 둥근 직사각형 3034">
            <a:extLst>
              <a:ext uri="{FF2B5EF4-FFF2-40B4-BE49-F238E27FC236}">
                <a16:creationId xmlns:a16="http://schemas.microsoft.com/office/drawing/2014/main" id="{C182D507-F011-EBC5-029C-91C8DE436E14}"/>
              </a:ext>
            </a:extLst>
          </p:cNvPr>
          <p:cNvSpPr/>
          <p:nvPr/>
        </p:nvSpPr>
        <p:spPr>
          <a:xfrm>
            <a:off x="7197744" y="19102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36" name="모서리가 둥근 직사각형 3035">
            <a:extLst>
              <a:ext uri="{FF2B5EF4-FFF2-40B4-BE49-F238E27FC236}">
                <a16:creationId xmlns:a16="http://schemas.microsoft.com/office/drawing/2014/main" id="{9A882D10-2118-5DE6-9F5F-E6ED8AA7E8DD}"/>
              </a:ext>
            </a:extLst>
          </p:cNvPr>
          <p:cNvSpPr/>
          <p:nvPr/>
        </p:nvSpPr>
        <p:spPr>
          <a:xfrm>
            <a:off x="7197744" y="18365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37" name="모서리가 둥근 직사각형 3036">
            <a:extLst>
              <a:ext uri="{FF2B5EF4-FFF2-40B4-BE49-F238E27FC236}">
                <a16:creationId xmlns:a16="http://schemas.microsoft.com/office/drawing/2014/main" id="{CFB38D7B-28CD-65A7-91FD-2B1E8247BE63}"/>
              </a:ext>
            </a:extLst>
          </p:cNvPr>
          <p:cNvSpPr/>
          <p:nvPr/>
        </p:nvSpPr>
        <p:spPr>
          <a:xfrm>
            <a:off x="7287224" y="19102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38" name="모서리가 둥근 직사각형 3037">
            <a:extLst>
              <a:ext uri="{FF2B5EF4-FFF2-40B4-BE49-F238E27FC236}">
                <a16:creationId xmlns:a16="http://schemas.microsoft.com/office/drawing/2014/main" id="{D05EC9DD-87E8-9676-6CAC-ED8D1F46B4F6}"/>
              </a:ext>
            </a:extLst>
          </p:cNvPr>
          <p:cNvSpPr/>
          <p:nvPr/>
        </p:nvSpPr>
        <p:spPr>
          <a:xfrm>
            <a:off x="7287224" y="183654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39" name="모서리가 둥근 직사각형 3038">
            <a:extLst>
              <a:ext uri="{FF2B5EF4-FFF2-40B4-BE49-F238E27FC236}">
                <a16:creationId xmlns:a16="http://schemas.microsoft.com/office/drawing/2014/main" id="{4024F79E-B8BE-EBD6-F617-99F06D426751}"/>
              </a:ext>
            </a:extLst>
          </p:cNvPr>
          <p:cNvSpPr/>
          <p:nvPr/>
        </p:nvSpPr>
        <p:spPr>
          <a:xfrm>
            <a:off x="7245204" y="176280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40" name="직선 연결선 3039">
            <a:extLst>
              <a:ext uri="{FF2B5EF4-FFF2-40B4-BE49-F238E27FC236}">
                <a16:creationId xmlns:a16="http://schemas.microsoft.com/office/drawing/2014/main" id="{32D7814D-7272-FAFA-6440-56D80656A6DB}"/>
              </a:ext>
            </a:extLst>
          </p:cNvPr>
          <p:cNvCxnSpPr/>
          <p:nvPr/>
        </p:nvCxnSpPr>
        <p:spPr>
          <a:xfrm>
            <a:off x="7413617" y="181464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1" name="직선 연결선 3040">
            <a:extLst>
              <a:ext uri="{FF2B5EF4-FFF2-40B4-BE49-F238E27FC236}">
                <a16:creationId xmlns:a16="http://schemas.microsoft.com/office/drawing/2014/main" id="{0A4AEA87-6432-E18F-F02D-10B752F82F3A}"/>
              </a:ext>
            </a:extLst>
          </p:cNvPr>
          <p:cNvCxnSpPr/>
          <p:nvPr/>
        </p:nvCxnSpPr>
        <p:spPr>
          <a:xfrm>
            <a:off x="7371598" y="174193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2" name="모서리가 둥근 직사각형 3041">
            <a:extLst>
              <a:ext uri="{FF2B5EF4-FFF2-40B4-BE49-F238E27FC236}">
                <a16:creationId xmlns:a16="http://schemas.microsoft.com/office/drawing/2014/main" id="{FD90FA9F-5143-82ED-A4D5-6F66A7CBFEC3}"/>
              </a:ext>
            </a:extLst>
          </p:cNvPr>
          <p:cNvSpPr/>
          <p:nvPr/>
        </p:nvSpPr>
        <p:spPr>
          <a:xfrm>
            <a:off x="7375909" y="185961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43" name="모서리가 둥근 직사각형 3042">
            <a:extLst>
              <a:ext uri="{FF2B5EF4-FFF2-40B4-BE49-F238E27FC236}">
                <a16:creationId xmlns:a16="http://schemas.microsoft.com/office/drawing/2014/main" id="{133F69A1-3005-E0C7-3282-6877385CB8D2}"/>
              </a:ext>
            </a:extLst>
          </p:cNvPr>
          <p:cNvSpPr/>
          <p:nvPr/>
        </p:nvSpPr>
        <p:spPr>
          <a:xfrm>
            <a:off x="7375909" y="178588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44" name="모서리가 둥근 직사각형 3043">
            <a:extLst>
              <a:ext uri="{FF2B5EF4-FFF2-40B4-BE49-F238E27FC236}">
                <a16:creationId xmlns:a16="http://schemas.microsoft.com/office/drawing/2014/main" id="{53BC19B9-58B8-8ECE-1BDD-B974C0384E91}"/>
              </a:ext>
            </a:extLst>
          </p:cNvPr>
          <p:cNvSpPr/>
          <p:nvPr/>
        </p:nvSpPr>
        <p:spPr>
          <a:xfrm>
            <a:off x="7333890" y="171214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45" name="직선 연결선 3044">
            <a:extLst>
              <a:ext uri="{FF2B5EF4-FFF2-40B4-BE49-F238E27FC236}">
                <a16:creationId xmlns:a16="http://schemas.microsoft.com/office/drawing/2014/main" id="{747CB92C-FB0B-27B3-99D3-F4D0E0C2ADDD}"/>
              </a:ext>
            </a:extLst>
          </p:cNvPr>
          <p:cNvCxnSpPr/>
          <p:nvPr/>
        </p:nvCxnSpPr>
        <p:spPr>
          <a:xfrm>
            <a:off x="7293208" y="139911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6" name="모서리가 둥근 직사각형 3045">
            <a:extLst>
              <a:ext uri="{FF2B5EF4-FFF2-40B4-BE49-F238E27FC236}">
                <a16:creationId xmlns:a16="http://schemas.microsoft.com/office/drawing/2014/main" id="{0464FA90-8C8B-97A8-9516-4BA138D9940B}"/>
              </a:ext>
            </a:extLst>
          </p:cNvPr>
          <p:cNvSpPr/>
          <p:nvPr/>
        </p:nvSpPr>
        <p:spPr>
          <a:xfrm>
            <a:off x="7260745" y="137343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047" name="직선 연결선 3046">
            <a:extLst>
              <a:ext uri="{FF2B5EF4-FFF2-40B4-BE49-F238E27FC236}">
                <a16:creationId xmlns:a16="http://schemas.microsoft.com/office/drawing/2014/main" id="{99BE8D85-FB00-5BF5-7F4B-68B8CB9C53D3}"/>
              </a:ext>
            </a:extLst>
          </p:cNvPr>
          <p:cNvCxnSpPr/>
          <p:nvPr/>
        </p:nvCxnSpPr>
        <p:spPr>
          <a:xfrm flipH="1">
            <a:off x="7392574" y="146581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8" name="직선 연결선 3047">
            <a:extLst>
              <a:ext uri="{FF2B5EF4-FFF2-40B4-BE49-F238E27FC236}">
                <a16:creationId xmlns:a16="http://schemas.microsoft.com/office/drawing/2014/main" id="{B788E295-9601-B852-BB26-B9E3F5C34856}"/>
              </a:ext>
            </a:extLst>
          </p:cNvPr>
          <p:cNvCxnSpPr/>
          <p:nvPr/>
        </p:nvCxnSpPr>
        <p:spPr>
          <a:xfrm>
            <a:off x="7434593" y="158979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9" name="직선 연결선 3048">
            <a:extLst>
              <a:ext uri="{FF2B5EF4-FFF2-40B4-BE49-F238E27FC236}">
                <a16:creationId xmlns:a16="http://schemas.microsoft.com/office/drawing/2014/main" id="{79D8478F-5E74-07A2-1856-4D4B4B307E82}"/>
              </a:ext>
            </a:extLst>
          </p:cNvPr>
          <p:cNvCxnSpPr/>
          <p:nvPr/>
        </p:nvCxnSpPr>
        <p:spPr>
          <a:xfrm>
            <a:off x="7344731" y="158979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0" name="직선 연결선 3049">
            <a:extLst>
              <a:ext uri="{FF2B5EF4-FFF2-40B4-BE49-F238E27FC236}">
                <a16:creationId xmlns:a16="http://schemas.microsoft.com/office/drawing/2014/main" id="{230CD75B-655F-D3B5-308C-52A356895758}"/>
              </a:ext>
            </a:extLst>
          </p:cNvPr>
          <p:cNvCxnSpPr/>
          <p:nvPr/>
        </p:nvCxnSpPr>
        <p:spPr>
          <a:xfrm>
            <a:off x="7392573" y="151708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1" name="직선 연결선 3050">
            <a:extLst>
              <a:ext uri="{FF2B5EF4-FFF2-40B4-BE49-F238E27FC236}">
                <a16:creationId xmlns:a16="http://schemas.microsoft.com/office/drawing/2014/main" id="{B757CEA1-7FE0-5BC8-6655-11B7017F4A2C}"/>
              </a:ext>
            </a:extLst>
          </p:cNvPr>
          <p:cNvCxnSpPr/>
          <p:nvPr/>
        </p:nvCxnSpPr>
        <p:spPr>
          <a:xfrm flipH="1">
            <a:off x="7342530" y="151371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2" name="모서리가 둥근 직사각형 3051">
            <a:extLst>
              <a:ext uri="{FF2B5EF4-FFF2-40B4-BE49-F238E27FC236}">
                <a16:creationId xmlns:a16="http://schemas.microsoft.com/office/drawing/2014/main" id="{960D28A1-DCD0-FF87-A437-DCB3C7A99D7E}"/>
              </a:ext>
            </a:extLst>
          </p:cNvPr>
          <p:cNvSpPr/>
          <p:nvPr/>
        </p:nvSpPr>
        <p:spPr>
          <a:xfrm>
            <a:off x="7307406" y="16347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53" name="모서리가 둥근 직사각형 3052">
            <a:extLst>
              <a:ext uri="{FF2B5EF4-FFF2-40B4-BE49-F238E27FC236}">
                <a16:creationId xmlns:a16="http://schemas.microsoft.com/office/drawing/2014/main" id="{7C31C2F2-C8E5-D903-611D-EA371D2120E0}"/>
              </a:ext>
            </a:extLst>
          </p:cNvPr>
          <p:cNvSpPr/>
          <p:nvPr/>
        </p:nvSpPr>
        <p:spPr>
          <a:xfrm>
            <a:off x="7307406" y="15610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54" name="모서리가 둥근 직사각형 3053">
            <a:extLst>
              <a:ext uri="{FF2B5EF4-FFF2-40B4-BE49-F238E27FC236}">
                <a16:creationId xmlns:a16="http://schemas.microsoft.com/office/drawing/2014/main" id="{EF21FBAE-4087-3A41-1A79-A887CBCBDB0F}"/>
              </a:ext>
            </a:extLst>
          </p:cNvPr>
          <p:cNvSpPr/>
          <p:nvPr/>
        </p:nvSpPr>
        <p:spPr>
          <a:xfrm>
            <a:off x="7396885" y="16347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55" name="모서리가 둥근 직사각형 3054">
            <a:extLst>
              <a:ext uri="{FF2B5EF4-FFF2-40B4-BE49-F238E27FC236}">
                <a16:creationId xmlns:a16="http://schemas.microsoft.com/office/drawing/2014/main" id="{E5BEBBDF-A4F5-E95E-263A-913D4745E44B}"/>
              </a:ext>
            </a:extLst>
          </p:cNvPr>
          <p:cNvSpPr/>
          <p:nvPr/>
        </p:nvSpPr>
        <p:spPr>
          <a:xfrm>
            <a:off x="7396885" y="15610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56" name="모서리가 둥근 직사각형 3055">
            <a:extLst>
              <a:ext uri="{FF2B5EF4-FFF2-40B4-BE49-F238E27FC236}">
                <a16:creationId xmlns:a16="http://schemas.microsoft.com/office/drawing/2014/main" id="{583B91A3-B78B-821C-CA54-10259D12A541}"/>
              </a:ext>
            </a:extLst>
          </p:cNvPr>
          <p:cNvSpPr/>
          <p:nvPr/>
        </p:nvSpPr>
        <p:spPr>
          <a:xfrm>
            <a:off x="7354865" y="148729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57" name="직선 연결선 3056">
            <a:extLst>
              <a:ext uri="{FF2B5EF4-FFF2-40B4-BE49-F238E27FC236}">
                <a16:creationId xmlns:a16="http://schemas.microsoft.com/office/drawing/2014/main" id="{0D259DBE-C67D-557F-7526-601491326F93}"/>
              </a:ext>
            </a:extLst>
          </p:cNvPr>
          <p:cNvCxnSpPr/>
          <p:nvPr/>
        </p:nvCxnSpPr>
        <p:spPr>
          <a:xfrm>
            <a:off x="7523279" y="153913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8" name="직선 연결선 3057">
            <a:extLst>
              <a:ext uri="{FF2B5EF4-FFF2-40B4-BE49-F238E27FC236}">
                <a16:creationId xmlns:a16="http://schemas.microsoft.com/office/drawing/2014/main" id="{A6A460DA-40D8-2AB7-075E-760ADD5885D7}"/>
              </a:ext>
            </a:extLst>
          </p:cNvPr>
          <p:cNvCxnSpPr/>
          <p:nvPr/>
        </p:nvCxnSpPr>
        <p:spPr>
          <a:xfrm>
            <a:off x="7481259" y="146642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9" name="모서리가 둥근 직사각형 3058">
            <a:extLst>
              <a:ext uri="{FF2B5EF4-FFF2-40B4-BE49-F238E27FC236}">
                <a16:creationId xmlns:a16="http://schemas.microsoft.com/office/drawing/2014/main" id="{514DBD30-DB60-E700-B80E-69F1727D9182}"/>
              </a:ext>
            </a:extLst>
          </p:cNvPr>
          <p:cNvSpPr/>
          <p:nvPr/>
        </p:nvSpPr>
        <p:spPr>
          <a:xfrm>
            <a:off x="7485570" y="158410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60" name="모서리가 둥근 직사각형 3059">
            <a:extLst>
              <a:ext uri="{FF2B5EF4-FFF2-40B4-BE49-F238E27FC236}">
                <a16:creationId xmlns:a16="http://schemas.microsoft.com/office/drawing/2014/main" id="{1FD3094B-9DB5-3EA7-F2F0-520F6BF38718}"/>
              </a:ext>
            </a:extLst>
          </p:cNvPr>
          <p:cNvSpPr/>
          <p:nvPr/>
        </p:nvSpPr>
        <p:spPr>
          <a:xfrm>
            <a:off x="7485570" y="151037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61" name="모서리가 둥근 직사각형 3060">
            <a:extLst>
              <a:ext uri="{FF2B5EF4-FFF2-40B4-BE49-F238E27FC236}">
                <a16:creationId xmlns:a16="http://schemas.microsoft.com/office/drawing/2014/main" id="{57CF8F49-32C6-C6DA-8ECC-D6B3383D4E51}"/>
              </a:ext>
            </a:extLst>
          </p:cNvPr>
          <p:cNvSpPr/>
          <p:nvPr/>
        </p:nvSpPr>
        <p:spPr>
          <a:xfrm>
            <a:off x="7443551" y="143663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62" name="직선 연결선 3061">
            <a:extLst>
              <a:ext uri="{FF2B5EF4-FFF2-40B4-BE49-F238E27FC236}">
                <a16:creationId xmlns:a16="http://schemas.microsoft.com/office/drawing/2014/main" id="{C0002161-2AB4-FF03-5688-7CDD1BD7534C}"/>
              </a:ext>
            </a:extLst>
          </p:cNvPr>
          <p:cNvCxnSpPr/>
          <p:nvPr/>
        </p:nvCxnSpPr>
        <p:spPr>
          <a:xfrm flipH="1">
            <a:off x="6947995" y="205746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3" name="직선 연결선 3062">
            <a:extLst>
              <a:ext uri="{FF2B5EF4-FFF2-40B4-BE49-F238E27FC236}">
                <a16:creationId xmlns:a16="http://schemas.microsoft.com/office/drawing/2014/main" id="{C6E78036-D4C3-4CCF-9F22-032DB582D324}"/>
              </a:ext>
            </a:extLst>
          </p:cNvPr>
          <p:cNvCxnSpPr/>
          <p:nvPr/>
        </p:nvCxnSpPr>
        <p:spPr>
          <a:xfrm>
            <a:off x="6761204" y="1959178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4" name="직선 연결선 3063">
            <a:extLst>
              <a:ext uri="{FF2B5EF4-FFF2-40B4-BE49-F238E27FC236}">
                <a16:creationId xmlns:a16="http://schemas.microsoft.com/office/drawing/2014/main" id="{ADE65486-9FA0-BCC8-4980-82C75E22CC62}"/>
              </a:ext>
            </a:extLst>
          </p:cNvPr>
          <p:cNvCxnSpPr/>
          <p:nvPr/>
        </p:nvCxnSpPr>
        <p:spPr>
          <a:xfrm flipH="1">
            <a:off x="6474153" y="1950874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5" name="직선 연결선 3064">
            <a:extLst>
              <a:ext uri="{FF2B5EF4-FFF2-40B4-BE49-F238E27FC236}">
                <a16:creationId xmlns:a16="http://schemas.microsoft.com/office/drawing/2014/main" id="{B9E5804A-FCC1-0810-D414-A228F520841A}"/>
              </a:ext>
            </a:extLst>
          </p:cNvPr>
          <p:cNvCxnSpPr/>
          <p:nvPr/>
        </p:nvCxnSpPr>
        <p:spPr>
          <a:xfrm flipH="1">
            <a:off x="6343040" y="2056967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6" name="모서리가 둥근 직사각형 3065">
            <a:extLst>
              <a:ext uri="{FF2B5EF4-FFF2-40B4-BE49-F238E27FC236}">
                <a16:creationId xmlns:a16="http://schemas.microsoft.com/office/drawing/2014/main" id="{C841034E-15C1-BCDC-CBF1-EBAA65FC12E5}"/>
              </a:ext>
            </a:extLst>
          </p:cNvPr>
          <p:cNvSpPr/>
          <p:nvPr/>
        </p:nvSpPr>
        <p:spPr>
          <a:xfrm>
            <a:off x="6700485" y="1922494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067" name="직선 연결선 3066">
            <a:extLst>
              <a:ext uri="{FF2B5EF4-FFF2-40B4-BE49-F238E27FC236}">
                <a16:creationId xmlns:a16="http://schemas.microsoft.com/office/drawing/2014/main" id="{24C7B9FE-AD7E-07CF-0B63-3B27A1ACB8BA}"/>
              </a:ext>
            </a:extLst>
          </p:cNvPr>
          <p:cNvCxnSpPr/>
          <p:nvPr/>
        </p:nvCxnSpPr>
        <p:spPr>
          <a:xfrm flipH="1">
            <a:off x="6149034" y="2325103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8" name="직선 연결선 3067">
            <a:extLst>
              <a:ext uri="{FF2B5EF4-FFF2-40B4-BE49-F238E27FC236}">
                <a16:creationId xmlns:a16="http://schemas.microsoft.com/office/drawing/2014/main" id="{9DAFA790-1473-4E0F-AFA9-FE4A03A98AEF}"/>
              </a:ext>
            </a:extLst>
          </p:cNvPr>
          <p:cNvCxnSpPr/>
          <p:nvPr/>
        </p:nvCxnSpPr>
        <p:spPr>
          <a:xfrm>
            <a:off x="6191052" y="251656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9" name="직선 연결선 3068">
            <a:extLst>
              <a:ext uri="{FF2B5EF4-FFF2-40B4-BE49-F238E27FC236}">
                <a16:creationId xmlns:a16="http://schemas.microsoft.com/office/drawing/2014/main" id="{9F434DAE-1E48-44CB-71E3-276FEFE8ECDE}"/>
              </a:ext>
            </a:extLst>
          </p:cNvPr>
          <p:cNvCxnSpPr/>
          <p:nvPr/>
        </p:nvCxnSpPr>
        <p:spPr>
          <a:xfrm>
            <a:off x="6101191" y="251656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0" name="직선 연결선 3069">
            <a:extLst>
              <a:ext uri="{FF2B5EF4-FFF2-40B4-BE49-F238E27FC236}">
                <a16:creationId xmlns:a16="http://schemas.microsoft.com/office/drawing/2014/main" id="{190BCD21-17AF-9EC6-444B-8B3E8FDFAA1D}"/>
              </a:ext>
            </a:extLst>
          </p:cNvPr>
          <p:cNvCxnSpPr/>
          <p:nvPr/>
        </p:nvCxnSpPr>
        <p:spPr>
          <a:xfrm>
            <a:off x="6149034" y="244385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1" name="직선 연결선 3070">
            <a:extLst>
              <a:ext uri="{FF2B5EF4-FFF2-40B4-BE49-F238E27FC236}">
                <a16:creationId xmlns:a16="http://schemas.microsoft.com/office/drawing/2014/main" id="{F08F360B-CB1C-FF0C-53D4-C0DFA840DD60}"/>
              </a:ext>
            </a:extLst>
          </p:cNvPr>
          <p:cNvCxnSpPr/>
          <p:nvPr/>
        </p:nvCxnSpPr>
        <p:spPr>
          <a:xfrm flipH="1">
            <a:off x="6098991" y="2440478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" name="모서리가 둥근 직사각형 3071">
            <a:extLst>
              <a:ext uri="{FF2B5EF4-FFF2-40B4-BE49-F238E27FC236}">
                <a16:creationId xmlns:a16="http://schemas.microsoft.com/office/drawing/2014/main" id="{5E85C4F0-8032-9232-117C-2C075F9C98CA}"/>
              </a:ext>
            </a:extLst>
          </p:cNvPr>
          <p:cNvSpPr/>
          <p:nvPr/>
        </p:nvSpPr>
        <p:spPr>
          <a:xfrm>
            <a:off x="6063865" y="25615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73" name="모서리가 둥근 직사각형 3072">
            <a:extLst>
              <a:ext uri="{FF2B5EF4-FFF2-40B4-BE49-F238E27FC236}">
                <a16:creationId xmlns:a16="http://schemas.microsoft.com/office/drawing/2014/main" id="{C0EB0CAA-1EE0-E067-2B01-A84D93EB060D}"/>
              </a:ext>
            </a:extLst>
          </p:cNvPr>
          <p:cNvSpPr/>
          <p:nvPr/>
        </p:nvSpPr>
        <p:spPr>
          <a:xfrm>
            <a:off x="6063865" y="248780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74" name="모서리가 둥근 직사각형 3073">
            <a:extLst>
              <a:ext uri="{FF2B5EF4-FFF2-40B4-BE49-F238E27FC236}">
                <a16:creationId xmlns:a16="http://schemas.microsoft.com/office/drawing/2014/main" id="{293AD7CD-C35C-64F0-FD08-04DC2A19D9D5}"/>
              </a:ext>
            </a:extLst>
          </p:cNvPr>
          <p:cNvSpPr/>
          <p:nvPr/>
        </p:nvSpPr>
        <p:spPr>
          <a:xfrm>
            <a:off x="6153344" y="25615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75" name="모서리가 둥근 직사각형 3074">
            <a:extLst>
              <a:ext uri="{FF2B5EF4-FFF2-40B4-BE49-F238E27FC236}">
                <a16:creationId xmlns:a16="http://schemas.microsoft.com/office/drawing/2014/main" id="{0B5F41D1-7D55-E0FE-701E-E9AD775AB42E}"/>
              </a:ext>
            </a:extLst>
          </p:cNvPr>
          <p:cNvSpPr/>
          <p:nvPr/>
        </p:nvSpPr>
        <p:spPr>
          <a:xfrm>
            <a:off x="6153344" y="248780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76" name="모서리가 둥근 직사각형 3075">
            <a:extLst>
              <a:ext uri="{FF2B5EF4-FFF2-40B4-BE49-F238E27FC236}">
                <a16:creationId xmlns:a16="http://schemas.microsoft.com/office/drawing/2014/main" id="{0039C54F-5ED7-C04D-ADE2-C8DBCD6BDCD7}"/>
              </a:ext>
            </a:extLst>
          </p:cNvPr>
          <p:cNvSpPr/>
          <p:nvPr/>
        </p:nvSpPr>
        <p:spPr>
          <a:xfrm>
            <a:off x="6111325" y="241406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77" name="직선 연결선 3076">
            <a:extLst>
              <a:ext uri="{FF2B5EF4-FFF2-40B4-BE49-F238E27FC236}">
                <a16:creationId xmlns:a16="http://schemas.microsoft.com/office/drawing/2014/main" id="{49D0D527-124B-46D7-572C-922F053D53A9}"/>
              </a:ext>
            </a:extLst>
          </p:cNvPr>
          <p:cNvCxnSpPr/>
          <p:nvPr/>
        </p:nvCxnSpPr>
        <p:spPr>
          <a:xfrm>
            <a:off x="6344183" y="2325885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8" name="모서리가 둥근 직사각형 3077">
            <a:extLst>
              <a:ext uri="{FF2B5EF4-FFF2-40B4-BE49-F238E27FC236}">
                <a16:creationId xmlns:a16="http://schemas.microsoft.com/office/drawing/2014/main" id="{F5E45B47-9946-9992-7CC6-8EBBA25A8950}"/>
              </a:ext>
            </a:extLst>
          </p:cNvPr>
          <p:cNvSpPr/>
          <p:nvPr/>
        </p:nvSpPr>
        <p:spPr>
          <a:xfrm>
            <a:off x="6311719" y="2300208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079" name="직선 연결선 3078">
            <a:extLst>
              <a:ext uri="{FF2B5EF4-FFF2-40B4-BE49-F238E27FC236}">
                <a16:creationId xmlns:a16="http://schemas.microsoft.com/office/drawing/2014/main" id="{016A278A-09C9-07F3-D3B2-C71EB504836A}"/>
              </a:ext>
            </a:extLst>
          </p:cNvPr>
          <p:cNvCxnSpPr/>
          <p:nvPr/>
        </p:nvCxnSpPr>
        <p:spPr>
          <a:xfrm>
            <a:off x="6279738" y="246590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0" name="직선 연결선 3079">
            <a:extLst>
              <a:ext uri="{FF2B5EF4-FFF2-40B4-BE49-F238E27FC236}">
                <a16:creationId xmlns:a16="http://schemas.microsoft.com/office/drawing/2014/main" id="{BFA4DD89-E367-14C7-F66F-31CF582910EE}"/>
              </a:ext>
            </a:extLst>
          </p:cNvPr>
          <p:cNvCxnSpPr/>
          <p:nvPr/>
        </p:nvCxnSpPr>
        <p:spPr>
          <a:xfrm>
            <a:off x="6237719" y="239318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1" name="모서리가 둥근 직사각형 3080">
            <a:extLst>
              <a:ext uri="{FF2B5EF4-FFF2-40B4-BE49-F238E27FC236}">
                <a16:creationId xmlns:a16="http://schemas.microsoft.com/office/drawing/2014/main" id="{8D4E659B-798D-00A4-F2DA-E318E5628907}"/>
              </a:ext>
            </a:extLst>
          </p:cNvPr>
          <p:cNvSpPr/>
          <p:nvPr/>
        </p:nvSpPr>
        <p:spPr>
          <a:xfrm>
            <a:off x="6242030" y="251087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82" name="모서리가 둥근 직사각형 3081">
            <a:extLst>
              <a:ext uri="{FF2B5EF4-FFF2-40B4-BE49-F238E27FC236}">
                <a16:creationId xmlns:a16="http://schemas.microsoft.com/office/drawing/2014/main" id="{21EFB605-CA01-0845-A7F1-CC007720BBBE}"/>
              </a:ext>
            </a:extLst>
          </p:cNvPr>
          <p:cNvSpPr/>
          <p:nvPr/>
        </p:nvSpPr>
        <p:spPr>
          <a:xfrm>
            <a:off x="6242030" y="24371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83" name="모서리가 둥근 직사각형 3082">
            <a:extLst>
              <a:ext uri="{FF2B5EF4-FFF2-40B4-BE49-F238E27FC236}">
                <a16:creationId xmlns:a16="http://schemas.microsoft.com/office/drawing/2014/main" id="{E090E345-DEAD-FA33-D0CF-CAC34615E536}"/>
              </a:ext>
            </a:extLst>
          </p:cNvPr>
          <p:cNvSpPr/>
          <p:nvPr/>
        </p:nvSpPr>
        <p:spPr>
          <a:xfrm>
            <a:off x="6200011" y="236340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84" name="직선 연결선 3083">
            <a:extLst>
              <a:ext uri="{FF2B5EF4-FFF2-40B4-BE49-F238E27FC236}">
                <a16:creationId xmlns:a16="http://schemas.microsoft.com/office/drawing/2014/main" id="{6C7A2789-0057-2781-3C83-786913EE2CBA}"/>
              </a:ext>
            </a:extLst>
          </p:cNvPr>
          <p:cNvCxnSpPr/>
          <p:nvPr/>
        </p:nvCxnSpPr>
        <p:spPr>
          <a:xfrm flipH="1">
            <a:off x="6443548" y="2392584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5" name="직선 연결선 3084">
            <a:extLst>
              <a:ext uri="{FF2B5EF4-FFF2-40B4-BE49-F238E27FC236}">
                <a16:creationId xmlns:a16="http://schemas.microsoft.com/office/drawing/2014/main" id="{A5B036FB-E323-1F23-78B1-A472D9AA2DE7}"/>
              </a:ext>
            </a:extLst>
          </p:cNvPr>
          <p:cNvCxnSpPr/>
          <p:nvPr/>
        </p:nvCxnSpPr>
        <p:spPr>
          <a:xfrm>
            <a:off x="6485567" y="251656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6" name="직선 연결선 3085">
            <a:extLst>
              <a:ext uri="{FF2B5EF4-FFF2-40B4-BE49-F238E27FC236}">
                <a16:creationId xmlns:a16="http://schemas.microsoft.com/office/drawing/2014/main" id="{6FD89D46-BFA7-3736-2983-FD64818BCA3F}"/>
              </a:ext>
            </a:extLst>
          </p:cNvPr>
          <p:cNvCxnSpPr/>
          <p:nvPr/>
        </p:nvCxnSpPr>
        <p:spPr>
          <a:xfrm>
            <a:off x="6395706" y="251656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7" name="직선 연결선 3086">
            <a:extLst>
              <a:ext uri="{FF2B5EF4-FFF2-40B4-BE49-F238E27FC236}">
                <a16:creationId xmlns:a16="http://schemas.microsoft.com/office/drawing/2014/main" id="{A80F12F7-01FF-691A-3CE2-55A792734504}"/>
              </a:ext>
            </a:extLst>
          </p:cNvPr>
          <p:cNvCxnSpPr/>
          <p:nvPr/>
        </p:nvCxnSpPr>
        <p:spPr>
          <a:xfrm>
            <a:off x="6443548" y="244385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8" name="직선 연결선 3087">
            <a:extLst>
              <a:ext uri="{FF2B5EF4-FFF2-40B4-BE49-F238E27FC236}">
                <a16:creationId xmlns:a16="http://schemas.microsoft.com/office/drawing/2014/main" id="{5DA54293-74C7-2CE3-B814-F84A33F8D9DC}"/>
              </a:ext>
            </a:extLst>
          </p:cNvPr>
          <p:cNvCxnSpPr/>
          <p:nvPr/>
        </p:nvCxnSpPr>
        <p:spPr>
          <a:xfrm flipH="1">
            <a:off x="6393505" y="2440478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9" name="모서리가 둥근 직사각형 3088">
            <a:extLst>
              <a:ext uri="{FF2B5EF4-FFF2-40B4-BE49-F238E27FC236}">
                <a16:creationId xmlns:a16="http://schemas.microsoft.com/office/drawing/2014/main" id="{783F3416-EF08-8E0E-69C8-81844A2165A1}"/>
              </a:ext>
            </a:extLst>
          </p:cNvPr>
          <p:cNvSpPr/>
          <p:nvPr/>
        </p:nvSpPr>
        <p:spPr>
          <a:xfrm>
            <a:off x="6358380" y="25615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0" name="모서리가 둥근 직사각형 3089">
            <a:extLst>
              <a:ext uri="{FF2B5EF4-FFF2-40B4-BE49-F238E27FC236}">
                <a16:creationId xmlns:a16="http://schemas.microsoft.com/office/drawing/2014/main" id="{9EA82434-0752-9DCC-D0A9-C91652B4B98D}"/>
              </a:ext>
            </a:extLst>
          </p:cNvPr>
          <p:cNvSpPr/>
          <p:nvPr/>
        </p:nvSpPr>
        <p:spPr>
          <a:xfrm>
            <a:off x="6358380" y="248780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1" name="모서리가 둥근 직사각형 3090">
            <a:extLst>
              <a:ext uri="{FF2B5EF4-FFF2-40B4-BE49-F238E27FC236}">
                <a16:creationId xmlns:a16="http://schemas.microsoft.com/office/drawing/2014/main" id="{63F74DE8-7594-1928-C6EE-F9F24C965149}"/>
              </a:ext>
            </a:extLst>
          </p:cNvPr>
          <p:cNvSpPr/>
          <p:nvPr/>
        </p:nvSpPr>
        <p:spPr>
          <a:xfrm>
            <a:off x="6447859" y="25615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2" name="모서리가 둥근 직사각형 3091">
            <a:extLst>
              <a:ext uri="{FF2B5EF4-FFF2-40B4-BE49-F238E27FC236}">
                <a16:creationId xmlns:a16="http://schemas.microsoft.com/office/drawing/2014/main" id="{94816E10-BBBF-9D0D-A2AC-6A885BC16272}"/>
              </a:ext>
            </a:extLst>
          </p:cNvPr>
          <p:cNvSpPr/>
          <p:nvPr/>
        </p:nvSpPr>
        <p:spPr>
          <a:xfrm>
            <a:off x="6447859" y="248780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3" name="모서리가 둥근 직사각형 3092">
            <a:extLst>
              <a:ext uri="{FF2B5EF4-FFF2-40B4-BE49-F238E27FC236}">
                <a16:creationId xmlns:a16="http://schemas.microsoft.com/office/drawing/2014/main" id="{F36B3D91-8B96-1640-564B-EA52064D8675}"/>
              </a:ext>
            </a:extLst>
          </p:cNvPr>
          <p:cNvSpPr/>
          <p:nvPr/>
        </p:nvSpPr>
        <p:spPr>
          <a:xfrm>
            <a:off x="6405840" y="241406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94" name="직선 연결선 3093">
            <a:extLst>
              <a:ext uri="{FF2B5EF4-FFF2-40B4-BE49-F238E27FC236}">
                <a16:creationId xmlns:a16="http://schemas.microsoft.com/office/drawing/2014/main" id="{A2E4A473-1220-275F-C0BB-8BE2037E1232}"/>
              </a:ext>
            </a:extLst>
          </p:cNvPr>
          <p:cNvCxnSpPr/>
          <p:nvPr/>
        </p:nvCxnSpPr>
        <p:spPr>
          <a:xfrm>
            <a:off x="6574253" y="246590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5" name="직선 연결선 3094">
            <a:extLst>
              <a:ext uri="{FF2B5EF4-FFF2-40B4-BE49-F238E27FC236}">
                <a16:creationId xmlns:a16="http://schemas.microsoft.com/office/drawing/2014/main" id="{79F4E42A-0FFA-2088-3069-B3E98C6852D3}"/>
              </a:ext>
            </a:extLst>
          </p:cNvPr>
          <p:cNvCxnSpPr/>
          <p:nvPr/>
        </p:nvCxnSpPr>
        <p:spPr>
          <a:xfrm>
            <a:off x="6532234" y="239318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6" name="모서리가 둥근 직사각형 3095">
            <a:extLst>
              <a:ext uri="{FF2B5EF4-FFF2-40B4-BE49-F238E27FC236}">
                <a16:creationId xmlns:a16="http://schemas.microsoft.com/office/drawing/2014/main" id="{4C2F26EC-006B-CB6C-9059-1BAFCC82E5E7}"/>
              </a:ext>
            </a:extLst>
          </p:cNvPr>
          <p:cNvSpPr/>
          <p:nvPr/>
        </p:nvSpPr>
        <p:spPr>
          <a:xfrm>
            <a:off x="6536545" y="251087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7" name="모서리가 둥근 직사각형 3096">
            <a:extLst>
              <a:ext uri="{FF2B5EF4-FFF2-40B4-BE49-F238E27FC236}">
                <a16:creationId xmlns:a16="http://schemas.microsoft.com/office/drawing/2014/main" id="{E70E32D9-5396-C687-341A-B9A453FD69CE}"/>
              </a:ext>
            </a:extLst>
          </p:cNvPr>
          <p:cNvSpPr/>
          <p:nvPr/>
        </p:nvSpPr>
        <p:spPr>
          <a:xfrm>
            <a:off x="6536545" y="243714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098" name="모서리가 둥근 직사각형 3097">
            <a:extLst>
              <a:ext uri="{FF2B5EF4-FFF2-40B4-BE49-F238E27FC236}">
                <a16:creationId xmlns:a16="http://schemas.microsoft.com/office/drawing/2014/main" id="{7203656E-F5AE-CF49-9D4E-1CADB736CAF4}"/>
              </a:ext>
            </a:extLst>
          </p:cNvPr>
          <p:cNvSpPr/>
          <p:nvPr/>
        </p:nvSpPr>
        <p:spPr>
          <a:xfrm>
            <a:off x="6494525" y="236340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099" name="직선 연결선 3098">
            <a:extLst>
              <a:ext uri="{FF2B5EF4-FFF2-40B4-BE49-F238E27FC236}">
                <a16:creationId xmlns:a16="http://schemas.microsoft.com/office/drawing/2014/main" id="{FFCA25BA-B527-CA3A-9F3D-99AE919DC9E1}"/>
              </a:ext>
            </a:extLst>
          </p:cNvPr>
          <p:cNvCxnSpPr/>
          <p:nvPr/>
        </p:nvCxnSpPr>
        <p:spPr>
          <a:xfrm flipH="1">
            <a:off x="6748738" y="233136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0" name="직선 연결선 3099">
            <a:extLst>
              <a:ext uri="{FF2B5EF4-FFF2-40B4-BE49-F238E27FC236}">
                <a16:creationId xmlns:a16="http://schemas.microsoft.com/office/drawing/2014/main" id="{3280AC17-CDE6-9C16-FDD2-DF8144A6394D}"/>
              </a:ext>
            </a:extLst>
          </p:cNvPr>
          <p:cNvCxnSpPr/>
          <p:nvPr/>
        </p:nvCxnSpPr>
        <p:spPr>
          <a:xfrm>
            <a:off x="6790757" y="25228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1" name="직선 연결선 3100">
            <a:extLst>
              <a:ext uri="{FF2B5EF4-FFF2-40B4-BE49-F238E27FC236}">
                <a16:creationId xmlns:a16="http://schemas.microsoft.com/office/drawing/2014/main" id="{29285D6E-0B46-4E1E-918D-5D37C54A2C26}"/>
              </a:ext>
            </a:extLst>
          </p:cNvPr>
          <p:cNvCxnSpPr/>
          <p:nvPr/>
        </p:nvCxnSpPr>
        <p:spPr>
          <a:xfrm>
            <a:off x="6700895" y="25228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2" name="직선 연결선 3101">
            <a:extLst>
              <a:ext uri="{FF2B5EF4-FFF2-40B4-BE49-F238E27FC236}">
                <a16:creationId xmlns:a16="http://schemas.microsoft.com/office/drawing/2014/main" id="{C56571C7-378B-23E8-976D-8E20F9019587}"/>
              </a:ext>
            </a:extLst>
          </p:cNvPr>
          <p:cNvCxnSpPr/>
          <p:nvPr/>
        </p:nvCxnSpPr>
        <p:spPr>
          <a:xfrm>
            <a:off x="6748738" y="245011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직선 연결선 3102">
            <a:extLst>
              <a:ext uri="{FF2B5EF4-FFF2-40B4-BE49-F238E27FC236}">
                <a16:creationId xmlns:a16="http://schemas.microsoft.com/office/drawing/2014/main" id="{8DB0DC8C-EE34-B988-D4FE-7F589CE10E7A}"/>
              </a:ext>
            </a:extLst>
          </p:cNvPr>
          <p:cNvCxnSpPr/>
          <p:nvPr/>
        </p:nvCxnSpPr>
        <p:spPr>
          <a:xfrm flipH="1">
            <a:off x="6698694" y="244674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4" name="모서리가 둥근 직사각형 3103">
            <a:extLst>
              <a:ext uri="{FF2B5EF4-FFF2-40B4-BE49-F238E27FC236}">
                <a16:creationId xmlns:a16="http://schemas.microsoft.com/office/drawing/2014/main" id="{053F5CCA-8B71-B0B5-1F96-14D44476F0D2}"/>
              </a:ext>
            </a:extLst>
          </p:cNvPr>
          <p:cNvSpPr/>
          <p:nvPr/>
        </p:nvSpPr>
        <p:spPr>
          <a:xfrm>
            <a:off x="6663570" y="25678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05" name="모서리가 둥근 직사각형 3104">
            <a:extLst>
              <a:ext uri="{FF2B5EF4-FFF2-40B4-BE49-F238E27FC236}">
                <a16:creationId xmlns:a16="http://schemas.microsoft.com/office/drawing/2014/main" id="{67CA1B0D-CFF9-217A-7C2C-B938F331E7B5}"/>
              </a:ext>
            </a:extLst>
          </p:cNvPr>
          <p:cNvSpPr/>
          <p:nvPr/>
        </p:nvSpPr>
        <p:spPr>
          <a:xfrm>
            <a:off x="6663570" y="2494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06" name="모서리가 둥근 직사각형 3105">
            <a:extLst>
              <a:ext uri="{FF2B5EF4-FFF2-40B4-BE49-F238E27FC236}">
                <a16:creationId xmlns:a16="http://schemas.microsoft.com/office/drawing/2014/main" id="{F8C8382C-CE98-87D4-B8AE-47C956DDD502}"/>
              </a:ext>
            </a:extLst>
          </p:cNvPr>
          <p:cNvSpPr/>
          <p:nvPr/>
        </p:nvSpPr>
        <p:spPr>
          <a:xfrm>
            <a:off x="6753048" y="25678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07" name="모서리가 둥근 직사각형 3106">
            <a:extLst>
              <a:ext uri="{FF2B5EF4-FFF2-40B4-BE49-F238E27FC236}">
                <a16:creationId xmlns:a16="http://schemas.microsoft.com/office/drawing/2014/main" id="{A1466661-17F8-DF6E-DC66-BA1EB8C82377}"/>
              </a:ext>
            </a:extLst>
          </p:cNvPr>
          <p:cNvSpPr/>
          <p:nvPr/>
        </p:nvSpPr>
        <p:spPr>
          <a:xfrm>
            <a:off x="6753048" y="2494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08" name="모서리가 둥근 직사각형 3107">
            <a:extLst>
              <a:ext uri="{FF2B5EF4-FFF2-40B4-BE49-F238E27FC236}">
                <a16:creationId xmlns:a16="http://schemas.microsoft.com/office/drawing/2014/main" id="{FDB07EB3-8150-E855-E52C-211FF5DC26A7}"/>
              </a:ext>
            </a:extLst>
          </p:cNvPr>
          <p:cNvSpPr/>
          <p:nvPr/>
        </p:nvSpPr>
        <p:spPr>
          <a:xfrm>
            <a:off x="6711029" y="24203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09" name="직선 연결선 3108">
            <a:extLst>
              <a:ext uri="{FF2B5EF4-FFF2-40B4-BE49-F238E27FC236}">
                <a16:creationId xmlns:a16="http://schemas.microsoft.com/office/drawing/2014/main" id="{0418A467-85DD-EA0D-AFCF-009C4AF122C2}"/>
              </a:ext>
            </a:extLst>
          </p:cNvPr>
          <p:cNvCxnSpPr/>
          <p:nvPr/>
        </p:nvCxnSpPr>
        <p:spPr>
          <a:xfrm>
            <a:off x="6943887" y="233215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0" name="모서리가 둥근 직사각형 3109">
            <a:extLst>
              <a:ext uri="{FF2B5EF4-FFF2-40B4-BE49-F238E27FC236}">
                <a16:creationId xmlns:a16="http://schemas.microsoft.com/office/drawing/2014/main" id="{0C3E1BA5-F2B4-EB70-00E1-571E5FA06B89}"/>
              </a:ext>
            </a:extLst>
          </p:cNvPr>
          <p:cNvSpPr/>
          <p:nvPr/>
        </p:nvSpPr>
        <p:spPr>
          <a:xfrm>
            <a:off x="6911423" y="230647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111" name="직선 연결선 3110">
            <a:extLst>
              <a:ext uri="{FF2B5EF4-FFF2-40B4-BE49-F238E27FC236}">
                <a16:creationId xmlns:a16="http://schemas.microsoft.com/office/drawing/2014/main" id="{1C6D5E33-5B73-321B-11EF-0AF902C6A55F}"/>
              </a:ext>
            </a:extLst>
          </p:cNvPr>
          <p:cNvCxnSpPr/>
          <p:nvPr/>
        </p:nvCxnSpPr>
        <p:spPr>
          <a:xfrm>
            <a:off x="6879442" y="247216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2" name="직선 연결선 3111">
            <a:extLst>
              <a:ext uri="{FF2B5EF4-FFF2-40B4-BE49-F238E27FC236}">
                <a16:creationId xmlns:a16="http://schemas.microsoft.com/office/drawing/2014/main" id="{5E3C3454-BA7E-AC6F-B565-DF6552A2E086}"/>
              </a:ext>
            </a:extLst>
          </p:cNvPr>
          <p:cNvCxnSpPr/>
          <p:nvPr/>
        </p:nvCxnSpPr>
        <p:spPr>
          <a:xfrm>
            <a:off x="6837423" y="239945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3" name="모서리가 둥근 직사각형 3112">
            <a:extLst>
              <a:ext uri="{FF2B5EF4-FFF2-40B4-BE49-F238E27FC236}">
                <a16:creationId xmlns:a16="http://schemas.microsoft.com/office/drawing/2014/main" id="{E9D4F268-14C6-6CF4-ACC7-E80E61190459}"/>
              </a:ext>
            </a:extLst>
          </p:cNvPr>
          <p:cNvSpPr/>
          <p:nvPr/>
        </p:nvSpPr>
        <p:spPr>
          <a:xfrm>
            <a:off x="6841734" y="25171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14" name="모서리가 둥근 직사각형 3113">
            <a:extLst>
              <a:ext uri="{FF2B5EF4-FFF2-40B4-BE49-F238E27FC236}">
                <a16:creationId xmlns:a16="http://schemas.microsoft.com/office/drawing/2014/main" id="{4708C10E-CE3E-CF28-D6D8-A6ED4BDAE03B}"/>
              </a:ext>
            </a:extLst>
          </p:cNvPr>
          <p:cNvSpPr/>
          <p:nvPr/>
        </p:nvSpPr>
        <p:spPr>
          <a:xfrm>
            <a:off x="6841734" y="24434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15" name="모서리가 둥근 직사각형 3114">
            <a:extLst>
              <a:ext uri="{FF2B5EF4-FFF2-40B4-BE49-F238E27FC236}">
                <a16:creationId xmlns:a16="http://schemas.microsoft.com/office/drawing/2014/main" id="{BA99856B-D727-C6EE-2F30-3CB53970D8B9}"/>
              </a:ext>
            </a:extLst>
          </p:cNvPr>
          <p:cNvSpPr/>
          <p:nvPr/>
        </p:nvSpPr>
        <p:spPr>
          <a:xfrm>
            <a:off x="6799715" y="236966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16" name="직선 연결선 3115">
            <a:extLst>
              <a:ext uri="{FF2B5EF4-FFF2-40B4-BE49-F238E27FC236}">
                <a16:creationId xmlns:a16="http://schemas.microsoft.com/office/drawing/2014/main" id="{266DAE56-A51B-6292-4DDC-AF14B7A1D442}"/>
              </a:ext>
            </a:extLst>
          </p:cNvPr>
          <p:cNvCxnSpPr/>
          <p:nvPr/>
        </p:nvCxnSpPr>
        <p:spPr>
          <a:xfrm flipH="1">
            <a:off x="7043252" y="2398850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7" name="직선 연결선 3116">
            <a:extLst>
              <a:ext uri="{FF2B5EF4-FFF2-40B4-BE49-F238E27FC236}">
                <a16:creationId xmlns:a16="http://schemas.microsoft.com/office/drawing/2014/main" id="{02A7881E-2AC8-DEF8-BD1D-D2A33FF1C588}"/>
              </a:ext>
            </a:extLst>
          </p:cNvPr>
          <p:cNvCxnSpPr/>
          <p:nvPr/>
        </p:nvCxnSpPr>
        <p:spPr>
          <a:xfrm>
            <a:off x="7085271" y="25228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8" name="직선 연결선 3117">
            <a:extLst>
              <a:ext uri="{FF2B5EF4-FFF2-40B4-BE49-F238E27FC236}">
                <a16:creationId xmlns:a16="http://schemas.microsoft.com/office/drawing/2014/main" id="{9C87B5C6-C5AC-E315-C202-01C27B17B539}"/>
              </a:ext>
            </a:extLst>
          </p:cNvPr>
          <p:cNvCxnSpPr/>
          <p:nvPr/>
        </p:nvCxnSpPr>
        <p:spPr>
          <a:xfrm>
            <a:off x="6995409" y="25228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9" name="직선 연결선 3118">
            <a:extLst>
              <a:ext uri="{FF2B5EF4-FFF2-40B4-BE49-F238E27FC236}">
                <a16:creationId xmlns:a16="http://schemas.microsoft.com/office/drawing/2014/main" id="{CC30868C-DBEC-85CB-6917-75A90A7072E7}"/>
              </a:ext>
            </a:extLst>
          </p:cNvPr>
          <p:cNvCxnSpPr/>
          <p:nvPr/>
        </p:nvCxnSpPr>
        <p:spPr>
          <a:xfrm>
            <a:off x="7043252" y="245011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0" name="직선 연결선 3119">
            <a:extLst>
              <a:ext uri="{FF2B5EF4-FFF2-40B4-BE49-F238E27FC236}">
                <a16:creationId xmlns:a16="http://schemas.microsoft.com/office/drawing/2014/main" id="{B73F17B5-9E7D-4A7E-F399-C7820A16F9B3}"/>
              </a:ext>
            </a:extLst>
          </p:cNvPr>
          <p:cNvCxnSpPr/>
          <p:nvPr/>
        </p:nvCxnSpPr>
        <p:spPr>
          <a:xfrm flipH="1">
            <a:off x="6993209" y="244674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1" name="모서리가 둥근 직사각형 3120">
            <a:extLst>
              <a:ext uri="{FF2B5EF4-FFF2-40B4-BE49-F238E27FC236}">
                <a16:creationId xmlns:a16="http://schemas.microsoft.com/office/drawing/2014/main" id="{6EA527CC-3E8B-62BC-B5C2-5A8CC623421F}"/>
              </a:ext>
            </a:extLst>
          </p:cNvPr>
          <p:cNvSpPr/>
          <p:nvPr/>
        </p:nvSpPr>
        <p:spPr>
          <a:xfrm>
            <a:off x="6958084" y="25678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2" name="모서리가 둥근 직사각형 3121">
            <a:extLst>
              <a:ext uri="{FF2B5EF4-FFF2-40B4-BE49-F238E27FC236}">
                <a16:creationId xmlns:a16="http://schemas.microsoft.com/office/drawing/2014/main" id="{986F9C2F-51A3-156E-BE1C-7F0860CEDED2}"/>
              </a:ext>
            </a:extLst>
          </p:cNvPr>
          <p:cNvSpPr/>
          <p:nvPr/>
        </p:nvSpPr>
        <p:spPr>
          <a:xfrm>
            <a:off x="6958084" y="2494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3" name="모서리가 둥근 직사각형 3122">
            <a:extLst>
              <a:ext uri="{FF2B5EF4-FFF2-40B4-BE49-F238E27FC236}">
                <a16:creationId xmlns:a16="http://schemas.microsoft.com/office/drawing/2014/main" id="{EA282FAA-0930-5CA8-495A-76F25C0C8A1C}"/>
              </a:ext>
            </a:extLst>
          </p:cNvPr>
          <p:cNvSpPr/>
          <p:nvPr/>
        </p:nvSpPr>
        <p:spPr>
          <a:xfrm>
            <a:off x="7047563" y="25678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4" name="모서리가 둥근 직사각형 3123">
            <a:extLst>
              <a:ext uri="{FF2B5EF4-FFF2-40B4-BE49-F238E27FC236}">
                <a16:creationId xmlns:a16="http://schemas.microsoft.com/office/drawing/2014/main" id="{4EEEC4B3-D503-D30A-817F-5CCAA4710BA1}"/>
              </a:ext>
            </a:extLst>
          </p:cNvPr>
          <p:cNvSpPr/>
          <p:nvPr/>
        </p:nvSpPr>
        <p:spPr>
          <a:xfrm>
            <a:off x="7047563" y="2494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5" name="모서리가 둥근 직사각형 3124">
            <a:extLst>
              <a:ext uri="{FF2B5EF4-FFF2-40B4-BE49-F238E27FC236}">
                <a16:creationId xmlns:a16="http://schemas.microsoft.com/office/drawing/2014/main" id="{3C1774AB-4924-D17E-6F1F-614DFCE5D392}"/>
              </a:ext>
            </a:extLst>
          </p:cNvPr>
          <p:cNvSpPr/>
          <p:nvPr/>
        </p:nvSpPr>
        <p:spPr>
          <a:xfrm>
            <a:off x="7005544" y="24203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26" name="직선 연결선 3125">
            <a:extLst>
              <a:ext uri="{FF2B5EF4-FFF2-40B4-BE49-F238E27FC236}">
                <a16:creationId xmlns:a16="http://schemas.microsoft.com/office/drawing/2014/main" id="{DF3F7521-F7E0-DDCD-AB54-2398A9A9123E}"/>
              </a:ext>
            </a:extLst>
          </p:cNvPr>
          <p:cNvCxnSpPr/>
          <p:nvPr/>
        </p:nvCxnSpPr>
        <p:spPr>
          <a:xfrm>
            <a:off x="7173957" y="247216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7" name="직선 연결선 3126">
            <a:extLst>
              <a:ext uri="{FF2B5EF4-FFF2-40B4-BE49-F238E27FC236}">
                <a16:creationId xmlns:a16="http://schemas.microsoft.com/office/drawing/2014/main" id="{10EEBB0D-3DE5-11A7-C62C-980C5027DE46}"/>
              </a:ext>
            </a:extLst>
          </p:cNvPr>
          <p:cNvCxnSpPr/>
          <p:nvPr/>
        </p:nvCxnSpPr>
        <p:spPr>
          <a:xfrm>
            <a:off x="7131938" y="239945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8" name="모서리가 둥근 직사각형 3127">
            <a:extLst>
              <a:ext uri="{FF2B5EF4-FFF2-40B4-BE49-F238E27FC236}">
                <a16:creationId xmlns:a16="http://schemas.microsoft.com/office/drawing/2014/main" id="{52C71D15-EA4F-5D12-7C77-8FFAC8762EC5}"/>
              </a:ext>
            </a:extLst>
          </p:cNvPr>
          <p:cNvSpPr/>
          <p:nvPr/>
        </p:nvSpPr>
        <p:spPr>
          <a:xfrm>
            <a:off x="7136249" y="251714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29" name="모서리가 둥근 직사각형 3128">
            <a:extLst>
              <a:ext uri="{FF2B5EF4-FFF2-40B4-BE49-F238E27FC236}">
                <a16:creationId xmlns:a16="http://schemas.microsoft.com/office/drawing/2014/main" id="{60192A6A-3A5E-ED4C-C4E9-BB1D3C489639}"/>
              </a:ext>
            </a:extLst>
          </p:cNvPr>
          <p:cNvSpPr/>
          <p:nvPr/>
        </p:nvSpPr>
        <p:spPr>
          <a:xfrm>
            <a:off x="7136249" y="24434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30" name="모서리가 둥근 직사각형 3129">
            <a:extLst>
              <a:ext uri="{FF2B5EF4-FFF2-40B4-BE49-F238E27FC236}">
                <a16:creationId xmlns:a16="http://schemas.microsoft.com/office/drawing/2014/main" id="{91040299-3CA3-A97F-AFE5-C944B9846D5A}"/>
              </a:ext>
            </a:extLst>
          </p:cNvPr>
          <p:cNvSpPr/>
          <p:nvPr/>
        </p:nvSpPr>
        <p:spPr>
          <a:xfrm>
            <a:off x="7094229" y="2369668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31" name="직선 연결선 3130">
            <a:extLst>
              <a:ext uri="{FF2B5EF4-FFF2-40B4-BE49-F238E27FC236}">
                <a16:creationId xmlns:a16="http://schemas.microsoft.com/office/drawing/2014/main" id="{E2B094AF-50AA-248A-3028-601633C46240}"/>
              </a:ext>
            </a:extLst>
          </p:cNvPr>
          <p:cNvCxnSpPr/>
          <p:nvPr/>
        </p:nvCxnSpPr>
        <p:spPr>
          <a:xfrm>
            <a:off x="6469843" y="2056641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2" name="모서리가 둥근 직사각형 3131">
            <a:extLst>
              <a:ext uri="{FF2B5EF4-FFF2-40B4-BE49-F238E27FC236}">
                <a16:creationId xmlns:a16="http://schemas.microsoft.com/office/drawing/2014/main" id="{F6EA7239-BEB8-25C7-B26B-E1D3569C09DE}"/>
              </a:ext>
            </a:extLst>
          </p:cNvPr>
          <p:cNvSpPr/>
          <p:nvPr/>
        </p:nvSpPr>
        <p:spPr>
          <a:xfrm>
            <a:off x="6437380" y="203096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133" name="직선 연결선 3132">
            <a:extLst>
              <a:ext uri="{FF2B5EF4-FFF2-40B4-BE49-F238E27FC236}">
                <a16:creationId xmlns:a16="http://schemas.microsoft.com/office/drawing/2014/main" id="{FAF0D1B1-B8DB-BE10-1E33-1F4C9560A247}"/>
              </a:ext>
            </a:extLst>
          </p:cNvPr>
          <p:cNvCxnSpPr/>
          <p:nvPr/>
        </p:nvCxnSpPr>
        <p:spPr>
          <a:xfrm flipH="1">
            <a:off x="6569209" y="2123340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직선 연결선 3133">
            <a:extLst>
              <a:ext uri="{FF2B5EF4-FFF2-40B4-BE49-F238E27FC236}">
                <a16:creationId xmlns:a16="http://schemas.microsoft.com/office/drawing/2014/main" id="{FFC5F431-7C7C-656B-A544-F772144522C2}"/>
              </a:ext>
            </a:extLst>
          </p:cNvPr>
          <p:cNvCxnSpPr/>
          <p:nvPr/>
        </p:nvCxnSpPr>
        <p:spPr>
          <a:xfrm>
            <a:off x="6611228" y="22473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5" name="직선 연결선 3134">
            <a:extLst>
              <a:ext uri="{FF2B5EF4-FFF2-40B4-BE49-F238E27FC236}">
                <a16:creationId xmlns:a16="http://schemas.microsoft.com/office/drawing/2014/main" id="{6E526FBE-56D6-07E1-229F-BFA2CC25695A}"/>
              </a:ext>
            </a:extLst>
          </p:cNvPr>
          <p:cNvCxnSpPr/>
          <p:nvPr/>
        </p:nvCxnSpPr>
        <p:spPr>
          <a:xfrm>
            <a:off x="6521366" y="22473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직선 연결선 3135">
            <a:extLst>
              <a:ext uri="{FF2B5EF4-FFF2-40B4-BE49-F238E27FC236}">
                <a16:creationId xmlns:a16="http://schemas.microsoft.com/office/drawing/2014/main" id="{AC925A75-C0A6-5837-684A-CB3649E90172}"/>
              </a:ext>
            </a:extLst>
          </p:cNvPr>
          <p:cNvCxnSpPr/>
          <p:nvPr/>
        </p:nvCxnSpPr>
        <p:spPr>
          <a:xfrm>
            <a:off x="6569208" y="217460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7" name="직선 연결선 3136">
            <a:extLst>
              <a:ext uri="{FF2B5EF4-FFF2-40B4-BE49-F238E27FC236}">
                <a16:creationId xmlns:a16="http://schemas.microsoft.com/office/drawing/2014/main" id="{42E95004-DEF6-B18A-E44F-3D682F2DC07D}"/>
              </a:ext>
            </a:extLst>
          </p:cNvPr>
          <p:cNvCxnSpPr/>
          <p:nvPr/>
        </p:nvCxnSpPr>
        <p:spPr>
          <a:xfrm flipH="1">
            <a:off x="6519165" y="21712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8" name="모서리가 둥근 직사각형 3137">
            <a:extLst>
              <a:ext uri="{FF2B5EF4-FFF2-40B4-BE49-F238E27FC236}">
                <a16:creationId xmlns:a16="http://schemas.microsoft.com/office/drawing/2014/main" id="{E20A0282-A191-8E1A-6F71-0134068FBE4D}"/>
              </a:ext>
            </a:extLst>
          </p:cNvPr>
          <p:cNvSpPr/>
          <p:nvPr/>
        </p:nvSpPr>
        <p:spPr>
          <a:xfrm>
            <a:off x="6484041" y="22922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39" name="모서리가 둥근 직사각형 3138">
            <a:extLst>
              <a:ext uri="{FF2B5EF4-FFF2-40B4-BE49-F238E27FC236}">
                <a16:creationId xmlns:a16="http://schemas.microsoft.com/office/drawing/2014/main" id="{F777D525-DBF7-8C2B-0B59-68875EBCD5CA}"/>
              </a:ext>
            </a:extLst>
          </p:cNvPr>
          <p:cNvSpPr/>
          <p:nvPr/>
        </p:nvSpPr>
        <p:spPr>
          <a:xfrm>
            <a:off x="6484041" y="22185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0" name="모서리가 둥근 직사각형 3139">
            <a:extLst>
              <a:ext uri="{FF2B5EF4-FFF2-40B4-BE49-F238E27FC236}">
                <a16:creationId xmlns:a16="http://schemas.microsoft.com/office/drawing/2014/main" id="{B9EFD6E8-EDF7-EAED-D665-BD70BD8C8F02}"/>
              </a:ext>
            </a:extLst>
          </p:cNvPr>
          <p:cNvSpPr/>
          <p:nvPr/>
        </p:nvSpPr>
        <p:spPr>
          <a:xfrm>
            <a:off x="6573520" y="22922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1" name="모서리가 둥근 직사각형 3140">
            <a:extLst>
              <a:ext uri="{FF2B5EF4-FFF2-40B4-BE49-F238E27FC236}">
                <a16:creationId xmlns:a16="http://schemas.microsoft.com/office/drawing/2014/main" id="{DE0ADEB3-165E-5DC5-4A6E-EE72207FA18C}"/>
              </a:ext>
            </a:extLst>
          </p:cNvPr>
          <p:cNvSpPr/>
          <p:nvPr/>
        </p:nvSpPr>
        <p:spPr>
          <a:xfrm>
            <a:off x="6573520" y="22185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2" name="모서리가 둥근 직사각형 3141">
            <a:extLst>
              <a:ext uri="{FF2B5EF4-FFF2-40B4-BE49-F238E27FC236}">
                <a16:creationId xmlns:a16="http://schemas.microsoft.com/office/drawing/2014/main" id="{C1D93DD8-C3DE-D2F6-FCE7-71D4CD2188F3}"/>
              </a:ext>
            </a:extLst>
          </p:cNvPr>
          <p:cNvSpPr/>
          <p:nvPr/>
        </p:nvSpPr>
        <p:spPr>
          <a:xfrm>
            <a:off x="6531500" y="21448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43" name="직선 연결선 3142">
            <a:extLst>
              <a:ext uri="{FF2B5EF4-FFF2-40B4-BE49-F238E27FC236}">
                <a16:creationId xmlns:a16="http://schemas.microsoft.com/office/drawing/2014/main" id="{A8A80FA6-FD23-F1C1-FDEA-650013254FED}"/>
              </a:ext>
            </a:extLst>
          </p:cNvPr>
          <p:cNvCxnSpPr/>
          <p:nvPr/>
        </p:nvCxnSpPr>
        <p:spPr>
          <a:xfrm>
            <a:off x="6699913" y="21966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4" name="직선 연결선 3143">
            <a:extLst>
              <a:ext uri="{FF2B5EF4-FFF2-40B4-BE49-F238E27FC236}">
                <a16:creationId xmlns:a16="http://schemas.microsoft.com/office/drawing/2014/main" id="{C69B354A-3A2C-A624-4B12-06B7FB2AEFE0}"/>
              </a:ext>
            </a:extLst>
          </p:cNvPr>
          <p:cNvCxnSpPr/>
          <p:nvPr/>
        </p:nvCxnSpPr>
        <p:spPr>
          <a:xfrm>
            <a:off x="6657894" y="21239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5" name="모서리가 둥근 직사각형 3144">
            <a:extLst>
              <a:ext uri="{FF2B5EF4-FFF2-40B4-BE49-F238E27FC236}">
                <a16:creationId xmlns:a16="http://schemas.microsoft.com/office/drawing/2014/main" id="{1D46775B-9272-3B4E-F2C9-86CCAA485B6B}"/>
              </a:ext>
            </a:extLst>
          </p:cNvPr>
          <p:cNvSpPr/>
          <p:nvPr/>
        </p:nvSpPr>
        <p:spPr>
          <a:xfrm>
            <a:off x="6662206" y="22416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6" name="모서리가 둥근 직사각형 3145">
            <a:extLst>
              <a:ext uri="{FF2B5EF4-FFF2-40B4-BE49-F238E27FC236}">
                <a16:creationId xmlns:a16="http://schemas.microsoft.com/office/drawing/2014/main" id="{D0C58F32-787C-07C5-3F72-114CE7FA155B}"/>
              </a:ext>
            </a:extLst>
          </p:cNvPr>
          <p:cNvSpPr/>
          <p:nvPr/>
        </p:nvSpPr>
        <p:spPr>
          <a:xfrm>
            <a:off x="6662206" y="21678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47" name="모서리가 둥근 직사각형 3146">
            <a:extLst>
              <a:ext uri="{FF2B5EF4-FFF2-40B4-BE49-F238E27FC236}">
                <a16:creationId xmlns:a16="http://schemas.microsoft.com/office/drawing/2014/main" id="{EAEA061D-C5CD-06A9-66D9-D6E2B53895C5}"/>
              </a:ext>
            </a:extLst>
          </p:cNvPr>
          <p:cNvSpPr/>
          <p:nvPr/>
        </p:nvSpPr>
        <p:spPr>
          <a:xfrm>
            <a:off x="6620186" y="20941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48" name="직선 연결선 3147">
            <a:extLst>
              <a:ext uri="{FF2B5EF4-FFF2-40B4-BE49-F238E27FC236}">
                <a16:creationId xmlns:a16="http://schemas.microsoft.com/office/drawing/2014/main" id="{CD597FD0-0CE4-E001-3774-FEB68416BCA2}"/>
              </a:ext>
            </a:extLst>
          </p:cNvPr>
          <p:cNvCxnSpPr/>
          <p:nvPr/>
        </p:nvCxnSpPr>
        <p:spPr>
          <a:xfrm>
            <a:off x="7053549" y="2056641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9" name="모서리가 둥근 직사각형 3148">
            <a:extLst>
              <a:ext uri="{FF2B5EF4-FFF2-40B4-BE49-F238E27FC236}">
                <a16:creationId xmlns:a16="http://schemas.microsoft.com/office/drawing/2014/main" id="{EE2D5F84-79F7-2356-C9A1-610F36B3AD73}"/>
              </a:ext>
            </a:extLst>
          </p:cNvPr>
          <p:cNvSpPr/>
          <p:nvPr/>
        </p:nvSpPr>
        <p:spPr>
          <a:xfrm>
            <a:off x="7021085" y="203096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150" name="직선 연결선 3149">
            <a:extLst>
              <a:ext uri="{FF2B5EF4-FFF2-40B4-BE49-F238E27FC236}">
                <a16:creationId xmlns:a16="http://schemas.microsoft.com/office/drawing/2014/main" id="{36E5AC4E-9E4C-0B67-53FA-FE7EA4329F09}"/>
              </a:ext>
            </a:extLst>
          </p:cNvPr>
          <p:cNvCxnSpPr/>
          <p:nvPr/>
        </p:nvCxnSpPr>
        <p:spPr>
          <a:xfrm flipH="1">
            <a:off x="7152914" y="2123340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1" name="직선 연결선 3150">
            <a:extLst>
              <a:ext uri="{FF2B5EF4-FFF2-40B4-BE49-F238E27FC236}">
                <a16:creationId xmlns:a16="http://schemas.microsoft.com/office/drawing/2014/main" id="{00DB6518-BEB6-A2A9-722B-E1D9784A00FE}"/>
              </a:ext>
            </a:extLst>
          </p:cNvPr>
          <p:cNvCxnSpPr/>
          <p:nvPr/>
        </p:nvCxnSpPr>
        <p:spPr>
          <a:xfrm>
            <a:off x="7194933" y="22473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2" name="직선 연결선 3151">
            <a:extLst>
              <a:ext uri="{FF2B5EF4-FFF2-40B4-BE49-F238E27FC236}">
                <a16:creationId xmlns:a16="http://schemas.microsoft.com/office/drawing/2014/main" id="{DAC802B5-017F-85DC-F90E-7C7EC17BB30C}"/>
              </a:ext>
            </a:extLst>
          </p:cNvPr>
          <p:cNvCxnSpPr/>
          <p:nvPr/>
        </p:nvCxnSpPr>
        <p:spPr>
          <a:xfrm>
            <a:off x="7105071" y="224732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3" name="직선 연결선 3152">
            <a:extLst>
              <a:ext uri="{FF2B5EF4-FFF2-40B4-BE49-F238E27FC236}">
                <a16:creationId xmlns:a16="http://schemas.microsoft.com/office/drawing/2014/main" id="{38E97181-7454-1B67-A07F-964363272067}"/>
              </a:ext>
            </a:extLst>
          </p:cNvPr>
          <p:cNvCxnSpPr/>
          <p:nvPr/>
        </p:nvCxnSpPr>
        <p:spPr>
          <a:xfrm>
            <a:off x="7152914" y="217460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4" name="직선 연결선 3153">
            <a:extLst>
              <a:ext uri="{FF2B5EF4-FFF2-40B4-BE49-F238E27FC236}">
                <a16:creationId xmlns:a16="http://schemas.microsoft.com/office/drawing/2014/main" id="{1C0201B8-860D-333F-4623-F7DD8F7B46B3}"/>
              </a:ext>
            </a:extLst>
          </p:cNvPr>
          <p:cNvCxnSpPr/>
          <p:nvPr/>
        </p:nvCxnSpPr>
        <p:spPr>
          <a:xfrm flipH="1">
            <a:off x="7102870" y="2171234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5" name="모서리가 둥근 직사각형 3154">
            <a:extLst>
              <a:ext uri="{FF2B5EF4-FFF2-40B4-BE49-F238E27FC236}">
                <a16:creationId xmlns:a16="http://schemas.microsoft.com/office/drawing/2014/main" id="{90EAB5FA-672A-0FBB-5544-697481F375FA}"/>
              </a:ext>
            </a:extLst>
          </p:cNvPr>
          <p:cNvSpPr/>
          <p:nvPr/>
        </p:nvSpPr>
        <p:spPr>
          <a:xfrm>
            <a:off x="7067746" y="22922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56" name="모서리가 둥근 직사각형 3155">
            <a:extLst>
              <a:ext uri="{FF2B5EF4-FFF2-40B4-BE49-F238E27FC236}">
                <a16:creationId xmlns:a16="http://schemas.microsoft.com/office/drawing/2014/main" id="{7E2C8B0F-ECAE-ED1D-70C2-0777B06027DC}"/>
              </a:ext>
            </a:extLst>
          </p:cNvPr>
          <p:cNvSpPr/>
          <p:nvPr/>
        </p:nvSpPr>
        <p:spPr>
          <a:xfrm>
            <a:off x="7067746" y="22185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57" name="모서리가 둥근 직사각형 3156">
            <a:extLst>
              <a:ext uri="{FF2B5EF4-FFF2-40B4-BE49-F238E27FC236}">
                <a16:creationId xmlns:a16="http://schemas.microsoft.com/office/drawing/2014/main" id="{6EB28ED1-567F-AA93-5A7F-9F0F2F627F5C}"/>
              </a:ext>
            </a:extLst>
          </p:cNvPr>
          <p:cNvSpPr/>
          <p:nvPr/>
        </p:nvSpPr>
        <p:spPr>
          <a:xfrm>
            <a:off x="7157225" y="22922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58" name="모서리가 둥근 직사각형 3157">
            <a:extLst>
              <a:ext uri="{FF2B5EF4-FFF2-40B4-BE49-F238E27FC236}">
                <a16:creationId xmlns:a16="http://schemas.microsoft.com/office/drawing/2014/main" id="{67F5C1E0-EC58-93C7-F270-5525A3928BAB}"/>
              </a:ext>
            </a:extLst>
          </p:cNvPr>
          <p:cNvSpPr/>
          <p:nvPr/>
        </p:nvSpPr>
        <p:spPr>
          <a:xfrm>
            <a:off x="7157225" y="221855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59" name="모서리가 둥근 직사각형 3158">
            <a:extLst>
              <a:ext uri="{FF2B5EF4-FFF2-40B4-BE49-F238E27FC236}">
                <a16:creationId xmlns:a16="http://schemas.microsoft.com/office/drawing/2014/main" id="{57DC660A-6F62-8E46-028F-EF7285E5CA00}"/>
              </a:ext>
            </a:extLst>
          </p:cNvPr>
          <p:cNvSpPr/>
          <p:nvPr/>
        </p:nvSpPr>
        <p:spPr>
          <a:xfrm>
            <a:off x="7115205" y="214482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60" name="직선 연결선 3159">
            <a:extLst>
              <a:ext uri="{FF2B5EF4-FFF2-40B4-BE49-F238E27FC236}">
                <a16:creationId xmlns:a16="http://schemas.microsoft.com/office/drawing/2014/main" id="{9D5483E6-933B-7507-809E-1431684DDE79}"/>
              </a:ext>
            </a:extLst>
          </p:cNvPr>
          <p:cNvCxnSpPr/>
          <p:nvPr/>
        </p:nvCxnSpPr>
        <p:spPr>
          <a:xfrm>
            <a:off x="7283618" y="2196657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1" name="직선 연결선 3160">
            <a:extLst>
              <a:ext uri="{FF2B5EF4-FFF2-40B4-BE49-F238E27FC236}">
                <a16:creationId xmlns:a16="http://schemas.microsoft.com/office/drawing/2014/main" id="{A9E9FA34-6E73-0EEE-E661-AB51B48F7C8C}"/>
              </a:ext>
            </a:extLst>
          </p:cNvPr>
          <p:cNvCxnSpPr/>
          <p:nvPr/>
        </p:nvCxnSpPr>
        <p:spPr>
          <a:xfrm>
            <a:off x="7241599" y="212394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2" name="모서리가 둥근 직사각형 3161">
            <a:extLst>
              <a:ext uri="{FF2B5EF4-FFF2-40B4-BE49-F238E27FC236}">
                <a16:creationId xmlns:a16="http://schemas.microsoft.com/office/drawing/2014/main" id="{D3968B22-E7AC-9BA9-20E3-1258485B3667}"/>
              </a:ext>
            </a:extLst>
          </p:cNvPr>
          <p:cNvSpPr/>
          <p:nvPr/>
        </p:nvSpPr>
        <p:spPr>
          <a:xfrm>
            <a:off x="7245910" y="22416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63" name="모서리가 둥근 직사각형 3162">
            <a:extLst>
              <a:ext uri="{FF2B5EF4-FFF2-40B4-BE49-F238E27FC236}">
                <a16:creationId xmlns:a16="http://schemas.microsoft.com/office/drawing/2014/main" id="{94E98385-C95D-3E3F-8D75-8E2DBFAE3999}"/>
              </a:ext>
            </a:extLst>
          </p:cNvPr>
          <p:cNvSpPr/>
          <p:nvPr/>
        </p:nvSpPr>
        <p:spPr>
          <a:xfrm>
            <a:off x="7245910" y="21678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64" name="모서리가 둥근 직사각형 3163">
            <a:extLst>
              <a:ext uri="{FF2B5EF4-FFF2-40B4-BE49-F238E27FC236}">
                <a16:creationId xmlns:a16="http://schemas.microsoft.com/office/drawing/2014/main" id="{A777DDB7-351C-8819-4A29-FE99480E5B4A}"/>
              </a:ext>
            </a:extLst>
          </p:cNvPr>
          <p:cNvSpPr/>
          <p:nvPr/>
        </p:nvSpPr>
        <p:spPr>
          <a:xfrm>
            <a:off x="7203891" y="20941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3165" name="모서리가 둥근 직사각형 3164">
            <a:extLst>
              <a:ext uri="{FF2B5EF4-FFF2-40B4-BE49-F238E27FC236}">
                <a16:creationId xmlns:a16="http://schemas.microsoft.com/office/drawing/2014/main" id="{A378A7BA-8B6F-01FF-292E-07A3FA58C8D3}"/>
              </a:ext>
            </a:extLst>
          </p:cNvPr>
          <p:cNvSpPr/>
          <p:nvPr/>
        </p:nvSpPr>
        <p:spPr>
          <a:xfrm>
            <a:off x="6281263" y="1150130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3166" name="직선 연결선 3165">
            <a:extLst>
              <a:ext uri="{FF2B5EF4-FFF2-40B4-BE49-F238E27FC236}">
                <a16:creationId xmlns:a16="http://schemas.microsoft.com/office/drawing/2014/main" id="{7DEB77CE-F2C3-7EA3-5A4E-2A24DC32839C}"/>
              </a:ext>
            </a:extLst>
          </p:cNvPr>
          <p:cNvCxnSpPr/>
          <p:nvPr/>
        </p:nvCxnSpPr>
        <p:spPr>
          <a:xfrm flipH="1">
            <a:off x="10435802" y="1325935"/>
            <a:ext cx="573991" cy="1312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7" name="직선 연결선 3166">
            <a:extLst>
              <a:ext uri="{FF2B5EF4-FFF2-40B4-BE49-F238E27FC236}">
                <a16:creationId xmlns:a16="http://schemas.microsoft.com/office/drawing/2014/main" id="{6B6FF80F-FED7-1D02-B60A-4859393EE9C2}"/>
              </a:ext>
            </a:extLst>
          </p:cNvPr>
          <p:cNvCxnSpPr/>
          <p:nvPr/>
        </p:nvCxnSpPr>
        <p:spPr>
          <a:xfrm flipH="1">
            <a:off x="10717224" y="2707730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8" name="직선 연결선 3167">
            <a:extLst>
              <a:ext uri="{FF2B5EF4-FFF2-40B4-BE49-F238E27FC236}">
                <a16:creationId xmlns:a16="http://schemas.microsoft.com/office/drawing/2014/main" id="{F3306F5B-D9F5-6CFE-F896-43B0316D4F37}"/>
              </a:ext>
            </a:extLst>
          </p:cNvPr>
          <p:cNvCxnSpPr/>
          <p:nvPr/>
        </p:nvCxnSpPr>
        <p:spPr>
          <a:xfrm flipH="1" flipV="1">
            <a:off x="10442278" y="2639836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9" name="직선 연결선 3168">
            <a:extLst>
              <a:ext uri="{FF2B5EF4-FFF2-40B4-BE49-F238E27FC236}">
                <a16:creationId xmlns:a16="http://schemas.microsoft.com/office/drawing/2014/main" id="{7148CF9F-BA34-965F-E053-9CE953022789}"/>
              </a:ext>
            </a:extLst>
          </p:cNvPr>
          <p:cNvCxnSpPr/>
          <p:nvPr/>
        </p:nvCxnSpPr>
        <p:spPr>
          <a:xfrm flipH="1">
            <a:off x="9930780" y="2641338"/>
            <a:ext cx="504694" cy="81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0" name="직선 연결선 3169">
            <a:extLst>
              <a:ext uri="{FF2B5EF4-FFF2-40B4-BE49-F238E27FC236}">
                <a16:creationId xmlns:a16="http://schemas.microsoft.com/office/drawing/2014/main" id="{64F3B452-7FFF-901F-C7BC-D4DE524D0A6B}"/>
              </a:ext>
            </a:extLst>
          </p:cNvPr>
          <p:cNvCxnSpPr/>
          <p:nvPr/>
        </p:nvCxnSpPr>
        <p:spPr>
          <a:xfrm flipH="1">
            <a:off x="9537780" y="2722471"/>
            <a:ext cx="381593" cy="573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1" name="직선 연결선 3170">
            <a:extLst>
              <a:ext uri="{FF2B5EF4-FFF2-40B4-BE49-F238E27FC236}">
                <a16:creationId xmlns:a16="http://schemas.microsoft.com/office/drawing/2014/main" id="{2A085487-FA24-09B7-D93A-71A3C659149C}"/>
              </a:ext>
            </a:extLst>
          </p:cNvPr>
          <p:cNvCxnSpPr/>
          <p:nvPr/>
        </p:nvCxnSpPr>
        <p:spPr>
          <a:xfrm flipH="1">
            <a:off x="9730575" y="3396891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2" name="직선 연결선 3171">
            <a:extLst>
              <a:ext uri="{FF2B5EF4-FFF2-40B4-BE49-F238E27FC236}">
                <a16:creationId xmlns:a16="http://schemas.microsoft.com/office/drawing/2014/main" id="{FD09F71E-65BC-C842-2FA9-3576DA98C3EA}"/>
              </a:ext>
            </a:extLst>
          </p:cNvPr>
          <p:cNvCxnSpPr/>
          <p:nvPr/>
        </p:nvCxnSpPr>
        <p:spPr>
          <a:xfrm>
            <a:off x="9543784" y="3298606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3" name="직선 연결선 3172">
            <a:extLst>
              <a:ext uri="{FF2B5EF4-FFF2-40B4-BE49-F238E27FC236}">
                <a16:creationId xmlns:a16="http://schemas.microsoft.com/office/drawing/2014/main" id="{69F48B7B-D402-3A53-7C9D-E6ED9CBDE3ED}"/>
              </a:ext>
            </a:extLst>
          </p:cNvPr>
          <p:cNvCxnSpPr/>
          <p:nvPr/>
        </p:nvCxnSpPr>
        <p:spPr>
          <a:xfrm flipH="1">
            <a:off x="9256733" y="3290303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4" name="직선 연결선 3173">
            <a:extLst>
              <a:ext uri="{FF2B5EF4-FFF2-40B4-BE49-F238E27FC236}">
                <a16:creationId xmlns:a16="http://schemas.microsoft.com/office/drawing/2014/main" id="{7BE82182-76ED-15D4-5628-1B8F49852C8F}"/>
              </a:ext>
            </a:extLst>
          </p:cNvPr>
          <p:cNvCxnSpPr/>
          <p:nvPr/>
        </p:nvCxnSpPr>
        <p:spPr>
          <a:xfrm flipH="1">
            <a:off x="9125620" y="3396396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" name="모서리가 둥근 직사각형 3174">
            <a:extLst>
              <a:ext uri="{FF2B5EF4-FFF2-40B4-BE49-F238E27FC236}">
                <a16:creationId xmlns:a16="http://schemas.microsoft.com/office/drawing/2014/main" id="{D6A15F31-56BE-3B9A-8276-B2E334A846E5}"/>
              </a:ext>
            </a:extLst>
          </p:cNvPr>
          <p:cNvSpPr/>
          <p:nvPr/>
        </p:nvSpPr>
        <p:spPr>
          <a:xfrm>
            <a:off x="9483064" y="3261922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176" name="직선 연결선 3175">
            <a:extLst>
              <a:ext uri="{FF2B5EF4-FFF2-40B4-BE49-F238E27FC236}">
                <a16:creationId xmlns:a16="http://schemas.microsoft.com/office/drawing/2014/main" id="{B5272F33-1E27-6EF9-7CA7-F25D0A52DEAE}"/>
              </a:ext>
            </a:extLst>
          </p:cNvPr>
          <p:cNvCxnSpPr/>
          <p:nvPr/>
        </p:nvCxnSpPr>
        <p:spPr>
          <a:xfrm flipH="1">
            <a:off x="8931613" y="3664532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7" name="직선 연결선 3176">
            <a:extLst>
              <a:ext uri="{FF2B5EF4-FFF2-40B4-BE49-F238E27FC236}">
                <a16:creationId xmlns:a16="http://schemas.microsoft.com/office/drawing/2014/main" id="{9D9DE455-5AB1-426E-9CC6-1BD41D592663}"/>
              </a:ext>
            </a:extLst>
          </p:cNvPr>
          <p:cNvCxnSpPr/>
          <p:nvPr/>
        </p:nvCxnSpPr>
        <p:spPr>
          <a:xfrm>
            <a:off x="8973632" y="38559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8" name="직선 연결선 3177">
            <a:extLst>
              <a:ext uri="{FF2B5EF4-FFF2-40B4-BE49-F238E27FC236}">
                <a16:creationId xmlns:a16="http://schemas.microsoft.com/office/drawing/2014/main" id="{7584F9AD-9F45-A180-00BD-8B10EE0F0D45}"/>
              </a:ext>
            </a:extLst>
          </p:cNvPr>
          <p:cNvCxnSpPr/>
          <p:nvPr/>
        </p:nvCxnSpPr>
        <p:spPr>
          <a:xfrm>
            <a:off x="8883770" y="38559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9" name="직선 연결선 3178">
            <a:extLst>
              <a:ext uri="{FF2B5EF4-FFF2-40B4-BE49-F238E27FC236}">
                <a16:creationId xmlns:a16="http://schemas.microsoft.com/office/drawing/2014/main" id="{8290AACF-DF9F-455F-17E1-F006AFE4F9CD}"/>
              </a:ext>
            </a:extLst>
          </p:cNvPr>
          <p:cNvCxnSpPr/>
          <p:nvPr/>
        </p:nvCxnSpPr>
        <p:spPr>
          <a:xfrm>
            <a:off x="8931613" y="37832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0" name="직선 연결선 3179">
            <a:extLst>
              <a:ext uri="{FF2B5EF4-FFF2-40B4-BE49-F238E27FC236}">
                <a16:creationId xmlns:a16="http://schemas.microsoft.com/office/drawing/2014/main" id="{DEFE63D7-0A1E-D471-8FAF-371E6F39D8FF}"/>
              </a:ext>
            </a:extLst>
          </p:cNvPr>
          <p:cNvCxnSpPr/>
          <p:nvPr/>
        </p:nvCxnSpPr>
        <p:spPr>
          <a:xfrm flipH="1">
            <a:off x="8881570" y="3779907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1" name="모서리가 둥근 직사각형 3180">
            <a:extLst>
              <a:ext uri="{FF2B5EF4-FFF2-40B4-BE49-F238E27FC236}">
                <a16:creationId xmlns:a16="http://schemas.microsoft.com/office/drawing/2014/main" id="{65F5BC0A-EDE5-8A0C-DCEB-3F50CBDAC6D6}"/>
              </a:ext>
            </a:extLst>
          </p:cNvPr>
          <p:cNvSpPr/>
          <p:nvPr/>
        </p:nvSpPr>
        <p:spPr>
          <a:xfrm>
            <a:off x="8846445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82" name="모서리가 둥근 직사각형 3181">
            <a:extLst>
              <a:ext uri="{FF2B5EF4-FFF2-40B4-BE49-F238E27FC236}">
                <a16:creationId xmlns:a16="http://schemas.microsoft.com/office/drawing/2014/main" id="{E689B4E4-FB1A-4B25-EF0D-9FCDED740724}"/>
              </a:ext>
            </a:extLst>
          </p:cNvPr>
          <p:cNvSpPr/>
          <p:nvPr/>
        </p:nvSpPr>
        <p:spPr>
          <a:xfrm>
            <a:off x="8846445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83" name="모서리가 둥근 직사각형 3182">
            <a:extLst>
              <a:ext uri="{FF2B5EF4-FFF2-40B4-BE49-F238E27FC236}">
                <a16:creationId xmlns:a16="http://schemas.microsoft.com/office/drawing/2014/main" id="{9713083D-7182-6F4C-71D0-3754F28637D8}"/>
              </a:ext>
            </a:extLst>
          </p:cNvPr>
          <p:cNvSpPr/>
          <p:nvPr/>
        </p:nvSpPr>
        <p:spPr>
          <a:xfrm>
            <a:off x="8935924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84" name="모서리가 둥근 직사각형 3183">
            <a:extLst>
              <a:ext uri="{FF2B5EF4-FFF2-40B4-BE49-F238E27FC236}">
                <a16:creationId xmlns:a16="http://schemas.microsoft.com/office/drawing/2014/main" id="{D307EAAF-1631-66F7-F2FF-205F70415DFA}"/>
              </a:ext>
            </a:extLst>
          </p:cNvPr>
          <p:cNvSpPr/>
          <p:nvPr/>
        </p:nvSpPr>
        <p:spPr>
          <a:xfrm>
            <a:off x="8935924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85" name="모서리가 둥근 직사각형 3184">
            <a:extLst>
              <a:ext uri="{FF2B5EF4-FFF2-40B4-BE49-F238E27FC236}">
                <a16:creationId xmlns:a16="http://schemas.microsoft.com/office/drawing/2014/main" id="{49C6A549-B1D1-FB91-6AE9-4ED0C3DB4993}"/>
              </a:ext>
            </a:extLst>
          </p:cNvPr>
          <p:cNvSpPr/>
          <p:nvPr/>
        </p:nvSpPr>
        <p:spPr>
          <a:xfrm>
            <a:off x="8893905" y="375349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86" name="직선 연결선 3185">
            <a:extLst>
              <a:ext uri="{FF2B5EF4-FFF2-40B4-BE49-F238E27FC236}">
                <a16:creationId xmlns:a16="http://schemas.microsoft.com/office/drawing/2014/main" id="{232D2353-0CB6-FDAB-14C5-1343E093279B}"/>
              </a:ext>
            </a:extLst>
          </p:cNvPr>
          <p:cNvCxnSpPr/>
          <p:nvPr/>
        </p:nvCxnSpPr>
        <p:spPr>
          <a:xfrm>
            <a:off x="9126762" y="3665314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7" name="모서리가 둥근 직사각형 3186">
            <a:extLst>
              <a:ext uri="{FF2B5EF4-FFF2-40B4-BE49-F238E27FC236}">
                <a16:creationId xmlns:a16="http://schemas.microsoft.com/office/drawing/2014/main" id="{9CBE9D4B-9A2A-BBDE-2417-C085FF4D2B40}"/>
              </a:ext>
            </a:extLst>
          </p:cNvPr>
          <p:cNvSpPr/>
          <p:nvPr/>
        </p:nvSpPr>
        <p:spPr>
          <a:xfrm>
            <a:off x="9094298" y="3639637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188" name="직선 연결선 3187">
            <a:extLst>
              <a:ext uri="{FF2B5EF4-FFF2-40B4-BE49-F238E27FC236}">
                <a16:creationId xmlns:a16="http://schemas.microsoft.com/office/drawing/2014/main" id="{7AD533DC-C690-8C6E-16AA-464F3A9E5E07}"/>
              </a:ext>
            </a:extLst>
          </p:cNvPr>
          <p:cNvCxnSpPr/>
          <p:nvPr/>
        </p:nvCxnSpPr>
        <p:spPr>
          <a:xfrm>
            <a:off x="9062317" y="38053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9" name="직선 연결선 3188">
            <a:extLst>
              <a:ext uri="{FF2B5EF4-FFF2-40B4-BE49-F238E27FC236}">
                <a16:creationId xmlns:a16="http://schemas.microsoft.com/office/drawing/2014/main" id="{258C1333-5F47-C82F-0B0F-77B94665329B}"/>
              </a:ext>
            </a:extLst>
          </p:cNvPr>
          <p:cNvCxnSpPr/>
          <p:nvPr/>
        </p:nvCxnSpPr>
        <p:spPr>
          <a:xfrm>
            <a:off x="9020299" y="37326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0" name="모서리가 둥근 직사각형 3189">
            <a:extLst>
              <a:ext uri="{FF2B5EF4-FFF2-40B4-BE49-F238E27FC236}">
                <a16:creationId xmlns:a16="http://schemas.microsoft.com/office/drawing/2014/main" id="{CBC2B737-7DC8-E12F-5FC6-19D3F94F7EF8}"/>
              </a:ext>
            </a:extLst>
          </p:cNvPr>
          <p:cNvSpPr/>
          <p:nvPr/>
        </p:nvSpPr>
        <p:spPr>
          <a:xfrm>
            <a:off x="9024609" y="38503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91" name="모서리가 둥근 직사각형 3190">
            <a:extLst>
              <a:ext uri="{FF2B5EF4-FFF2-40B4-BE49-F238E27FC236}">
                <a16:creationId xmlns:a16="http://schemas.microsoft.com/office/drawing/2014/main" id="{A362668C-3C3C-DB3D-087E-0F699E9926AC}"/>
              </a:ext>
            </a:extLst>
          </p:cNvPr>
          <p:cNvSpPr/>
          <p:nvPr/>
        </p:nvSpPr>
        <p:spPr>
          <a:xfrm>
            <a:off x="9024609" y="37765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92" name="모서리가 둥근 직사각형 3191">
            <a:extLst>
              <a:ext uri="{FF2B5EF4-FFF2-40B4-BE49-F238E27FC236}">
                <a16:creationId xmlns:a16="http://schemas.microsoft.com/office/drawing/2014/main" id="{E70E7431-B8AA-3203-5188-0332FB1615ED}"/>
              </a:ext>
            </a:extLst>
          </p:cNvPr>
          <p:cNvSpPr/>
          <p:nvPr/>
        </p:nvSpPr>
        <p:spPr>
          <a:xfrm>
            <a:off x="8982591" y="37028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193" name="직선 연결선 3192">
            <a:extLst>
              <a:ext uri="{FF2B5EF4-FFF2-40B4-BE49-F238E27FC236}">
                <a16:creationId xmlns:a16="http://schemas.microsoft.com/office/drawing/2014/main" id="{98C8CBD2-404E-2ACB-0EB4-DFE47DFA69EF}"/>
              </a:ext>
            </a:extLst>
          </p:cNvPr>
          <p:cNvCxnSpPr/>
          <p:nvPr/>
        </p:nvCxnSpPr>
        <p:spPr>
          <a:xfrm flipH="1">
            <a:off x="9226128" y="37320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4" name="직선 연결선 3193">
            <a:extLst>
              <a:ext uri="{FF2B5EF4-FFF2-40B4-BE49-F238E27FC236}">
                <a16:creationId xmlns:a16="http://schemas.microsoft.com/office/drawing/2014/main" id="{81D7C9F0-7CDE-48B8-F25F-C615B67EA98F}"/>
              </a:ext>
            </a:extLst>
          </p:cNvPr>
          <p:cNvCxnSpPr/>
          <p:nvPr/>
        </p:nvCxnSpPr>
        <p:spPr>
          <a:xfrm>
            <a:off x="9268147" y="38559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5" name="직선 연결선 3194">
            <a:extLst>
              <a:ext uri="{FF2B5EF4-FFF2-40B4-BE49-F238E27FC236}">
                <a16:creationId xmlns:a16="http://schemas.microsoft.com/office/drawing/2014/main" id="{78822B7C-3F74-F7F6-5D6A-72E73A8EE0BD}"/>
              </a:ext>
            </a:extLst>
          </p:cNvPr>
          <p:cNvCxnSpPr/>
          <p:nvPr/>
        </p:nvCxnSpPr>
        <p:spPr>
          <a:xfrm>
            <a:off x="9178285" y="3855994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6" name="직선 연결선 3195">
            <a:extLst>
              <a:ext uri="{FF2B5EF4-FFF2-40B4-BE49-F238E27FC236}">
                <a16:creationId xmlns:a16="http://schemas.microsoft.com/office/drawing/2014/main" id="{D8011151-4CCC-C9B2-8613-7C81BEC349A0}"/>
              </a:ext>
            </a:extLst>
          </p:cNvPr>
          <p:cNvCxnSpPr/>
          <p:nvPr/>
        </p:nvCxnSpPr>
        <p:spPr>
          <a:xfrm>
            <a:off x="9226128" y="3783280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7" name="직선 연결선 3196">
            <a:extLst>
              <a:ext uri="{FF2B5EF4-FFF2-40B4-BE49-F238E27FC236}">
                <a16:creationId xmlns:a16="http://schemas.microsoft.com/office/drawing/2014/main" id="{A382DC1F-DFA0-87BA-2ABC-88632F85CE63}"/>
              </a:ext>
            </a:extLst>
          </p:cNvPr>
          <p:cNvCxnSpPr/>
          <p:nvPr/>
        </p:nvCxnSpPr>
        <p:spPr>
          <a:xfrm flipH="1">
            <a:off x="9176084" y="3779907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8" name="모서리가 둥근 직사각형 3197">
            <a:extLst>
              <a:ext uri="{FF2B5EF4-FFF2-40B4-BE49-F238E27FC236}">
                <a16:creationId xmlns:a16="http://schemas.microsoft.com/office/drawing/2014/main" id="{D85588F5-381D-5950-471C-5A11C6E3A592}"/>
              </a:ext>
            </a:extLst>
          </p:cNvPr>
          <p:cNvSpPr/>
          <p:nvPr/>
        </p:nvSpPr>
        <p:spPr>
          <a:xfrm>
            <a:off x="9140960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199" name="모서리가 둥근 직사각형 3198">
            <a:extLst>
              <a:ext uri="{FF2B5EF4-FFF2-40B4-BE49-F238E27FC236}">
                <a16:creationId xmlns:a16="http://schemas.microsoft.com/office/drawing/2014/main" id="{EBE54359-8A70-795D-C9A2-329699C588A8}"/>
              </a:ext>
            </a:extLst>
          </p:cNvPr>
          <p:cNvSpPr/>
          <p:nvPr/>
        </p:nvSpPr>
        <p:spPr>
          <a:xfrm>
            <a:off x="9140960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0" name="모서리가 둥근 직사각형 3199">
            <a:extLst>
              <a:ext uri="{FF2B5EF4-FFF2-40B4-BE49-F238E27FC236}">
                <a16:creationId xmlns:a16="http://schemas.microsoft.com/office/drawing/2014/main" id="{FBF9BD9E-F1BD-18C6-19C3-B3E9B08B9281}"/>
              </a:ext>
            </a:extLst>
          </p:cNvPr>
          <p:cNvSpPr/>
          <p:nvPr/>
        </p:nvSpPr>
        <p:spPr>
          <a:xfrm>
            <a:off x="9230438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1" name="모서리가 둥근 직사각형 3200">
            <a:extLst>
              <a:ext uri="{FF2B5EF4-FFF2-40B4-BE49-F238E27FC236}">
                <a16:creationId xmlns:a16="http://schemas.microsoft.com/office/drawing/2014/main" id="{187004A0-C9A3-81BC-E27A-3317CC6C03B0}"/>
              </a:ext>
            </a:extLst>
          </p:cNvPr>
          <p:cNvSpPr/>
          <p:nvPr/>
        </p:nvSpPr>
        <p:spPr>
          <a:xfrm>
            <a:off x="9230438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2" name="모서리가 둥근 직사각형 3201">
            <a:extLst>
              <a:ext uri="{FF2B5EF4-FFF2-40B4-BE49-F238E27FC236}">
                <a16:creationId xmlns:a16="http://schemas.microsoft.com/office/drawing/2014/main" id="{880D4CDA-9DA9-63BE-7D76-D25395D38FB3}"/>
              </a:ext>
            </a:extLst>
          </p:cNvPr>
          <p:cNvSpPr/>
          <p:nvPr/>
        </p:nvSpPr>
        <p:spPr>
          <a:xfrm>
            <a:off x="9188420" y="375349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03" name="직선 연결선 3202">
            <a:extLst>
              <a:ext uri="{FF2B5EF4-FFF2-40B4-BE49-F238E27FC236}">
                <a16:creationId xmlns:a16="http://schemas.microsoft.com/office/drawing/2014/main" id="{7AFFD0EA-5ADB-F6FA-9394-13762F2412EE}"/>
              </a:ext>
            </a:extLst>
          </p:cNvPr>
          <p:cNvCxnSpPr/>
          <p:nvPr/>
        </p:nvCxnSpPr>
        <p:spPr>
          <a:xfrm>
            <a:off x="9356832" y="380533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4" name="직선 연결선 3203">
            <a:extLst>
              <a:ext uri="{FF2B5EF4-FFF2-40B4-BE49-F238E27FC236}">
                <a16:creationId xmlns:a16="http://schemas.microsoft.com/office/drawing/2014/main" id="{DE00284E-6F6B-67FD-8C48-A536843D2079}"/>
              </a:ext>
            </a:extLst>
          </p:cNvPr>
          <p:cNvCxnSpPr/>
          <p:nvPr/>
        </p:nvCxnSpPr>
        <p:spPr>
          <a:xfrm>
            <a:off x="9314813" y="373261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5" name="모서리가 둥근 직사각형 3204">
            <a:extLst>
              <a:ext uri="{FF2B5EF4-FFF2-40B4-BE49-F238E27FC236}">
                <a16:creationId xmlns:a16="http://schemas.microsoft.com/office/drawing/2014/main" id="{47F08399-D732-F92B-4308-D88315302BAB}"/>
              </a:ext>
            </a:extLst>
          </p:cNvPr>
          <p:cNvSpPr/>
          <p:nvPr/>
        </p:nvSpPr>
        <p:spPr>
          <a:xfrm>
            <a:off x="9319124" y="38503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6" name="모서리가 둥근 직사각형 3205">
            <a:extLst>
              <a:ext uri="{FF2B5EF4-FFF2-40B4-BE49-F238E27FC236}">
                <a16:creationId xmlns:a16="http://schemas.microsoft.com/office/drawing/2014/main" id="{5EBB2867-BDF3-D149-D676-2C8B79FA02D7}"/>
              </a:ext>
            </a:extLst>
          </p:cNvPr>
          <p:cNvSpPr/>
          <p:nvPr/>
        </p:nvSpPr>
        <p:spPr>
          <a:xfrm>
            <a:off x="9319124" y="37765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07" name="모서리가 둥근 직사각형 3206">
            <a:extLst>
              <a:ext uri="{FF2B5EF4-FFF2-40B4-BE49-F238E27FC236}">
                <a16:creationId xmlns:a16="http://schemas.microsoft.com/office/drawing/2014/main" id="{D6AC8EEC-4DC8-B32F-3DD0-655C525D2F20}"/>
              </a:ext>
            </a:extLst>
          </p:cNvPr>
          <p:cNvSpPr/>
          <p:nvPr/>
        </p:nvSpPr>
        <p:spPr>
          <a:xfrm>
            <a:off x="9277105" y="37028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08" name="직선 연결선 3207">
            <a:extLst>
              <a:ext uri="{FF2B5EF4-FFF2-40B4-BE49-F238E27FC236}">
                <a16:creationId xmlns:a16="http://schemas.microsoft.com/office/drawing/2014/main" id="{E78480EE-0B4E-4052-6772-C6DF7B5675E5}"/>
              </a:ext>
            </a:extLst>
          </p:cNvPr>
          <p:cNvCxnSpPr/>
          <p:nvPr/>
        </p:nvCxnSpPr>
        <p:spPr>
          <a:xfrm flipH="1">
            <a:off x="9531318" y="367079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9" name="직선 연결선 3208">
            <a:extLst>
              <a:ext uri="{FF2B5EF4-FFF2-40B4-BE49-F238E27FC236}">
                <a16:creationId xmlns:a16="http://schemas.microsoft.com/office/drawing/2014/main" id="{C5403238-625B-6E06-F48F-FE7C1520C14F}"/>
              </a:ext>
            </a:extLst>
          </p:cNvPr>
          <p:cNvCxnSpPr/>
          <p:nvPr/>
        </p:nvCxnSpPr>
        <p:spPr>
          <a:xfrm>
            <a:off x="9573337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0" name="직선 연결선 3209">
            <a:extLst>
              <a:ext uri="{FF2B5EF4-FFF2-40B4-BE49-F238E27FC236}">
                <a16:creationId xmlns:a16="http://schemas.microsoft.com/office/drawing/2014/main" id="{8A9F8037-4C47-DBB6-08D3-AA53172021D0}"/>
              </a:ext>
            </a:extLst>
          </p:cNvPr>
          <p:cNvCxnSpPr/>
          <p:nvPr/>
        </p:nvCxnSpPr>
        <p:spPr>
          <a:xfrm>
            <a:off x="9483475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1" name="직선 연결선 3210">
            <a:extLst>
              <a:ext uri="{FF2B5EF4-FFF2-40B4-BE49-F238E27FC236}">
                <a16:creationId xmlns:a16="http://schemas.microsoft.com/office/drawing/2014/main" id="{7F54BC30-301E-B4EA-5C38-8F210B98DAEF}"/>
              </a:ext>
            </a:extLst>
          </p:cNvPr>
          <p:cNvCxnSpPr/>
          <p:nvPr/>
        </p:nvCxnSpPr>
        <p:spPr>
          <a:xfrm>
            <a:off x="9531318" y="378954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2" name="직선 연결선 3211">
            <a:extLst>
              <a:ext uri="{FF2B5EF4-FFF2-40B4-BE49-F238E27FC236}">
                <a16:creationId xmlns:a16="http://schemas.microsoft.com/office/drawing/2014/main" id="{C2E42061-AB76-3E5F-30CD-76CEA84A84AD}"/>
              </a:ext>
            </a:extLst>
          </p:cNvPr>
          <p:cNvCxnSpPr/>
          <p:nvPr/>
        </p:nvCxnSpPr>
        <p:spPr>
          <a:xfrm flipH="1">
            <a:off x="9481274" y="378617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3" name="모서리가 둥근 직사각형 3212">
            <a:extLst>
              <a:ext uri="{FF2B5EF4-FFF2-40B4-BE49-F238E27FC236}">
                <a16:creationId xmlns:a16="http://schemas.microsoft.com/office/drawing/2014/main" id="{8EC72A3E-4BA6-0F84-E593-629C9631A38A}"/>
              </a:ext>
            </a:extLst>
          </p:cNvPr>
          <p:cNvSpPr/>
          <p:nvPr/>
        </p:nvSpPr>
        <p:spPr>
          <a:xfrm>
            <a:off x="9446150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14" name="모서리가 둥근 직사각형 3213">
            <a:extLst>
              <a:ext uri="{FF2B5EF4-FFF2-40B4-BE49-F238E27FC236}">
                <a16:creationId xmlns:a16="http://schemas.microsoft.com/office/drawing/2014/main" id="{EE2BA777-4B8B-EDCA-141D-043D0846F173}"/>
              </a:ext>
            </a:extLst>
          </p:cNvPr>
          <p:cNvSpPr/>
          <p:nvPr/>
        </p:nvSpPr>
        <p:spPr>
          <a:xfrm>
            <a:off x="9446150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15" name="모서리가 둥근 직사각형 3214">
            <a:extLst>
              <a:ext uri="{FF2B5EF4-FFF2-40B4-BE49-F238E27FC236}">
                <a16:creationId xmlns:a16="http://schemas.microsoft.com/office/drawing/2014/main" id="{8B534DEA-2AD4-BF1F-03F7-381F30234916}"/>
              </a:ext>
            </a:extLst>
          </p:cNvPr>
          <p:cNvSpPr/>
          <p:nvPr/>
        </p:nvSpPr>
        <p:spPr>
          <a:xfrm>
            <a:off x="9535628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16" name="모서리가 둥근 직사각형 3215">
            <a:extLst>
              <a:ext uri="{FF2B5EF4-FFF2-40B4-BE49-F238E27FC236}">
                <a16:creationId xmlns:a16="http://schemas.microsoft.com/office/drawing/2014/main" id="{5654FABD-0D08-CACD-B6B9-5CA06633B49C}"/>
              </a:ext>
            </a:extLst>
          </p:cNvPr>
          <p:cNvSpPr/>
          <p:nvPr/>
        </p:nvSpPr>
        <p:spPr>
          <a:xfrm>
            <a:off x="9535628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17" name="모서리가 둥근 직사각형 3216">
            <a:extLst>
              <a:ext uri="{FF2B5EF4-FFF2-40B4-BE49-F238E27FC236}">
                <a16:creationId xmlns:a16="http://schemas.microsoft.com/office/drawing/2014/main" id="{F059FCE5-390C-CECE-DB48-C3CA18A51CA1}"/>
              </a:ext>
            </a:extLst>
          </p:cNvPr>
          <p:cNvSpPr/>
          <p:nvPr/>
        </p:nvSpPr>
        <p:spPr>
          <a:xfrm>
            <a:off x="9493609" y="375976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18" name="직선 연결선 3217">
            <a:extLst>
              <a:ext uri="{FF2B5EF4-FFF2-40B4-BE49-F238E27FC236}">
                <a16:creationId xmlns:a16="http://schemas.microsoft.com/office/drawing/2014/main" id="{BE001B25-D091-CF74-DE3B-597FEF6F6957}"/>
              </a:ext>
            </a:extLst>
          </p:cNvPr>
          <p:cNvCxnSpPr/>
          <p:nvPr/>
        </p:nvCxnSpPr>
        <p:spPr>
          <a:xfrm>
            <a:off x="9726467" y="367158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9" name="모서리가 둥근 직사각형 3218">
            <a:extLst>
              <a:ext uri="{FF2B5EF4-FFF2-40B4-BE49-F238E27FC236}">
                <a16:creationId xmlns:a16="http://schemas.microsoft.com/office/drawing/2014/main" id="{8F21F525-222E-15C3-5D1A-395AB58E97EA}"/>
              </a:ext>
            </a:extLst>
          </p:cNvPr>
          <p:cNvSpPr/>
          <p:nvPr/>
        </p:nvSpPr>
        <p:spPr>
          <a:xfrm>
            <a:off x="9694003" y="364590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220" name="직선 연결선 3219">
            <a:extLst>
              <a:ext uri="{FF2B5EF4-FFF2-40B4-BE49-F238E27FC236}">
                <a16:creationId xmlns:a16="http://schemas.microsoft.com/office/drawing/2014/main" id="{FE7AE8D7-FA0E-6054-5DE2-970AE5F01842}"/>
              </a:ext>
            </a:extLst>
          </p:cNvPr>
          <p:cNvCxnSpPr/>
          <p:nvPr/>
        </p:nvCxnSpPr>
        <p:spPr>
          <a:xfrm>
            <a:off x="9662022" y="381159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1" name="직선 연결선 3220">
            <a:extLst>
              <a:ext uri="{FF2B5EF4-FFF2-40B4-BE49-F238E27FC236}">
                <a16:creationId xmlns:a16="http://schemas.microsoft.com/office/drawing/2014/main" id="{228266BD-EA1C-9631-DDD3-5B9CB0692ADE}"/>
              </a:ext>
            </a:extLst>
          </p:cNvPr>
          <p:cNvCxnSpPr/>
          <p:nvPr/>
        </p:nvCxnSpPr>
        <p:spPr>
          <a:xfrm>
            <a:off x="9620003" y="373888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2" name="모서리가 둥근 직사각형 3221">
            <a:extLst>
              <a:ext uri="{FF2B5EF4-FFF2-40B4-BE49-F238E27FC236}">
                <a16:creationId xmlns:a16="http://schemas.microsoft.com/office/drawing/2014/main" id="{AAB0A2E5-3121-F72E-041F-4EABCC965F2B}"/>
              </a:ext>
            </a:extLst>
          </p:cNvPr>
          <p:cNvSpPr/>
          <p:nvPr/>
        </p:nvSpPr>
        <p:spPr>
          <a:xfrm>
            <a:off x="9624314" y="385657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23" name="모서리가 둥근 직사각형 3222">
            <a:extLst>
              <a:ext uri="{FF2B5EF4-FFF2-40B4-BE49-F238E27FC236}">
                <a16:creationId xmlns:a16="http://schemas.microsoft.com/office/drawing/2014/main" id="{401070E2-62B8-B620-87CC-774A60E9DC80}"/>
              </a:ext>
            </a:extLst>
          </p:cNvPr>
          <p:cNvSpPr/>
          <p:nvPr/>
        </p:nvSpPr>
        <p:spPr>
          <a:xfrm>
            <a:off x="9624314" y="37828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24" name="모서리가 둥근 직사각형 3223">
            <a:extLst>
              <a:ext uri="{FF2B5EF4-FFF2-40B4-BE49-F238E27FC236}">
                <a16:creationId xmlns:a16="http://schemas.microsoft.com/office/drawing/2014/main" id="{1A895725-44EA-7694-AE9A-1F238093B3FE}"/>
              </a:ext>
            </a:extLst>
          </p:cNvPr>
          <p:cNvSpPr/>
          <p:nvPr/>
        </p:nvSpPr>
        <p:spPr>
          <a:xfrm>
            <a:off x="9582295" y="370909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25" name="직선 연결선 3224">
            <a:extLst>
              <a:ext uri="{FF2B5EF4-FFF2-40B4-BE49-F238E27FC236}">
                <a16:creationId xmlns:a16="http://schemas.microsoft.com/office/drawing/2014/main" id="{5C10C63D-6CA5-3E28-AF0F-CB4AB5E45095}"/>
              </a:ext>
            </a:extLst>
          </p:cNvPr>
          <p:cNvCxnSpPr/>
          <p:nvPr/>
        </p:nvCxnSpPr>
        <p:spPr>
          <a:xfrm flipH="1">
            <a:off x="9825832" y="373827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6" name="직선 연결선 3225">
            <a:extLst>
              <a:ext uri="{FF2B5EF4-FFF2-40B4-BE49-F238E27FC236}">
                <a16:creationId xmlns:a16="http://schemas.microsoft.com/office/drawing/2014/main" id="{87DD32A7-A3B5-00F3-908D-5391F8C81080}"/>
              </a:ext>
            </a:extLst>
          </p:cNvPr>
          <p:cNvCxnSpPr/>
          <p:nvPr/>
        </p:nvCxnSpPr>
        <p:spPr>
          <a:xfrm>
            <a:off x="9867851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7" name="직선 연결선 3226">
            <a:extLst>
              <a:ext uri="{FF2B5EF4-FFF2-40B4-BE49-F238E27FC236}">
                <a16:creationId xmlns:a16="http://schemas.microsoft.com/office/drawing/2014/main" id="{DA318B6B-CC66-5953-8DD4-229AA505ECF1}"/>
              </a:ext>
            </a:extLst>
          </p:cNvPr>
          <p:cNvCxnSpPr/>
          <p:nvPr/>
        </p:nvCxnSpPr>
        <p:spPr>
          <a:xfrm>
            <a:off x="9777989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8" name="직선 연결선 3227">
            <a:extLst>
              <a:ext uri="{FF2B5EF4-FFF2-40B4-BE49-F238E27FC236}">
                <a16:creationId xmlns:a16="http://schemas.microsoft.com/office/drawing/2014/main" id="{11A0324A-8D81-381D-F575-9CFD55EB7EBE}"/>
              </a:ext>
            </a:extLst>
          </p:cNvPr>
          <p:cNvCxnSpPr/>
          <p:nvPr/>
        </p:nvCxnSpPr>
        <p:spPr>
          <a:xfrm>
            <a:off x="9825832" y="378954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9" name="직선 연결선 3228">
            <a:extLst>
              <a:ext uri="{FF2B5EF4-FFF2-40B4-BE49-F238E27FC236}">
                <a16:creationId xmlns:a16="http://schemas.microsoft.com/office/drawing/2014/main" id="{30145D4C-7AE3-5387-BF45-5EB1E10826B8}"/>
              </a:ext>
            </a:extLst>
          </p:cNvPr>
          <p:cNvCxnSpPr/>
          <p:nvPr/>
        </p:nvCxnSpPr>
        <p:spPr>
          <a:xfrm flipH="1">
            <a:off x="9775789" y="378617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0" name="모서리가 둥근 직사각형 3229">
            <a:extLst>
              <a:ext uri="{FF2B5EF4-FFF2-40B4-BE49-F238E27FC236}">
                <a16:creationId xmlns:a16="http://schemas.microsoft.com/office/drawing/2014/main" id="{1D610098-D26B-2776-231C-06AD637D507E}"/>
              </a:ext>
            </a:extLst>
          </p:cNvPr>
          <p:cNvSpPr/>
          <p:nvPr/>
        </p:nvSpPr>
        <p:spPr>
          <a:xfrm>
            <a:off x="9740664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1" name="모서리가 둥근 직사각형 3230">
            <a:extLst>
              <a:ext uri="{FF2B5EF4-FFF2-40B4-BE49-F238E27FC236}">
                <a16:creationId xmlns:a16="http://schemas.microsoft.com/office/drawing/2014/main" id="{5A04BED3-ABB3-DE67-00C0-D4C0817F2C19}"/>
              </a:ext>
            </a:extLst>
          </p:cNvPr>
          <p:cNvSpPr/>
          <p:nvPr/>
        </p:nvSpPr>
        <p:spPr>
          <a:xfrm>
            <a:off x="9740664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2" name="모서리가 둥근 직사각형 3231">
            <a:extLst>
              <a:ext uri="{FF2B5EF4-FFF2-40B4-BE49-F238E27FC236}">
                <a16:creationId xmlns:a16="http://schemas.microsoft.com/office/drawing/2014/main" id="{DED1A644-80FD-642E-AABD-9538E0AD2F76}"/>
              </a:ext>
            </a:extLst>
          </p:cNvPr>
          <p:cNvSpPr/>
          <p:nvPr/>
        </p:nvSpPr>
        <p:spPr>
          <a:xfrm>
            <a:off x="9830143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3" name="모서리가 둥근 직사각형 3232">
            <a:extLst>
              <a:ext uri="{FF2B5EF4-FFF2-40B4-BE49-F238E27FC236}">
                <a16:creationId xmlns:a16="http://schemas.microsoft.com/office/drawing/2014/main" id="{9F11BA22-18B5-92DC-4EAF-425385EA6D54}"/>
              </a:ext>
            </a:extLst>
          </p:cNvPr>
          <p:cNvSpPr/>
          <p:nvPr/>
        </p:nvSpPr>
        <p:spPr>
          <a:xfrm>
            <a:off x="9830143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4" name="모서리가 둥근 직사각형 3233">
            <a:extLst>
              <a:ext uri="{FF2B5EF4-FFF2-40B4-BE49-F238E27FC236}">
                <a16:creationId xmlns:a16="http://schemas.microsoft.com/office/drawing/2014/main" id="{E02DF223-4E8C-BAF4-4278-FFA0724BF3E7}"/>
              </a:ext>
            </a:extLst>
          </p:cNvPr>
          <p:cNvSpPr/>
          <p:nvPr/>
        </p:nvSpPr>
        <p:spPr>
          <a:xfrm>
            <a:off x="9788124" y="375976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35" name="직선 연결선 3234">
            <a:extLst>
              <a:ext uri="{FF2B5EF4-FFF2-40B4-BE49-F238E27FC236}">
                <a16:creationId xmlns:a16="http://schemas.microsoft.com/office/drawing/2014/main" id="{942E9A30-D83A-8B0A-62E7-332E6FDF893D}"/>
              </a:ext>
            </a:extLst>
          </p:cNvPr>
          <p:cNvCxnSpPr/>
          <p:nvPr/>
        </p:nvCxnSpPr>
        <p:spPr>
          <a:xfrm>
            <a:off x="9956537" y="381159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6" name="직선 연결선 3235">
            <a:extLst>
              <a:ext uri="{FF2B5EF4-FFF2-40B4-BE49-F238E27FC236}">
                <a16:creationId xmlns:a16="http://schemas.microsoft.com/office/drawing/2014/main" id="{54100159-DED2-437B-7CC2-1D8D5E8B9CB1}"/>
              </a:ext>
            </a:extLst>
          </p:cNvPr>
          <p:cNvCxnSpPr/>
          <p:nvPr/>
        </p:nvCxnSpPr>
        <p:spPr>
          <a:xfrm>
            <a:off x="9914518" y="373888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7" name="모서리가 둥근 직사각형 3236">
            <a:extLst>
              <a:ext uri="{FF2B5EF4-FFF2-40B4-BE49-F238E27FC236}">
                <a16:creationId xmlns:a16="http://schemas.microsoft.com/office/drawing/2014/main" id="{C837FF99-0EDE-3733-04D0-0C21E51E9122}"/>
              </a:ext>
            </a:extLst>
          </p:cNvPr>
          <p:cNvSpPr/>
          <p:nvPr/>
        </p:nvSpPr>
        <p:spPr>
          <a:xfrm>
            <a:off x="9918829" y="385657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8" name="모서리가 둥근 직사각형 3237">
            <a:extLst>
              <a:ext uri="{FF2B5EF4-FFF2-40B4-BE49-F238E27FC236}">
                <a16:creationId xmlns:a16="http://schemas.microsoft.com/office/drawing/2014/main" id="{2CF01DAA-5681-0361-68A7-0FD8C37A72E8}"/>
              </a:ext>
            </a:extLst>
          </p:cNvPr>
          <p:cNvSpPr/>
          <p:nvPr/>
        </p:nvSpPr>
        <p:spPr>
          <a:xfrm>
            <a:off x="9918829" y="37828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39" name="모서리가 둥근 직사각형 3238">
            <a:extLst>
              <a:ext uri="{FF2B5EF4-FFF2-40B4-BE49-F238E27FC236}">
                <a16:creationId xmlns:a16="http://schemas.microsoft.com/office/drawing/2014/main" id="{4E1BA491-F0D7-9CDA-C672-D1B43DE9AECD}"/>
              </a:ext>
            </a:extLst>
          </p:cNvPr>
          <p:cNvSpPr/>
          <p:nvPr/>
        </p:nvSpPr>
        <p:spPr>
          <a:xfrm>
            <a:off x="9876809" y="370909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40" name="직선 연결선 3239">
            <a:extLst>
              <a:ext uri="{FF2B5EF4-FFF2-40B4-BE49-F238E27FC236}">
                <a16:creationId xmlns:a16="http://schemas.microsoft.com/office/drawing/2014/main" id="{AA1EE8D6-5468-13D7-AF13-904F97185729}"/>
              </a:ext>
            </a:extLst>
          </p:cNvPr>
          <p:cNvCxnSpPr/>
          <p:nvPr/>
        </p:nvCxnSpPr>
        <p:spPr>
          <a:xfrm>
            <a:off x="9252423" y="339607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1" name="모서리가 둥근 직사각형 3240">
            <a:extLst>
              <a:ext uri="{FF2B5EF4-FFF2-40B4-BE49-F238E27FC236}">
                <a16:creationId xmlns:a16="http://schemas.microsoft.com/office/drawing/2014/main" id="{A239AC30-682F-D2FB-5F92-A98294213160}"/>
              </a:ext>
            </a:extLst>
          </p:cNvPr>
          <p:cNvSpPr/>
          <p:nvPr/>
        </p:nvSpPr>
        <p:spPr>
          <a:xfrm>
            <a:off x="9219959" y="337039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242" name="직선 연결선 3241">
            <a:extLst>
              <a:ext uri="{FF2B5EF4-FFF2-40B4-BE49-F238E27FC236}">
                <a16:creationId xmlns:a16="http://schemas.microsoft.com/office/drawing/2014/main" id="{BFF32490-C408-F7A3-81CD-CE88C6F238D3}"/>
              </a:ext>
            </a:extLst>
          </p:cNvPr>
          <p:cNvCxnSpPr/>
          <p:nvPr/>
        </p:nvCxnSpPr>
        <p:spPr>
          <a:xfrm flipH="1">
            <a:off x="9351788" y="346276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3" name="직선 연결선 3242">
            <a:extLst>
              <a:ext uri="{FF2B5EF4-FFF2-40B4-BE49-F238E27FC236}">
                <a16:creationId xmlns:a16="http://schemas.microsoft.com/office/drawing/2014/main" id="{42326742-AA31-E9A8-BEE5-19A045C038EB}"/>
              </a:ext>
            </a:extLst>
          </p:cNvPr>
          <p:cNvCxnSpPr/>
          <p:nvPr/>
        </p:nvCxnSpPr>
        <p:spPr>
          <a:xfrm>
            <a:off x="9393807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4" name="직선 연결선 3243">
            <a:extLst>
              <a:ext uri="{FF2B5EF4-FFF2-40B4-BE49-F238E27FC236}">
                <a16:creationId xmlns:a16="http://schemas.microsoft.com/office/drawing/2014/main" id="{75DF0E85-919B-28DF-40F7-DC166F8AF235}"/>
              </a:ext>
            </a:extLst>
          </p:cNvPr>
          <p:cNvCxnSpPr/>
          <p:nvPr/>
        </p:nvCxnSpPr>
        <p:spPr>
          <a:xfrm>
            <a:off x="9303945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5" name="직선 연결선 3244">
            <a:extLst>
              <a:ext uri="{FF2B5EF4-FFF2-40B4-BE49-F238E27FC236}">
                <a16:creationId xmlns:a16="http://schemas.microsoft.com/office/drawing/2014/main" id="{00A9105A-35D9-8359-A5A3-101CCC746354}"/>
              </a:ext>
            </a:extLst>
          </p:cNvPr>
          <p:cNvCxnSpPr/>
          <p:nvPr/>
        </p:nvCxnSpPr>
        <p:spPr>
          <a:xfrm>
            <a:off x="9351788" y="351403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6" name="직선 연결선 3245">
            <a:extLst>
              <a:ext uri="{FF2B5EF4-FFF2-40B4-BE49-F238E27FC236}">
                <a16:creationId xmlns:a16="http://schemas.microsoft.com/office/drawing/2014/main" id="{FA01957F-50FE-93B6-4008-72D7EC636DC8}"/>
              </a:ext>
            </a:extLst>
          </p:cNvPr>
          <p:cNvCxnSpPr/>
          <p:nvPr/>
        </p:nvCxnSpPr>
        <p:spPr>
          <a:xfrm flipH="1">
            <a:off x="9301745" y="351066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7" name="모서리가 둥근 직사각형 3246">
            <a:extLst>
              <a:ext uri="{FF2B5EF4-FFF2-40B4-BE49-F238E27FC236}">
                <a16:creationId xmlns:a16="http://schemas.microsoft.com/office/drawing/2014/main" id="{E5CD1A9F-C139-7895-9382-12644F94CD3A}"/>
              </a:ext>
            </a:extLst>
          </p:cNvPr>
          <p:cNvSpPr/>
          <p:nvPr/>
        </p:nvSpPr>
        <p:spPr>
          <a:xfrm>
            <a:off x="9266621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48" name="모서리가 둥근 직사각형 3247">
            <a:extLst>
              <a:ext uri="{FF2B5EF4-FFF2-40B4-BE49-F238E27FC236}">
                <a16:creationId xmlns:a16="http://schemas.microsoft.com/office/drawing/2014/main" id="{733AF2FC-78F9-7695-217A-DCAC857DB5A9}"/>
              </a:ext>
            </a:extLst>
          </p:cNvPr>
          <p:cNvSpPr/>
          <p:nvPr/>
        </p:nvSpPr>
        <p:spPr>
          <a:xfrm>
            <a:off x="9266621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49" name="모서리가 둥근 직사각형 3248">
            <a:extLst>
              <a:ext uri="{FF2B5EF4-FFF2-40B4-BE49-F238E27FC236}">
                <a16:creationId xmlns:a16="http://schemas.microsoft.com/office/drawing/2014/main" id="{BA788A1F-98EE-3069-35C1-7DFA895F9FE9}"/>
              </a:ext>
            </a:extLst>
          </p:cNvPr>
          <p:cNvSpPr/>
          <p:nvPr/>
        </p:nvSpPr>
        <p:spPr>
          <a:xfrm>
            <a:off x="9356099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50" name="모서리가 둥근 직사각형 3249">
            <a:extLst>
              <a:ext uri="{FF2B5EF4-FFF2-40B4-BE49-F238E27FC236}">
                <a16:creationId xmlns:a16="http://schemas.microsoft.com/office/drawing/2014/main" id="{CD4C43AB-3F4E-BDEF-9595-21DEA4CA0B6F}"/>
              </a:ext>
            </a:extLst>
          </p:cNvPr>
          <p:cNvSpPr/>
          <p:nvPr/>
        </p:nvSpPr>
        <p:spPr>
          <a:xfrm>
            <a:off x="9356099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51" name="모서리가 둥근 직사각형 3250">
            <a:extLst>
              <a:ext uri="{FF2B5EF4-FFF2-40B4-BE49-F238E27FC236}">
                <a16:creationId xmlns:a16="http://schemas.microsoft.com/office/drawing/2014/main" id="{F70EFBBC-B89F-A8A5-6F35-C88277820605}"/>
              </a:ext>
            </a:extLst>
          </p:cNvPr>
          <p:cNvSpPr/>
          <p:nvPr/>
        </p:nvSpPr>
        <p:spPr>
          <a:xfrm>
            <a:off x="9314080" y="348425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52" name="직선 연결선 3251">
            <a:extLst>
              <a:ext uri="{FF2B5EF4-FFF2-40B4-BE49-F238E27FC236}">
                <a16:creationId xmlns:a16="http://schemas.microsoft.com/office/drawing/2014/main" id="{7E7F8EAB-2C24-CD0A-4223-12181E6A5F43}"/>
              </a:ext>
            </a:extLst>
          </p:cNvPr>
          <p:cNvCxnSpPr/>
          <p:nvPr/>
        </p:nvCxnSpPr>
        <p:spPr>
          <a:xfrm>
            <a:off x="9482493" y="353608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3" name="직선 연결선 3252">
            <a:extLst>
              <a:ext uri="{FF2B5EF4-FFF2-40B4-BE49-F238E27FC236}">
                <a16:creationId xmlns:a16="http://schemas.microsoft.com/office/drawing/2014/main" id="{0BB59324-D06F-70FF-754C-41190DA30D42}"/>
              </a:ext>
            </a:extLst>
          </p:cNvPr>
          <p:cNvCxnSpPr/>
          <p:nvPr/>
        </p:nvCxnSpPr>
        <p:spPr>
          <a:xfrm>
            <a:off x="9440474" y="346337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4" name="모서리가 둥근 직사각형 3253">
            <a:extLst>
              <a:ext uri="{FF2B5EF4-FFF2-40B4-BE49-F238E27FC236}">
                <a16:creationId xmlns:a16="http://schemas.microsoft.com/office/drawing/2014/main" id="{89E8A945-26A3-4B4E-331E-109E9EDB967F}"/>
              </a:ext>
            </a:extLst>
          </p:cNvPr>
          <p:cNvSpPr/>
          <p:nvPr/>
        </p:nvSpPr>
        <p:spPr>
          <a:xfrm>
            <a:off x="9444785" y="358106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55" name="모서리가 둥근 직사각형 3254">
            <a:extLst>
              <a:ext uri="{FF2B5EF4-FFF2-40B4-BE49-F238E27FC236}">
                <a16:creationId xmlns:a16="http://schemas.microsoft.com/office/drawing/2014/main" id="{27BFEEA1-D704-D005-3094-2BFD3ADEF73E}"/>
              </a:ext>
            </a:extLst>
          </p:cNvPr>
          <p:cNvSpPr/>
          <p:nvPr/>
        </p:nvSpPr>
        <p:spPr>
          <a:xfrm>
            <a:off x="9444785" y="35073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56" name="모서리가 둥근 직사각형 3255">
            <a:extLst>
              <a:ext uri="{FF2B5EF4-FFF2-40B4-BE49-F238E27FC236}">
                <a16:creationId xmlns:a16="http://schemas.microsoft.com/office/drawing/2014/main" id="{C2178296-3FAE-3465-5258-FDA43992FC9E}"/>
              </a:ext>
            </a:extLst>
          </p:cNvPr>
          <p:cNvSpPr/>
          <p:nvPr/>
        </p:nvSpPr>
        <p:spPr>
          <a:xfrm>
            <a:off x="9402765" y="343358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57" name="직선 연결선 3256">
            <a:extLst>
              <a:ext uri="{FF2B5EF4-FFF2-40B4-BE49-F238E27FC236}">
                <a16:creationId xmlns:a16="http://schemas.microsoft.com/office/drawing/2014/main" id="{82EF1B08-36E5-9401-A614-B69186E28037}"/>
              </a:ext>
            </a:extLst>
          </p:cNvPr>
          <p:cNvCxnSpPr/>
          <p:nvPr/>
        </p:nvCxnSpPr>
        <p:spPr>
          <a:xfrm>
            <a:off x="9836128" y="339607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8" name="모서리가 둥근 직사각형 3257">
            <a:extLst>
              <a:ext uri="{FF2B5EF4-FFF2-40B4-BE49-F238E27FC236}">
                <a16:creationId xmlns:a16="http://schemas.microsoft.com/office/drawing/2014/main" id="{59F8C9EC-0EB1-D62C-911C-1130B24F4604}"/>
              </a:ext>
            </a:extLst>
          </p:cNvPr>
          <p:cNvSpPr/>
          <p:nvPr/>
        </p:nvSpPr>
        <p:spPr>
          <a:xfrm>
            <a:off x="9803664" y="337039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259" name="직선 연결선 3258">
            <a:extLst>
              <a:ext uri="{FF2B5EF4-FFF2-40B4-BE49-F238E27FC236}">
                <a16:creationId xmlns:a16="http://schemas.microsoft.com/office/drawing/2014/main" id="{E03B6FC0-439B-3F05-E4C6-9FF5F2824837}"/>
              </a:ext>
            </a:extLst>
          </p:cNvPr>
          <p:cNvCxnSpPr/>
          <p:nvPr/>
        </p:nvCxnSpPr>
        <p:spPr>
          <a:xfrm flipH="1">
            <a:off x="9935493" y="346276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직선 연결선 3259">
            <a:extLst>
              <a:ext uri="{FF2B5EF4-FFF2-40B4-BE49-F238E27FC236}">
                <a16:creationId xmlns:a16="http://schemas.microsoft.com/office/drawing/2014/main" id="{CDA58E0B-C83D-51CF-53C4-7DCB68977DB0}"/>
              </a:ext>
            </a:extLst>
          </p:cNvPr>
          <p:cNvCxnSpPr/>
          <p:nvPr/>
        </p:nvCxnSpPr>
        <p:spPr>
          <a:xfrm>
            <a:off x="9977512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1" name="직선 연결선 3260">
            <a:extLst>
              <a:ext uri="{FF2B5EF4-FFF2-40B4-BE49-F238E27FC236}">
                <a16:creationId xmlns:a16="http://schemas.microsoft.com/office/drawing/2014/main" id="{70EB3961-65E1-7CC8-E342-A5B55B38B593}"/>
              </a:ext>
            </a:extLst>
          </p:cNvPr>
          <p:cNvCxnSpPr/>
          <p:nvPr/>
        </p:nvCxnSpPr>
        <p:spPr>
          <a:xfrm>
            <a:off x="9887651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2" name="직선 연결선 3261">
            <a:extLst>
              <a:ext uri="{FF2B5EF4-FFF2-40B4-BE49-F238E27FC236}">
                <a16:creationId xmlns:a16="http://schemas.microsoft.com/office/drawing/2014/main" id="{317ABBB7-71EE-346E-D7FD-69904ABD5B76}"/>
              </a:ext>
            </a:extLst>
          </p:cNvPr>
          <p:cNvCxnSpPr/>
          <p:nvPr/>
        </p:nvCxnSpPr>
        <p:spPr>
          <a:xfrm>
            <a:off x="9935493" y="351403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3" name="직선 연결선 3262">
            <a:extLst>
              <a:ext uri="{FF2B5EF4-FFF2-40B4-BE49-F238E27FC236}">
                <a16:creationId xmlns:a16="http://schemas.microsoft.com/office/drawing/2014/main" id="{6082ABD9-A1AA-9512-F4F2-41A01E66AC6F}"/>
              </a:ext>
            </a:extLst>
          </p:cNvPr>
          <p:cNvCxnSpPr/>
          <p:nvPr/>
        </p:nvCxnSpPr>
        <p:spPr>
          <a:xfrm flipH="1">
            <a:off x="9885450" y="351066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4" name="모서리가 둥근 직사각형 3263">
            <a:extLst>
              <a:ext uri="{FF2B5EF4-FFF2-40B4-BE49-F238E27FC236}">
                <a16:creationId xmlns:a16="http://schemas.microsoft.com/office/drawing/2014/main" id="{2CB88F11-354D-A631-54D0-10135D7E9392}"/>
              </a:ext>
            </a:extLst>
          </p:cNvPr>
          <p:cNvSpPr/>
          <p:nvPr/>
        </p:nvSpPr>
        <p:spPr>
          <a:xfrm>
            <a:off x="9850325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65" name="모서리가 둥근 직사각형 3264">
            <a:extLst>
              <a:ext uri="{FF2B5EF4-FFF2-40B4-BE49-F238E27FC236}">
                <a16:creationId xmlns:a16="http://schemas.microsoft.com/office/drawing/2014/main" id="{BCBD3E98-58D4-3A4C-FA87-35152F2C28EC}"/>
              </a:ext>
            </a:extLst>
          </p:cNvPr>
          <p:cNvSpPr/>
          <p:nvPr/>
        </p:nvSpPr>
        <p:spPr>
          <a:xfrm>
            <a:off x="9850325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66" name="모서리가 둥근 직사각형 3265">
            <a:extLst>
              <a:ext uri="{FF2B5EF4-FFF2-40B4-BE49-F238E27FC236}">
                <a16:creationId xmlns:a16="http://schemas.microsoft.com/office/drawing/2014/main" id="{A7BF9405-8948-00B6-E30A-9564D5AF4F7D}"/>
              </a:ext>
            </a:extLst>
          </p:cNvPr>
          <p:cNvSpPr/>
          <p:nvPr/>
        </p:nvSpPr>
        <p:spPr>
          <a:xfrm>
            <a:off x="9939804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67" name="모서리가 둥근 직사각형 3266">
            <a:extLst>
              <a:ext uri="{FF2B5EF4-FFF2-40B4-BE49-F238E27FC236}">
                <a16:creationId xmlns:a16="http://schemas.microsoft.com/office/drawing/2014/main" id="{A2AE4002-FD55-6244-A70B-100D2AC8D6C0}"/>
              </a:ext>
            </a:extLst>
          </p:cNvPr>
          <p:cNvSpPr/>
          <p:nvPr/>
        </p:nvSpPr>
        <p:spPr>
          <a:xfrm>
            <a:off x="9939804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68" name="모서리가 둥근 직사각형 3267">
            <a:extLst>
              <a:ext uri="{FF2B5EF4-FFF2-40B4-BE49-F238E27FC236}">
                <a16:creationId xmlns:a16="http://schemas.microsoft.com/office/drawing/2014/main" id="{B889641A-9B67-AF51-4D99-04775CCE724D}"/>
              </a:ext>
            </a:extLst>
          </p:cNvPr>
          <p:cNvSpPr/>
          <p:nvPr/>
        </p:nvSpPr>
        <p:spPr>
          <a:xfrm>
            <a:off x="9897785" y="348425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69" name="직선 연결선 3268">
            <a:extLst>
              <a:ext uri="{FF2B5EF4-FFF2-40B4-BE49-F238E27FC236}">
                <a16:creationId xmlns:a16="http://schemas.microsoft.com/office/drawing/2014/main" id="{1F517D33-50F1-0B0A-3283-8F28D844E837}"/>
              </a:ext>
            </a:extLst>
          </p:cNvPr>
          <p:cNvCxnSpPr/>
          <p:nvPr/>
        </p:nvCxnSpPr>
        <p:spPr>
          <a:xfrm>
            <a:off x="10066198" y="353608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0" name="직선 연결선 3269">
            <a:extLst>
              <a:ext uri="{FF2B5EF4-FFF2-40B4-BE49-F238E27FC236}">
                <a16:creationId xmlns:a16="http://schemas.microsoft.com/office/drawing/2014/main" id="{A29220DD-62EC-4AA7-945A-39A431B46687}"/>
              </a:ext>
            </a:extLst>
          </p:cNvPr>
          <p:cNvCxnSpPr/>
          <p:nvPr/>
        </p:nvCxnSpPr>
        <p:spPr>
          <a:xfrm>
            <a:off x="10024179" y="346337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1" name="모서리가 둥근 직사각형 3270">
            <a:extLst>
              <a:ext uri="{FF2B5EF4-FFF2-40B4-BE49-F238E27FC236}">
                <a16:creationId xmlns:a16="http://schemas.microsoft.com/office/drawing/2014/main" id="{785ACCC3-964B-4A55-2BEC-C37BDED99CEF}"/>
              </a:ext>
            </a:extLst>
          </p:cNvPr>
          <p:cNvSpPr/>
          <p:nvPr/>
        </p:nvSpPr>
        <p:spPr>
          <a:xfrm>
            <a:off x="10028490" y="358106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72" name="모서리가 둥근 직사각형 3271">
            <a:extLst>
              <a:ext uri="{FF2B5EF4-FFF2-40B4-BE49-F238E27FC236}">
                <a16:creationId xmlns:a16="http://schemas.microsoft.com/office/drawing/2014/main" id="{557110D8-EB85-33F0-7FA8-6623BF72B804}"/>
              </a:ext>
            </a:extLst>
          </p:cNvPr>
          <p:cNvSpPr/>
          <p:nvPr/>
        </p:nvSpPr>
        <p:spPr>
          <a:xfrm>
            <a:off x="10028490" y="35073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73" name="모서리가 둥근 직사각형 3272">
            <a:extLst>
              <a:ext uri="{FF2B5EF4-FFF2-40B4-BE49-F238E27FC236}">
                <a16:creationId xmlns:a16="http://schemas.microsoft.com/office/drawing/2014/main" id="{74C08FBC-AF1C-C17B-B411-E36810DB0B92}"/>
              </a:ext>
            </a:extLst>
          </p:cNvPr>
          <p:cNvSpPr/>
          <p:nvPr/>
        </p:nvSpPr>
        <p:spPr>
          <a:xfrm>
            <a:off x="9986470" y="343358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74" name="직선 연결선 3273">
            <a:extLst>
              <a:ext uri="{FF2B5EF4-FFF2-40B4-BE49-F238E27FC236}">
                <a16:creationId xmlns:a16="http://schemas.microsoft.com/office/drawing/2014/main" id="{4DFBBDC9-FB36-9F19-501B-8C00753A621B}"/>
              </a:ext>
            </a:extLst>
          </p:cNvPr>
          <p:cNvCxnSpPr/>
          <p:nvPr/>
        </p:nvCxnSpPr>
        <p:spPr>
          <a:xfrm flipH="1">
            <a:off x="9992236" y="2772652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5" name="직선 연결선 3274">
            <a:extLst>
              <a:ext uri="{FF2B5EF4-FFF2-40B4-BE49-F238E27FC236}">
                <a16:creationId xmlns:a16="http://schemas.microsoft.com/office/drawing/2014/main" id="{B8D6506D-1A8A-E202-497E-DEF29EAD5EBC}"/>
              </a:ext>
            </a:extLst>
          </p:cNvPr>
          <p:cNvCxnSpPr/>
          <p:nvPr/>
        </p:nvCxnSpPr>
        <p:spPr>
          <a:xfrm>
            <a:off x="9923683" y="2727676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6" name="모서리가 둥근 직사각형 3275">
            <a:extLst>
              <a:ext uri="{FF2B5EF4-FFF2-40B4-BE49-F238E27FC236}">
                <a16:creationId xmlns:a16="http://schemas.microsoft.com/office/drawing/2014/main" id="{2AE1758D-BC7A-3ECB-F4F1-0285FD5DB797}"/>
              </a:ext>
            </a:extLst>
          </p:cNvPr>
          <p:cNvSpPr/>
          <p:nvPr/>
        </p:nvSpPr>
        <p:spPr>
          <a:xfrm>
            <a:off x="9867484" y="2696046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277" name="직선 연결선 3276">
            <a:extLst>
              <a:ext uri="{FF2B5EF4-FFF2-40B4-BE49-F238E27FC236}">
                <a16:creationId xmlns:a16="http://schemas.microsoft.com/office/drawing/2014/main" id="{849FCE59-4AE9-E692-077F-3E8BDC352254}"/>
              </a:ext>
            </a:extLst>
          </p:cNvPr>
          <p:cNvCxnSpPr/>
          <p:nvPr/>
        </p:nvCxnSpPr>
        <p:spPr>
          <a:xfrm flipH="1">
            <a:off x="9792979" y="304655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" name="직선 연결선 3277">
            <a:extLst>
              <a:ext uri="{FF2B5EF4-FFF2-40B4-BE49-F238E27FC236}">
                <a16:creationId xmlns:a16="http://schemas.microsoft.com/office/drawing/2014/main" id="{7E77FE4F-D7ED-9133-4811-0464D2DB3904}"/>
              </a:ext>
            </a:extLst>
          </p:cNvPr>
          <p:cNvCxnSpPr/>
          <p:nvPr/>
        </p:nvCxnSpPr>
        <p:spPr>
          <a:xfrm>
            <a:off x="9834998" y="32380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9" name="직선 연결선 3278">
            <a:extLst>
              <a:ext uri="{FF2B5EF4-FFF2-40B4-BE49-F238E27FC236}">
                <a16:creationId xmlns:a16="http://schemas.microsoft.com/office/drawing/2014/main" id="{3F409E94-7642-792D-AD23-43898FB8D734}"/>
              </a:ext>
            </a:extLst>
          </p:cNvPr>
          <p:cNvCxnSpPr/>
          <p:nvPr/>
        </p:nvCxnSpPr>
        <p:spPr>
          <a:xfrm>
            <a:off x="9745136" y="32380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0" name="직선 연결선 3279">
            <a:extLst>
              <a:ext uri="{FF2B5EF4-FFF2-40B4-BE49-F238E27FC236}">
                <a16:creationId xmlns:a16="http://schemas.microsoft.com/office/drawing/2014/main" id="{5BEFABFB-7EC9-CB7E-CAF2-374445D67E0A}"/>
              </a:ext>
            </a:extLst>
          </p:cNvPr>
          <p:cNvCxnSpPr/>
          <p:nvPr/>
        </p:nvCxnSpPr>
        <p:spPr>
          <a:xfrm>
            <a:off x="9792979" y="31653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1" name="직선 연결선 3280">
            <a:extLst>
              <a:ext uri="{FF2B5EF4-FFF2-40B4-BE49-F238E27FC236}">
                <a16:creationId xmlns:a16="http://schemas.microsoft.com/office/drawing/2014/main" id="{52388663-E0BF-8CF3-79E0-E82FD98DED22}"/>
              </a:ext>
            </a:extLst>
          </p:cNvPr>
          <p:cNvCxnSpPr/>
          <p:nvPr/>
        </p:nvCxnSpPr>
        <p:spPr>
          <a:xfrm flipH="1">
            <a:off x="9742935" y="31619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2" name="모서리가 둥근 직사각형 3281">
            <a:extLst>
              <a:ext uri="{FF2B5EF4-FFF2-40B4-BE49-F238E27FC236}">
                <a16:creationId xmlns:a16="http://schemas.microsoft.com/office/drawing/2014/main" id="{9726B542-1A86-1983-5587-DAC7AA13D754}"/>
              </a:ext>
            </a:extLst>
          </p:cNvPr>
          <p:cNvSpPr/>
          <p:nvPr/>
        </p:nvSpPr>
        <p:spPr>
          <a:xfrm>
            <a:off x="9707811" y="32829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83" name="모서리가 둥근 직사각형 3282">
            <a:extLst>
              <a:ext uri="{FF2B5EF4-FFF2-40B4-BE49-F238E27FC236}">
                <a16:creationId xmlns:a16="http://schemas.microsoft.com/office/drawing/2014/main" id="{687944A4-B966-3EA8-9C5E-D9C123A5582E}"/>
              </a:ext>
            </a:extLst>
          </p:cNvPr>
          <p:cNvSpPr/>
          <p:nvPr/>
        </p:nvSpPr>
        <p:spPr>
          <a:xfrm>
            <a:off x="9707811" y="32092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84" name="모서리가 둥근 직사각형 3283">
            <a:extLst>
              <a:ext uri="{FF2B5EF4-FFF2-40B4-BE49-F238E27FC236}">
                <a16:creationId xmlns:a16="http://schemas.microsoft.com/office/drawing/2014/main" id="{100D1FEC-D1B2-9317-D2A3-B7C4440ED44C}"/>
              </a:ext>
            </a:extLst>
          </p:cNvPr>
          <p:cNvSpPr/>
          <p:nvPr/>
        </p:nvSpPr>
        <p:spPr>
          <a:xfrm>
            <a:off x="9797289" y="32829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85" name="모서리가 둥근 직사각형 3284">
            <a:extLst>
              <a:ext uri="{FF2B5EF4-FFF2-40B4-BE49-F238E27FC236}">
                <a16:creationId xmlns:a16="http://schemas.microsoft.com/office/drawing/2014/main" id="{F9E03F89-6901-61E2-0ACE-AB78D9782259}"/>
              </a:ext>
            </a:extLst>
          </p:cNvPr>
          <p:cNvSpPr/>
          <p:nvPr/>
        </p:nvSpPr>
        <p:spPr>
          <a:xfrm>
            <a:off x="9797289" y="32092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86" name="모서리가 둥근 직사각형 3285">
            <a:extLst>
              <a:ext uri="{FF2B5EF4-FFF2-40B4-BE49-F238E27FC236}">
                <a16:creationId xmlns:a16="http://schemas.microsoft.com/office/drawing/2014/main" id="{B70D8FC9-92B3-55F0-2ED7-A962309DCC8E}"/>
              </a:ext>
            </a:extLst>
          </p:cNvPr>
          <p:cNvSpPr/>
          <p:nvPr/>
        </p:nvSpPr>
        <p:spPr>
          <a:xfrm>
            <a:off x="9755270" y="31355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87" name="직선 연결선 3286">
            <a:extLst>
              <a:ext uri="{FF2B5EF4-FFF2-40B4-BE49-F238E27FC236}">
                <a16:creationId xmlns:a16="http://schemas.microsoft.com/office/drawing/2014/main" id="{857A4C6F-24BE-EE9B-7CB3-8E42611BA711}"/>
              </a:ext>
            </a:extLst>
          </p:cNvPr>
          <p:cNvCxnSpPr/>
          <p:nvPr/>
        </p:nvCxnSpPr>
        <p:spPr>
          <a:xfrm>
            <a:off x="9988128" y="304734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8" name="모서리가 둥근 직사각형 3287">
            <a:extLst>
              <a:ext uri="{FF2B5EF4-FFF2-40B4-BE49-F238E27FC236}">
                <a16:creationId xmlns:a16="http://schemas.microsoft.com/office/drawing/2014/main" id="{A14EE68D-6D41-CBAB-4660-2D61293432CC}"/>
              </a:ext>
            </a:extLst>
          </p:cNvPr>
          <p:cNvSpPr/>
          <p:nvPr/>
        </p:nvSpPr>
        <p:spPr>
          <a:xfrm>
            <a:off x="9955664" y="302166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289" name="직선 연결선 3288">
            <a:extLst>
              <a:ext uri="{FF2B5EF4-FFF2-40B4-BE49-F238E27FC236}">
                <a16:creationId xmlns:a16="http://schemas.microsoft.com/office/drawing/2014/main" id="{FD54B134-99A1-D0BC-CB93-65C9B8FCE2EC}"/>
              </a:ext>
            </a:extLst>
          </p:cNvPr>
          <p:cNvCxnSpPr/>
          <p:nvPr/>
        </p:nvCxnSpPr>
        <p:spPr>
          <a:xfrm>
            <a:off x="9923683" y="31873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0" name="직선 연결선 3289">
            <a:extLst>
              <a:ext uri="{FF2B5EF4-FFF2-40B4-BE49-F238E27FC236}">
                <a16:creationId xmlns:a16="http://schemas.microsoft.com/office/drawing/2014/main" id="{F2B83ED2-B998-98DC-398B-F5BBE6A2CDC9}"/>
              </a:ext>
            </a:extLst>
          </p:cNvPr>
          <p:cNvCxnSpPr/>
          <p:nvPr/>
        </p:nvCxnSpPr>
        <p:spPr>
          <a:xfrm>
            <a:off x="9881664" y="31146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1" name="모서리가 둥근 직사각형 3290">
            <a:extLst>
              <a:ext uri="{FF2B5EF4-FFF2-40B4-BE49-F238E27FC236}">
                <a16:creationId xmlns:a16="http://schemas.microsoft.com/office/drawing/2014/main" id="{2417D073-A4A9-24F2-C4F6-D4013CFEA3A1}"/>
              </a:ext>
            </a:extLst>
          </p:cNvPr>
          <p:cNvSpPr/>
          <p:nvPr/>
        </p:nvSpPr>
        <p:spPr>
          <a:xfrm>
            <a:off x="9885975" y="32323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92" name="모서리가 둥근 직사각형 3291">
            <a:extLst>
              <a:ext uri="{FF2B5EF4-FFF2-40B4-BE49-F238E27FC236}">
                <a16:creationId xmlns:a16="http://schemas.microsoft.com/office/drawing/2014/main" id="{007909F2-A56C-9A76-239C-2EB49F00ED01}"/>
              </a:ext>
            </a:extLst>
          </p:cNvPr>
          <p:cNvSpPr/>
          <p:nvPr/>
        </p:nvSpPr>
        <p:spPr>
          <a:xfrm>
            <a:off x="9885975" y="31585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293" name="모서리가 둥근 직사각형 3292">
            <a:extLst>
              <a:ext uri="{FF2B5EF4-FFF2-40B4-BE49-F238E27FC236}">
                <a16:creationId xmlns:a16="http://schemas.microsoft.com/office/drawing/2014/main" id="{014BDEA9-2C41-5C9C-7E18-65404ABF2435}"/>
              </a:ext>
            </a:extLst>
          </p:cNvPr>
          <p:cNvSpPr/>
          <p:nvPr/>
        </p:nvSpPr>
        <p:spPr>
          <a:xfrm>
            <a:off x="9843956" y="30848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294" name="직선 연결선 3293">
            <a:extLst>
              <a:ext uri="{FF2B5EF4-FFF2-40B4-BE49-F238E27FC236}">
                <a16:creationId xmlns:a16="http://schemas.microsoft.com/office/drawing/2014/main" id="{0C929ECB-5357-9B75-771D-50C1B9D35D90}"/>
              </a:ext>
            </a:extLst>
          </p:cNvPr>
          <p:cNvCxnSpPr/>
          <p:nvPr/>
        </p:nvCxnSpPr>
        <p:spPr>
          <a:xfrm flipH="1">
            <a:off x="10087493" y="311403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5" name="직선 연결선 3294">
            <a:extLst>
              <a:ext uri="{FF2B5EF4-FFF2-40B4-BE49-F238E27FC236}">
                <a16:creationId xmlns:a16="http://schemas.microsoft.com/office/drawing/2014/main" id="{CED343D7-9988-6033-A1F6-7AE360523293}"/>
              </a:ext>
            </a:extLst>
          </p:cNvPr>
          <p:cNvCxnSpPr/>
          <p:nvPr/>
        </p:nvCxnSpPr>
        <p:spPr>
          <a:xfrm>
            <a:off x="10129512" y="32380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6" name="직선 연결선 3295">
            <a:extLst>
              <a:ext uri="{FF2B5EF4-FFF2-40B4-BE49-F238E27FC236}">
                <a16:creationId xmlns:a16="http://schemas.microsoft.com/office/drawing/2014/main" id="{5593A394-2089-D996-5CB8-3E6D3268CEE5}"/>
              </a:ext>
            </a:extLst>
          </p:cNvPr>
          <p:cNvCxnSpPr/>
          <p:nvPr/>
        </p:nvCxnSpPr>
        <p:spPr>
          <a:xfrm>
            <a:off x="10039650" y="323801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7" name="직선 연결선 3296">
            <a:extLst>
              <a:ext uri="{FF2B5EF4-FFF2-40B4-BE49-F238E27FC236}">
                <a16:creationId xmlns:a16="http://schemas.microsoft.com/office/drawing/2014/main" id="{124ADF2E-2AB8-E4E8-37DA-3E37FE101B2F}"/>
              </a:ext>
            </a:extLst>
          </p:cNvPr>
          <p:cNvCxnSpPr/>
          <p:nvPr/>
        </p:nvCxnSpPr>
        <p:spPr>
          <a:xfrm>
            <a:off x="10087493" y="316530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8" name="직선 연결선 3297">
            <a:extLst>
              <a:ext uri="{FF2B5EF4-FFF2-40B4-BE49-F238E27FC236}">
                <a16:creationId xmlns:a16="http://schemas.microsoft.com/office/drawing/2014/main" id="{F295C97E-9B24-98E3-3733-BE7649411F17}"/>
              </a:ext>
            </a:extLst>
          </p:cNvPr>
          <p:cNvCxnSpPr/>
          <p:nvPr/>
        </p:nvCxnSpPr>
        <p:spPr>
          <a:xfrm flipH="1">
            <a:off x="10037450" y="316193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9" name="모서리가 둥근 직사각형 3298">
            <a:extLst>
              <a:ext uri="{FF2B5EF4-FFF2-40B4-BE49-F238E27FC236}">
                <a16:creationId xmlns:a16="http://schemas.microsoft.com/office/drawing/2014/main" id="{10DC4FE2-8241-303F-5C81-362B806762E8}"/>
              </a:ext>
            </a:extLst>
          </p:cNvPr>
          <p:cNvSpPr/>
          <p:nvPr/>
        </p:nvSpPr>
        <p:spPr>
          <a:xfrm>
            <a:off x="10002325" y="32829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0" name="모서리가 둥근 직사각형 3299">
            <a:extLst>
              <a:ext uri="{FF2B5EF4-FFF2-40B4-BE49-F238E27FC236}">
                <a16:creationId xmlns:a16="http://schemas.microsoft.com/office/drawing/2014/main" id="{C68E6065-7AB3-9245-34B1-2193B51B5A38}"/>
              </a:ext>
            </a:extLst>
          </p:cNvPr>
          <p:cNvSpPr/>
          <p:nvPr/>
        </p:nvSpPr>
        <p:spPr>
          <a:xfrm>
            <a:off x="10002325" y="32092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1" name="모서리가 둥근 직사각형 3300">
            <a:extLst>
              <a:ext uri="{FF2B5EF4-FFF2-40B4-BE49-F238E27FC236}">
                <a16:creationId xmlns:a16="http://schemas.microsoft.com/office/drawing/2014/main" id="{237865C8-D312-B1B6-0D20-BB10C3E8CD03}"/>
              </a:ext>
            </a:extLst>
          </p:cNvPr>
          <p:cNvSpPr/>
          <p:nvPr/>
        </p:nvSpPr>
        <p:spPr>
          <a:xfrm>
            <a:off x="10091804" y="328299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2" name="모서리가 둥근 직사각형 3301">
            <a:extLst>
              <a:ext uri="{FF2B5EF4-FFF2-40B4-BE49-F238E27FC236}">
                <a16:creationId xmlns:a16="http://schemas.microsoft.com/office/drawing/2014/main" id="{102F3ECF-8BE8-724E-E3D7-D21D79C1684E}"/>
              </a:ext>
            </a:extLst>
          </p:cNvPr>
          <p:cNvSpPr/>
          <p:nvPr/>
        </p:nvSpPr>
        <p:spPr>
          <a:xfrm>
            <a:off x="10091804" y="320925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3" name="모서리가 둥근 직사각형 3302">
            <a:extLst>
              <a:ext uri="{FF2B5EF4-FFF2-40B4-BE49-F238E27FC236}">
                <a16:creationId xmlns:a16="http://schemas.microsoft.com/office/drawing/2014/main" id="{359FB1CC-7371-9C8F-3F3F-B75E9D8C55E6}"/>
              </a:ext>
            </a:extLst>
          </p:cNvPr>
          <p:cNvSpPr/>
          <p:nvPr/>
        </p:nvSpPr>
        <p:spPr>
          <a:xfrm>
            <a:off x="10049785" y="313552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04" name="직선 연결선 3303">
            <a:extLst>
              <a:ext uri="{FF2B5EF4-FFF2-40B4-BE49-F238E27FC236}">
                <a16:creationId xmlns:a16="http://schemas.microsoft.com/office/drawing/2014/main" id="{6C4ACC48-FC08-A2B7-B249-4FAF2E799AAF}"/>
              </a:ext>
            </a:extLst>
          </p:cNvPr>
          <p:cNvCxnSpPr/>
          <p:nvPr/>
        </p:nvCxnSpPr>
        <p:spPr>
          <a:xfrm>
            <a:off x="10218198" y="318735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5" name="직선 연결선 3304">
            <a:extLst>
              <a:ext uri="{FF2B5EF4-FFF2-40B4-BE49-F238E27FC236}">
                <a16:creationId xmlns:a16="http://schemas.microsoft.com/office/drawing/2014/main" id="{487379C1-8CA3-1867-8768-5F30AB048A47}"/>
              </a:ext>
            </a:extLst>
          </p:cNvPr>
          <p:cNvCxnSpPr/>
          <p:nvPr/>
        </p:nvCxnSpPr>
        <p:spPr>
          <a:xfrm>
            <a:off x="10176179" y="311464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6" name="모서리가 둥근 직사각형 3305">
            <a:extLst>
              <a:ext uri="{FF2B5EF4-FFF2-40B4-BE49-F238E27FC236}">
                <a16:creationId xmlns:a16="http://schemas.microsoft.com/office/drawing/2014/main" id="{3313BF6F-5298-F761-E37E-ED09D768C830}"/>
              </a:ext>
            </a:extLst>
          </p:cNvPr>
          <p:cNvSpPr/>
          <p:nvPr/>
        </p:nvSpPr>
        <p:spPr>
          <a:xfrm>
            <a:off x="10180490" y="32323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7" name="모서리가 둥근 직사각형 3306">
            <a:extLst>
              <a:ext uri="{FF2B5EF4-FFF2-40B4-BE49-F238E27FC236}">
                <a16:creationId xmlns:a16="http://schemas.microsoft.com/office/drawing/2014/main" id="{FD2383DC-A7FB-16D2-A0B1-B17425B7D105}"/>
              </a:ext>
            </a:extLst>
          </p:cNvPr>
          <p:cNvSpPr/>
          <p:nvPr/>
        </p:nvSpPr>
        <p:spPr>
          <a:xfrm>
            <a:off x="10180490" y="315859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08" name="모서리가 둥근 직사각형 3307">
            <a:extLst>
              <a:ext uri="{FF2B5EF4-FFF2-40B4-BE49-F238E27FC236}">
                <a16:creationId xmlns:a16="http://schemas.microsoft.com/office/drawing/2014/main" id="{B1D74191-361B-7D9D-3874-059895CB7D56}"/>
              </a:ext>
            </a:extLst>
          </p:cNvPr>
          <p:cNvSpPr/>
          <p:nvPr/>
        </p:nvSpPr>
        <p:spPr>
          <a:xfrm>
            <a:off x="10138470" y="308485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09" name="직선 연결선 3308">
            <a:extLst>
              <a:ext uri="{FF2B5EF4-FFF2-40B4-BE49-F238E27FC236}">
                <a16:creationId xmlns:a16="http://schemas.microsoft.com/office/drawing/2014/main" id="{256C325A-5FF3-3356-B89F-FE429E20FC39}"/>
              </a:ext>
            </a:extLst>
          </p:cNvPr>
          <p:cNvCxnSpPr/>
          <p:nvPr/>
        </p:nvCxnSpPr>
        <p:spPr>
          <a:xfrm>
            <a:off x="10097790" y="277183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0" name="모서리가 둥근 직사각형 3309">
            <a:extLst>
              <a:ext uri="{FF2B5EF4-FFF2-40B4-BE49-F238E27FC236}">
                <a16:creationId xmlns:a16="http://schemas.microsoft.com/office/drawing/2014/main" id="{43A06CA3-C4A0-5148-A127-00FC9AA4F56F}"/>
              </a:ext>
            </a:extLst>
          </p:cNvPr>
          <p:cNvSpPr/>
          <p:nvPr/>
        </p:nvSpPr>
        <p:spPr>
          <a:xfrm>
            <a:off x="10065325" y="2746153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11" name="직선 연결선 3310">
            <a:extLst>
              <a:ext uri="{FF2B5EF4-FFF2-40B4-BE49-F238E27FC236}">
                <a16:creationId xmlns:a16="http://schemas.microsoft.com/office/drawing/2014/main" id="{BFBB8D58-F7FD-A2B7-2933-C6D23270598C}"/>
              </a:ext>
            </a:extLst>
          </p:cNvPr>
          <p:cNvCxnSpPr/>
          <p:nvPr/>
        </p:nvCxnSpPr>
        <p:spPr>
          <a:xfrm flipH="1">
            <a:off x="10197155" y="283852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2" name="직선 연결선 3311">
            <a:extLst>
              <a:ext uri="{FF2B5EF4-FFF2-40B4-BE49-F238E27FC236}">
                <a16:creationId xmlns:a16="http://schemas.microsoft.com/office/drawing/2014/main" id="{49538D8B-637D-5623-6F0F-4F8A0A581B8E}"/>
              </a:ext>
            </a:extLst>
          </p:cNvPr>
          <p:cNvCxnSpPr/>
          <p:nvPr/>
        </p:nvCxnSpPr>
        <p:spPr>
          <a:xfrm>
            <a:off x="10239174" y="29625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직선 연결선 3312">
            <a:extLst>
              <a:ext uri="{FF2B5EF4-FFF2-40B4-BE49-F238E27FC236}">
                <a16:creationId xmlns:a16="http://schemas.microsoft.com/office/drawing/2014/main" id="{DD2CA268-6D8B-7AE5-DDDC-F3C818297BCB}"/>
              </a:ext>
            </a:extLst>
          </p:cNvPr>
          <p:cNvCxnSpPr/>
          <p:nvPr/>
        </p:nvCxnSpPr>
        <p:spPr>
          <a:xfrm>
            <a:off x="10149312" y="296251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4" name="직선 연결선 3313">
            <a:extLst>
              <a:ext uri="{FF2B5EF4-FFF2-40B4-BE49-F238E27FC236}">
                <a16:creationId xmlns:a16="http://schemas.microsoft.com/office/drawing/2014/main" id="{03ABEA0C-CBB5-5F86-7FE0-C88CF62BA52E}"/>
              </a:ext>
            </a:extLst>
          </p:cNvPr>
          <p:cNvCxnSpPr/>
          <p:nvPr/>
        </p:nvCxnSpPr>
        <p:spPr>
          <a:xfrm>
            <a:off x="10197155" y="2889797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5" name="직선 연결선 3314">
            <a:extLst>
              <a:ext uri="{FF2B5EF4-FFF2-40B4-BE49-F238E27FC236}">
                <a16:creationId xmlns:a16="http://schemas.microsoft.com/office/drawing/2014/main" id="{7F346817-2059-50B0-9E13-C6CF5DE2CE0B}"/>
              </a:ext>
            </a:extLst>
          </p:cNvPr>
          <p:cNvCxnSpPr/>
          <p:nvPr/>
        </p:nvCxnSpPr>
        <p:spPr>
          <a:xfrm flipH="1">
            <a:off x="10147111" y="288642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6" name="모서리가 둥근 직사각형 3315">
            <a:extLst>
              <a:ext uri="{FF2B5EF4-FFF2-40B4-BE49-F238E27FC236}">
                <a16:creationId xmlns:a16="http://schemas.microsoft.com/office/drawing/2014/main" id="{A8C44049-A6D4-503F-2817-C2A26ADE66F4}"/>
              </a:ext>
            </a:extLst>
          </p:cNvPr>
          <p:cNvSpPr/>
          <p:nvPr/>
        </p:nvSpPr>
        <p:spPr>
          <a:xfrm>
            <a:off x="10111987" y="30074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17" name="모서리가 둥근 직사각형 3316">
            <a:extLst>
              <a:ext uri="{FF2B5EF4-FFF2-40B4-BE49-F238E27FC236}">
                <a16:creationId xmlns:a16="http://schemas.microsoft.com/office/drawing/2014/main" id="{639825DD-482B-DB5E-6858-731D166C3C25}"/>
              </a:ext>
            </a:extLst>
          </p:cNvPr>
          <p:cNvSpPr/>
          <p:nvPr/>
        </p:nvSpPr>
        <p:spPr>
          <a:xfrm>
            <a:off x="10111987" y="29337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18" name="모서리가 둥근 직사각형 3317">
            <a:extLst>
              <a:ext uri="{FF2B5EF4-FFF2-40B4-BE49-F238E27FC236}">
                <a16:creationId xmlns:a16="http://schemas.microsoft.com/office/drawing/2014/main" id="{04D7E848-E634-6C3D-5864-0761C5B8FE1C}"/>
              </a:ext>
            </a:extLst>
          </p:cNvPr>
          <p:cNvSpPr/>
          <p:nvPr/>
        </p:nvSpPr>
        <p:spPr>
          <a:xfrm>
            <a:off x="10201466" y="300748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19" name="모서리가 둥근 직사각형 3318">
            <a:extLst>
              <a:ext uri="{FF2B5EF4-FFF2-40B4-BE49-F238E27FC236}">
                <a16:creationId xmlns:a16="http://schemas.microsoft.com/office/drawing/2014/main" id="{26B18802-1890-00DA-3367-65B0303F5FAE}"/>
              </a:ext>
            </a:extLst>
          </p:cNvPr>
          <p:cNvSpPr/>
          <p:nvPr/>
        </p:nvSpPr>
        <p:spPr>
          <a:xfrm>
            <a:off x="10201466" y="293374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20" name="모서리가 둥근 직사각형 3319">
            <a:extLst>
              <a:ext uri="{FF2B5EF4-FFF2-40B4-BE49-F238E27FC236}">
                <a16:creationId xmlns:a16="http://schemas.microsoft.com/office/drawing/2014/main" id="{881EF10D-B200-B16F-C5AB-EBACEABF9A74}"/>
              </a:ext>
            </a:extLst>
          </p:cNvPr>
          <p:cNvSpPr/>
          <p:nvPr/>
        </p:nvSpPr>
        <p:spPr>
          <a:xfrm>
            <a:off x="10159446" y="286001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21" name="직선 연결선 3320">
            <a:extLst>
              <a:ext uri="{FF2B5EF4-FFF2-40B4-BE49-F238E27FC236}">
                <a16:creationId xmlns:a16="http://schemas.microsoft.com/office/drawing/2014/main" id="{FAC181C4-BE79-96A7-7456-8631F1058BC2}"/>
              </a:ext>
            </a:extLst>
          </p:cNvPr>
          <p:cNvCxnSpPr/>
          <p:nvPr/>
        </p:nvCxnSpPr>
        <p:spPr>
          <a:xfrm>
            <a:off x="10327859" y="291184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2" name="직선 연결선 3321">
            <a:extLst>
              <a:ext uri="{FF2B5EF4-FFF2-40B4-BE49-F238E27FC236}">
                <a16:creationId xmlns:a16="http://schemas.microsoft.com/office/drawing/2014/main" id="{E5848E29-7939-B310-D2D3-B4FB278603B7}"/>
              </a:ext>
            </a:extLst>
          </p:cNvPr>
          <p:cNvCxnSpPr/>
          <p:nvPr/>
        </p:nvCxnSpPr>
        <p:spPr>
          <a:xfrm>
            <a:off x="10285840" y="283913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3" name="모서리가 둥근 직사각형 3322">
            <a:extLst>
              <a:ext uri="{FF2B5EF4-FFF2-40B4-BE49-F238E27FC236}">
                <a16:creationId xmlns:a16="http://schemas.microsoft.com/office/drawing/2014/main" id="{0313B898-A210-A99B-0192-44017079F4E8}"/>
              </a:ext>
            </a:extLst>
          </p:cNvPr>
          <p:cNvSpPr/>
          <p:nvPr/>
        </p:nvSpPr>
        <p:spPr>
          <a:xfrm>
            <a:off x="10290151" y="295682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24" name="모서리가 둥근 직사각형 3323">
            <a:extLst>
              <a:ext uri="{FF2B5EF4-FFF2-40B4-BE49-F238E27FC236}">
                <a16:creationId xmlns:a16="http://schemas.microsoft.com/office/drawing/2014/main" id="{569AC946-5ED0-6A15-BF2D-722030BE0BF4}"/>
              </a:ext>
            </a:extLst>
          </p:cNvPr>
          <p:cNvSpPr/>
          <p:nvPr/>
        </p:nvSpPr>
        <p:spPr>
          <a:xfrm>
            <a:off x="10290151" y="288308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25" name="모서리가 둥근 직사각형 3324">
            <a:extLst>
              <a:ext uri="{FF2B5EF4-FFF2-40B4-BE49-F238E27FC236}">
                <a16:creationId xmlns:a16="http://schemas.microsoft.com/office/drawing/2014/main" id="{8F871D9B-81DE-D5D0-3930-AF8338D543B0}"/>
              </a:ext>
            </a:extLst>
          </p:cNvPr>
          <p:cNvSpPr/>
          <p:nvPr/>
        </p:nvSpPr>
        <p:spPr>
          <a:xfrm>
            <a:off x="10248132" y="280934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26" name="직선 연결선 3325">
            <a:extLst>
              <a:ext uri="{FF2B5EF4-FFF2-40B4-BE49-F238E27FC236}">
                <a16:creationId xmlns:a16="http://schemas.microsoft.com/office/drawing/2014/main" id="{650D252B-CA14-7A93-1D82-763054BA08C9}"/>
              </a:ext>
            </a:extLst>
          </p:cNvPr>
          <p:cNvCxnSpPr/>
          <p:nvPr/>
        </p:nvCxnSpPr>
        <p:spPr>
          <a:xfrm flipH="1">
            <a:off x="11160090" y="2739368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7" name="직선 연결선 3326">
            <a:extLst>
              <a:ext uri="{FF2B5EF4-FFF2-40B4-BE49-F238E27FC236}">
                <a16:creationId xmlns:a16="http://schemas.microsoft.com/office/drawing/2014/main" id="{31259316-BAFE-DF04-2F69-16329B9E8824}"/>
              </a:ext>
            </a:extLst>
          </p:cNvPr>
          <p:cNvCxnSpPr/>
          <p:nvPr/>
        </p:nvCxnSpPr>
        <p:spPr>
          <a:xfrm>
            <a:off x="11091537" y="2694392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8" name="모서리가 둥근 직사각형 3327">
            <a:extLst>
              <a:ext uri="{FF2B5EF4-FFF2-40B4-BE49-F238E27FC236}">
                <a16:creationId xmlns:a16="http://schemas.microsoft.com/office/drawing/2014/main" id="{9B02214B-DAC6-AE47-213F-4F86878E188F}"/>
              </a:ext>
            </a:extLst>
          </p:cNvPr>
          <p:cNvSpPr/>
          <p:nvPr/>
        </p:nvSpPr>
        <p:spPr>
          <a:xfrm>
            <a:off x="11035338" y="2662762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329" name="직선 연결선 3328">
            <a:extLst>
              <a:ext uri="{FF2B5EF4-FFF2-40B4-BE49-F238E27FC236}">
                <a16:creationId xmlns:a16="http://schemas.microsoft.com/office/drawing/2014/main" id="{818B53A9-B472-F4E1-13F9-82F9E48AA121}"/>
              </a:ext>
            </a:extLst>
          </p:cNvPr>
          <p:cNvCxnSpPr/>
          <p:nvPr/>
        </p:nvCxnSpPr>
        <p:spPr>
          <a:xfrm flipH="1">
            <a:off x="10960833" y="3013274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0" name="직선 연결선 3329">
            <a:extLst>
              <a:ext uri="{FF2B5EF4-FFF2-40B4-BE49-F238E27FC236}">
                <a16:creationId xmlns:a16="http://schemas.microsoft.com/office/drawing/2014/main" id="{07572DAF-AC0D-384C-B164-FDFFFA834105}"/>
              </a:ext>
            </a:extLst>
          </p:cNvPr>
          <p:cNvCxnSpPr/>
          <p:nvPr/>
        </p:nvCxnSpPr>
        <p:spPr>
          <a:xfrm>
            <a:off x="11002852" y="320473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1" name="직선 연결선 3330">
            <a:extLst>
              <a:ext uri="{FF2B5EF4-FFF2-40B4-BE49-F238E27FC236}">
                <a16:creationId xmlns:a16="http://schemas.microsoft.com/office/drawing/2014/main" id="{83766804-D396-A58D-5882-81A934B31E98}"/>
              </a:ext>
            </a:extLst>
          </p:cNvPr>
          <p:cNvCxnSpPr/>
          <p:nvPr/>
        </p:nvCxnSpPr>
        <p:spPr>
          <a:xfrm>
            <a:off x="10912990" y="320473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2" name="직선 연결선 3331">
            <a:extLst>
              <a:ext uri="{FF2B5EF4-FFF2-40B4-BE49-F238E27FC236}">
                <a16:creationId xmlns:a16="http://schemas.microsoft.com/office/drawing/2014/main" id="{75B6D203-3200-7CC4-B680-D241C5D15C4F}"/>
              </a:ext>
            </a:extLst>
          </p:cNvPr>
          <p:cNvCxnSpPr/>
          <p:nvPr/>
        </p:nvCxnSpPr>
        <p:spPr>
          <a:xfrm>
            <a:off x="10960833" y="313202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직선 연결선 3332">
            <a:extLst>
              <a:ext uri="{FF2B5EF4-FFF2-40B4-BE49-F238E27FC236}">
                <a16:creationId xmlns:a16="http://schemas.microsoft.com/office/drawing/2014/main" id="{D8787D49-DB98-4A95-4D5F-9F2E3EFCBEAC}"/>
              </a:ext>
            </a:extLst>
          </p:cNvPr>
          <p:cNvCxnSpPr/>
          <p:nvPr/>
        </p:nvCxnSpPr>
        <p:spPr>
          <a:xfrm flipH="1">
            <a:off x="10910789" y="3128650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4" name="모서리가 둥근 직사각형 3333">
            <a:extLst>
              <a:ext uri="{FF2B5EF4-FFF2-40B4-BE49-F238E27FC236}">
                <a16:creationId xmlns:a16="http://schemas.microsoft.com/office/drawing/2014/main" id="{BC1C4ACF-3DF2-271A-9234-113106242F57}"/>
              </a:ext>
            </a:extLst>
          </p:cNvPr>
          <p:cNvSpPr/>
          <p:nvPr/>
        </p:nvSpPr>
        <p:spPr>
          <a:xfrm>
            <a:off x="10875665" y="324971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5" name="모서리가 둥근 직사각형 3334">
            <a:extLst>
              <a:ext uri="{FF2B5EF4-FFF2-40B4-BE49-F238E27FC236}">
                <a16:creationId xmlns:a16="http://schemas.microsoft.com/office/drawing/2014/main" id="{8691F035-003D-61CC-0F63-893DA96B6CF5}"/>
              </a:ext>
            </a:extLst>
          </p:cNvPr>
          <p:cNvSpPr/>
          <p:nvPr/>
        </p:nvSpPr>
        <p:spPr>
          <a:xfrm>
            <a:off x="10875665" y="317597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6" name="모서리가 둥근 직사각형 3335">
            <a:extLst>
              <a:ext uri="{FF2B5EF4-FFF2-40B4-BE49-F238E27FC236}">
                <a16:creationId xmlns:a16="http://schemas.microsoft.com/office/drawing/2014/main" id="{85AE0572-1A0C-9E6B-014C-ED0C15A92B76}"/>
              </a:ext>
            </a:extLst>
          </p:cNvPr>
          <p:cNvSpPr/>
          <p:nvPr/>
        </p:nvSpPr>
        <p:spPr>
          <a:xfrm>
            <a:off x="10965143" y="324971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7" name="모서리가 둥근 직사각형 3336">
            <a:extLst>
              <a:ext uri="{FF2B5EF4-FFF2-40B4-BE49-F238E27FC236}">
                <a16:creationId xmlns:a16="http://schemas.microsoft.com/office/drawing/2014/main" id="{C3569F2D-0F49-7030-10CF-A1E5EE57E19A}"/>
              </a:ext>
            </a:extLst>
          </p:cNvPr>
          <p:cNvSpPr/>
          <p:nvPr/>
        </p:nvSpPr>
        <p:spPr>
          <a:xfrm>
            <a:off x="10965143" y="317597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38" name="모서리가 둥근 직사각형 3337">
            <a:extLst>
              <a:ext uri="{FF2B5EF4-FFF2-40B4-BE49-F238E27FC236}">
                <a16:creationId xmlns:a16="http://schemas.microsoft.com/office/drawing/2014/main" id="{B59377E3-649E-C94A-5BFA-CA11F93BE1A5}"/>
              </a:ext>
            </a:extLst>
          </p:cNvPr>
          <p:cNvSpPr/>
          <p:nvPr/>
        </p:nvSpPr>
        <p:spPr>
          <a:xfrm>
            <a:off x="10923124" y="310223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39" name="직선 연결선 3338">
            <a:extLst>
              <a:ext uri="{FF2B5EF4-FFF2-40B4-BE49-F238E27FC236}">
                <a16:creationId xmlns:a16="http://schemas.microsoft.com/office/drawing/2014/main" id="{A6F61961-1384-4174-00B5-6A15F59294C1}"/>
              </a:ext>
            </a:extLst>
          </p:cNvPr>
          <p:cNvCxnSpPr/>
          <p:nvPr/>
        </p:nvCxnSpPr>
        <p:spPr>
          <a:xfrm>
            <a:off x="11155982" y="3014057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0" name="모서리가 둥근 직사각형 3339">
            <a:extLst>
              <a:ext uri="{FF2B5EF4-FFF2-40B4-BE49-F238E27FC236}">
                <a16:creationId xmlns:a16="http://schemas.microsoft.com/office/drawing/2014/main" id="{194878F2-C0F9-B92C-190A-8BFABA1DC723}"/>
              </a:ext>
            </a:extLst>
          </p:cNvPr>
          <p:cNvSpPr/>
          <p:nvPr/>
        </p:nvSpPr>
        <p:spPr>
          <a:xfrm>
            <a:off x="11123518" y="298837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41" name="직선 연결선 3340">
            <a:extLst>
              <a:ext uri="{FF2B5EF4-FFF2-40B4-BE49-F238E27FC236}">
                <a16:creationId xmlns:a16="http://schemas.microsoft.com/office/drawing/2014/main" id="{0E2CFC89-5CBA-C093-ACC9-2C8AE54A039F}"/>
              </a:ext>
            </a:extLst>
          </p:cNvPr>
          <p:cNvCxnSpPr/>
          <p:nvPr/>
        </p:nvCxnSpPr>
        <p:spPr>
          <a:xfrm>
            <a:off x="11091537" y="315407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2" name="직선 연결선 3341">
            <a:extLst>
              <a:ext uri="{FF2B5EF4-FFF2-40B4-BE49-F238E27FC236}">
                <a16:creationId xmlns:a16="http://schemas.microsoft.com/office/drawing/2014/main" id="{A6AA5147-D23A-FF1A-7268-9C3B2345AFE6}"/>
              </a:ext>
            </a:extLst>
          </p:cNvPr>
          <p:cNvCxnSpPr/>
          <p:nvPr/>
        </p:nvCxnSpPr>
        <p:spPr>
          <a:xfrm>
            <a:off x="11049518" y="308135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3" name="모서리가 둥근 직사각형 3342">
            <a:extLst>
              <a:ext uri="{FF2B5EF4-FFF2-40B4-BE49-F238E27FC236}">
                <a16:creationId xmlns:a16="http://schemas.microsoft.com/office/drawing/2014/main" id="{BAD41A11-02F5-9132-74D3-B5753879FBD3}"/>
              </a:ext>
            </a:extLst>
          </p:cNvPr>
          <p:cNvSpPr/>
          <p:nvPr/>
        </p:nvSpPr>
        <p:spPr>
          <a:xfrm>
            <a:off x="11053829" y="319904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44" name="모서리가 둥근 직사각형 3343">
            <a:extLst>
              <a:ext uri="{FF2B5EF4-FFF2-40B4-BE49-F238E27FC236}">
                <a16:creationId xmlns:a16="http://schemas.microsoft.com/office/drawing/2014/main" id="{E99BB67A-AA8F-075D-8947-D1BA9C6441DA}"/>
              </a:ext>
            </a:extLst>
          </p:cNvPr>
          <p:cNvSpPr/>
          <p:nvPr/>
        </p:nvSpPr>
        <p:spPr>
          <a:xfrm>
            <a:off x="11053829" y="312531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45" name="모서리가 둥근 직사각형 3344">
            <a:extLst>
              <a:ext uri="{FF2B5EF4-FFF2-40B4-BE49-F238E27FC236}">
                <a16:creationId xmlns:a16="http://schemas.microsoft.com/office/drawing/2014/main" id="{0C6390D6-D2D8-8794-3432-FCF99ED09C06}"/>
              </a:ext>
            </a:extLst>
          </p:cNvPr>
          <p:cNvSpPr/>
          <p:nvPr/>
        </p:nvSpPr>
        <p:spPr>
          <a:xfrm>
            <a:off x="11011810" y="305157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46" name="직선 연결선 3345">
            <a:extLst>
              <a:ext uri="{FF2B5EF4-FFF2-40B4-BE49-F238E27FC236}">
                <a16:creationId xmlns:a16="http://schemas.microsoft.com/office/drawing/2014/main" id="{580E780C-B818-8D17-6257-49674DF69176}"/>
              </a:ext>
            </a:extLst>
          </p:cNvPr>
          <p:cNvCxnSpPr/>
          <p:nvPr/>
        </p:nvCxnSpPr>
        <p:spPr>
          <a:xfrm flipH="1">
            <a:off x="11255347" y="308075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7" name="직선 연결선 3346">
            <a:extLst>
              <a:ext uri="{FF2B5EF4-FFF2-40B4-BE49-F238E27FC236}">
                <a16:creationId xmlns:a16="http://schemas.microsoft.com/office/drawing/2014/main" id="{BB9FC9FF-5C1D-64D9-0653-81B35532BA95}"/>
              </a:ext>
            </a:extLst>
          </p:cNvPr>
          <p:cNvCxnSpPr/>
          <p:nvPr/>
        </p:nvCxnSpPr>
        <p:spPr>
          <a:xfrm>
            <a:off x="11297366" y="320473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8" name="직선 연결선 3347">
            <a:extLst>
              <a:ext uri="{FF2B5EF4-FFF2-40B4-BE49-F238E27FC236}">
                <a16:creationId xmlns:a16="http://schemas.microsoft.com/office/drawing/2014/main" id="{0561D52E-915E-27C2-0432-7FE51D7FB45B}"/>
              </a:ext>
            </a:extLst>
          </p:cNvPr>
          <p:cNvCxnSpPr/>
          <p:nvPr/>
        </p:nvCxnSpPr>
        <p:spPr>
          <a:xfrm>
            <a:off x="11207504" y="320473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9" name="직선 연결선 3348">
            <a:extLst>
              <a:ext uri="{FF2B5EF4-FFF2-40B4-BE49-F238E27FC236}">
                <a16:creationId xmlns:a16="http://schemas.microsoft.com/office/drawing/2014/main" id="{F72F8D1F-19E9-FAF1-EB92-65F5643F7C9A}"/>
              </a:ext>
            </a:extLst>
          </p:cNvPr>
          <p:cNvCxnSpPr/>
          <p:nvPr/>
        </p:nvCxnSpPr>
        <p:spPr>
          <a:xfrm>
            <a:off x="11255347" y="3132023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0" name="직선 연결선 3349">
            <a:extLst>
              <a:ext uri="{FF2B5EF4-FFF2-40B4-BE49-F238E27FC236}">
                <a16:creationId xmlns:a16="http://schemas.microsoft.com/office/drawing/2014/main" id="{DFBB274E-8006-E024-A501-F81E586F10CC}"/>
              </a:ext>
            </a:extLst>
          </p:cNvPr>
          <p:cNvCxnSpPr/>
          <p:nvPr/>
        </p:nvCxnSpPr>
        <p:spPr>
          <a:xfrm flipH="1">
            <a:off x="11205304" y="3128650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1" name="모서리가 둥근 직사각형 3350">
            <a:extLst>
              <a:ext uri="{FF2B5EF4-FFF2-40B4-BE49-F238E27FC236}">
                <a16:creationId xmlns:a16="http://schemas.microsoft.com/office/drawing/2014/main" id="{58487645-726F-3BB9-F9C5-1514BE356D62}"/>
              </a:ext>
            </a:extLst>
          </p:cNvPr>
          <p:cNvSpPr/>
          <p:nvPr/>
        </p:nvSpPr>
        <p:spPr>
          <a:xfrm>
            <a:off x="11170179" y="324971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2" name="모서리가 둥근 직사각형 3351">
            <a:extLst>
              <a:ext uri="{FF2B5EF4-FFF2-40B4-BE49-F238E27FC236}">
                <a16:creationId xmlns:a16="http://schemas.microsoft.com/office/drawing/2014/main" id="{8144BB12-4835-AA09-4656-0A9B20497753}"/>
              </a:ext>
            </a:extLst>
          </p:cNvPr>
          <p:cNvSpPr/>
          <p:nvPr/>
        </p:nvSpPr>
        <p:spPr>
          <a:xfrm>
            <a:off x="11170179" y="317597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3" name="모서리가 둥근 직사각형 3352">
            <a:extLst>
              <a:ext uri="{FF2B5EF4-FFF2-40B4-BE49-F238E27FC236}">
                <a16:creationId xmlns:a16="http://schemas.microsoft.com/office/drawing/2014/main" id="{D363D1D5-3E19-62A7-7EC1-A02786A2E92F}"/>
              </a:ext>
            </a:extLst>
          </p:cNvPr>
          <p:cNvSpPr/>
          <p:nvPr/>
        </p:nvSpPr>
        <p:spPr>
          <a:xfrm>
            <a:off x="11259658" y="324971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4" name="모서리가 둥근 직사각형 3353">
            <a:extLst>
              <a:ext uri="{FF2B5EF4-FFF2-40B4-BE49-F238E27FC236}">
                <a16:creationId xmlns:a16="http://schemas.microsoft.com/office/drawing/2014/main" id="{FE9F5726-B6DF-D042-FB17-173145729858}"/>
              </a:ext>
            </a:extLst>
          </p:cNvPr>
          <p:cNvSpPr/>
          <p:nvPr/>
        </p:nvSpPr>
        <p:spPr>
          <a:xfrm>
            <a:off x="11259658" y="317597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5" name="모서리가 둥근 직사각형 3354">
            <a:extLst>
              <a:ext uri="{FF2B5EF4-FFF2-40B4-BE49-F238E27FC236}">
                <a16:creationId xmlns:a16="http://schemas.microsoft.com/office/drawing/2014/main" id="{CC93CC69-7F70-C1CD-E659-8F22AB4F1299}"/>
              </a:ext>
            </a:extLst>
          </p:cNvPr>
          <p:cNvSpPr/>
          <p:nvPr/>
        </p:nvSpPr>
        <p:spPr>
          <a:xfrm>
            <a:off x="11217639" y="310223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56" name="직선 연결선 3355">
            <a:extLst>
              <a:ext uri="{FF2B5EF4-FFF2-40B4-BE49-F238E27FC236}">
                <a16:creationId xmlns:a16="http://schemas.microsoft.com/office/drawing/2014/main" id="{02C075AB-CFA3-287C-4086-778D37FAD9A9}"/>
              </a:ext>
            </a:extLst>
          </p:cNvPr>
          <p:cNvCxnSpPr/>
          <p:nvPr/>
        </p:nvCxnSpPr>
        <p:spPr>
          <a:xfrm>
            <a:off x="11386052" y="315407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7" name="직선 연결선 3356">
            <a:extLst>
              <a:ext uri="{FF2B5EF4-FFF2-40B4-BE49-F238E27FC236}">
                <a16:creationId xmlns:a16="http://schemas.microsoft.com/office/drawing/2014/main" id="{CE67ECD7-3FF9-49A6-899F-439CBFDCAFA3}"/>
              </a:ext>
            </a:extLst>
          </p:cNvPr>
          <p:cNvCxnSpPr/>
          <p:nvPr/>
        </p:nvCxnSpPr>
        <p:spPr>
          <a:xfrm>
            <a:off x="11344033" y="308135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8" name="모서리가 둥근 직사각형 3357">
            <a:extLst>
              <a:ext uri="{FF2B5EF4-FFF2-40B4-BE49-F238E27FC236}">
                <a16:creationId xmlns:a16="http://schemas.microsoft.com/office/drawing/2014/main" id="{C1334122-2154-B163-D94E-245E98F37D21}"/>
              </a:ext>
            </a:extLst>
          </p:cNvPr>
          <p:cNvSpPr/>
          <p:nvPr/>
        </p:nvSpPr>
        <p:spPr>
          <a:xfrm>
            <a:off x="11348344" y="319904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59" name="모서리가 둥근 직사각형 3358">
            <a:extLst>
              <a:ext uri="{FF2B5EF4-FFF2-40B4-BE49-F238E27FC236}">
                <a16:creationId xmlns:a16="http://schemas.microsoft.com/office/drawing/2014/main" id="{5097F040-63FA-DE6A-2885-A01527633B54}"/>
              </a:ext>
            </a:extLst>
          </p:cNvPr>
          <p:cNvSpPr/>
          <p:nvPr/>
        </p:nvSpPr>
        <p:spPr>
          <a:xfrm>
            <a:off x="11348344" y="312531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60" name="모서리가 둥근 직사각형 3359">
            <a:extLst>
              <a:ext uri="{FF2B5EF4-FFF2-40B4-BE49-F238E27FC236}">
                <a16:creationId xmlns:a16="http://schemas.microsoft.com/office/drawing/2014/main" id="{E8A57845-C220-4E9E-202C-1F77F3227371}"/>
              </a:ext>
            </a:extLst>
          </p:cNvPr>
          <p:cNvSpPr/>
          <p:nvPr/>
        </p:nvSpPr>
        <p:spPr>
          <a:xfrm>
            <a:off x="11306324" y="305157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61" name="직선 연결선 3360">
            <a:extLst>
              <a:ext uri="{FF2B5EF4-FFF2-40B4-BE49-F238E27FC236}">
                <a16:creationId xmlns:a16="http://schemas.microsoft.com/office/drawing/2014/main" id="{41095727-BBA4-671A-5840-62638A9BAA99}"/>
              </a:ext>
            </a:extLst>
          </p:cNvPr>
          <p:cNvCxnSpPr/>
          <p:nvPr/>
        </p:nvCxnSpPr>
        <p:spPr>
          <a:xfrm>
            <a:off x="11265644" y="2738546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2" name="모서리가 둥근 직사각형 3361">
            <a:extLst>
              <a:ext uri="{FF2B5EF4-FFF2-40B4-BE49-F238E27FC236}">
                <a16:creationId xmlns:a16="http://schemas.microsoft.com/office/drawing/2014/main" id="{97D76680-62AA-F7C2-62D6-D4FB050044CE}"/>
              </a:ext>
            </a:extLst>
          </p:cNvPr>
          <p:cNvSpPr/>
          <p:nvPr/>
        </p:nvSpPr>
        <p:spPr>
          <a:xfrm>
            <a:off x="11233180" y="2712869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63" name="직선 연결선 3362">
            <a:extLst>
              <a:ext uri="{FF2B5EF4-FFF2-40B4-BE49-F238E27FC236}">
                <a16:creationId xmlns:a16="http://schemas.microsoft.com/office/drawing/2014/main" id="{0F1343B3-3AA8-0EE9-F506-0D366B4632A7}"/>
              </a:ext>
            </a:extLst>
          </p:cNvPr>
          <p:cNvCxnSpPr/>
          <p:nvPr/>
        </p:nvCxnSpPr>
        <p:spPr>
          <a:xfrm flipH="1">
            <a:off x="11365009" y="2805246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4" name="직선 연결선 3363">
            <a:extLst>
              <a:ext uri="{FF2B5EF4-FFF2-40B4-BE49-F238E27FC236}">
                <a16:creationId xmlns:a16="http://schemas.microsoft.com/office/drawing/2014/main" id="{2AEF4BB6-2778-7095-87A0-6CF6CE2F9A96}"/>
              </a:ext>
            </a:extLst>
          </p:cNvPr>
          <p:cNvCxnSpPr/>
          <p:nvPr/>
        </p:nvCxnSpPr>
        <p:spPr>
          <a:xfrm>
            <a:off x="11407028" y="292922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5" name="직선 연결선 3364">
            <a:extLst>
              <a:ext uri="{FF2B5EF4-FFF2-40B4-BE49-F238E27FC236}">
                <a16:creationId xmlns:a16="http://schemas.microsoft.com/office/drawing/2014/main" id="{6FA69A97-9AFA-02D9-CBF5-720226E3D703}"/>
              </a:ext>
            </a:extLst>
          </p:cNvPr>
          <p:cNvCxnSpPr/>
          <p:nvPr/>
        </p:nvCxnSpPr>
        <p:spPr>
          <a:xfrm>
            <a:off x="11317166" y="292922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6" name="직선 연결선 3365">
            <a:extLst>
              <a:ext uri="{FF2B5EF4-FFF2-40B4-BE49-F238E27FC236}">
                <a16:creationId xmlns:a16="http://schemas.microsoft.com/office/drawing/2014/main" id="{CE21DCEA-41A6-F0DD-FEF6-848311C75FB6}"/>
              </a:ext>
            </a:extLst>
          </p:cNvPr>
          <p:cNvCxnSpPr/>
          <p:nvPr/>
        </p:nvCxnSpPr>
        <p:spPr>
          <a:xfrm>
            <a:off x="11365008" y="285651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7" name="직선 연결선 3366">
            <a:extLst>
              <a:ext uri="{FF2B5EF4-FFF2-40B4-BE49-F238E27FC236}">
                <a16:creationId xmlns:a16="http://schemas.microsoft.com/office/drawing/2014/main" id="{9D55436A-B699-64AA-09F3-B1A2D97B661B}"/>
              </a:ext>
            </a:extLst>
          </p:cNvPr>
          <p:cNvCxnSpPr/>
          <p:nvPr/>
        </p:nvCxnSpPr>
        <p:spPr>
          <a:xfrm flipH="1">
            <a:off x="11314965" y="2853140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8" name="모서리가 둥근 직사각형 3367">
            <a:extLst>
              <a:ext uri="{FF2B5EF4-FFF2-40B4-BE49-F238E27FC236}">
                <a16:creationId xmlns:a16="http://schemas.microsoft.com/office/drawing/2014/main" id="{517A9CE2-C80A-6F36-2EEA-BB99B7A99DB8}"/>
              </a:ext>
            </a:extLst>
          </p:cNvPr>
          <p:cNvSpPr/>
          <p:nvPr/>
        </p:nvSpPr>
        <p:spPr>
          <a:xfrm>
            <a:off x="11279841" y="297420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69" name="모서리가 둥근 직사각형 3368">
            <a:extLst>
              <a:ext uri="{FF2B5EF4-FFF2-40B4-BE49-F238E27FC236}">
                <a16:creationId xmlns:a16="http://schemas.microsoft.com/office/drawing/2014/main" id="{BAE5B656-3F45-5B34-6BE5-262C9A7D3582}"/>
              </a:ext>
            </a:extLst>
          </p:cNvPr>
          <p:cNvSpPr/>
          <p:nvPr/>
        </p:nvSpPr>
        <p:spPr>
          <a:xfrm>
            <a:off x="11279841" y="290046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70" name="모서리가 둥근 직사각형 3369">
            <a:extLst>
              <a:ext uri="{FF2B5EF4-FFF2-40B4-BE49-F238E27FC236}">
                <a16:creationId xmlns:a16="http://schemas.microsoft.com/office/drawing/2014/main" id="{5E51999D-69E4-4747-0309-74F1719A3D3E}"/>
              </a:ext>
            </a:extLst>
          </p:cNvPr>
          <p:cNvSpPr/>
          <p:nvPr/>
        </p:nvSpPr>
        <p:spPr>
          <a:xfrm>
            <a:off x="11369319" y="297420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71" name="모서리가 둥근 직사각형 3370">
            <a:extLst>
              <a:ext uri="{FF2B5EF4-FFF2-40B4-BE49-F238E27FC236}">
                <a16:creationId xmlns:a16="http://schemas.microsoft.com/office/drawing/2014/main" id="{9E96F38C-FE71-EB62-157A-42CC06CEF786}"/>
              </a:ext>
            </a:extLst>
          </p:cNvPr>
          <p:cNvSpPr/>
          <p:nvPr/>
        </p:nvSpPr>
        <p:spPr>
          <a:xfrm>
            <a:off x="11369319" y="290046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72" name="모서리가 둥근 직사각형 3371">
            <a:extLst>
              <a:ext uri="{FF2B5EF4-FFF2-40B4-BE49-F238E27FC236}">
                <a16:creationId xmlns:a16="http://schemas.microsoft.com/office/drawing/2014/main" id="{FF8EC1E8-E8ED-E798-A854-D98F6E677536}"/>
              </a:ext>
            </a:extLst>
          </p:cNvPr>
          <p:cNvSpPr/>
          <p:nvPr/>
        </p:nvSpPr>
        <p:spPr>
          <a:xfrm>
            <a:off x="11327300" y="282672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73" name="직선 연결선 3372">
            <a:extLst>
              <a:ext uri="{FF2B5EF4-FFF2-40B4-BE49-F238E27FC236}">
                <a16:creationId xmlns:a16="http://schemas.microsoft.com/office/drawing/2014/main" id="{2ACF2D9A-1E87-77B1-4801-C99C9D94B827}"/>
              </a:ext>
            </a:extLst>
          </p:cNvPr>
          <p:cNvCxnSpPr/>
          <p:nvPr/>
        </p:nvCxnSpPr>
        <p:spPr>
          <a:xfrm>
            <a:off x="11495713" y="287856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4" name="직선 연결선 3373">
            <a:extLst>
              <a:ext uri="{FF2B5EF4-FFF2-40B4-BE49-F238E27FC236}">
                <a16:creationId xmlns:a16="http://schemas.microsoft.com/office/drawing/2014/main" id="{02A8BE69-83F2-A105-A67E-DE58C660BC41}"/>
              </a:ext>
            </a:extLst>
          </p:cNvPr>
          <p:cNvCxnSpPr/>
          <p:nvPr/>
        </p:nvCxnSpPr>
        <p:spPr>
          <a:xfrm>
            <a:off x="11453694" y="280584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5" name="모서리가 둥근 직사각형 3374">
            <a:extLst>
              <a:ext uri="{FF2B5EF4-FFF2-40B4-BE49-F238E27FC236}">
                <a16:creationId xmlns:a16="http://schemas.microsoft.com/office/drawing/2014/main" id="{F93888D5-E2D5-DC1C-3B27-1E22434AB367}"/>
              </a:ext>
            </a:extLst>
          </p:cNvPr>
          <p:cNvSpPr/>
          <p:nvPr/>
        </p:nvSpPr>
        <p:spPr>
          <a:xfrm>
            <a:off x="11458005" y="292353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76" name="모서리가 둥근 직사각형 3375">
            <a:extLst>
              <a:ext uri="{FF2B5EF4-FFF2-40B4-BE49-F238E27FC236}">
                <a16:creationId xmlns:a16="http://schemas.microsoft.com/office/drawing/2014/main" id="{C96ED0DC-E7F4-A5AB-B625-1E363094CBF9}"/>
              </a:ext>
            </a:extLst>
          </p:cNvPr>
          <p:cNvSpPr/>
          <p:nvPr/>
        </p:nvSpPr>
        <p:spPr>
          <a:xfrm>
            <a:off x="11458005" y="284980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77" name="모서리가 둥근 직사각형 3376">
            <a:extLst>
              <a:ext uri="{FF2B5EF4-FFF2-40B4-BE49-F238E27FC236}">
                <a16:creationId xmlns:a16="http://schemas.microsoft.com/office/drawing/2014/main" id="{69315F75-46AC-AF9F-4184-44CA208AB1EE}"/>
              </a:ext>
            </a:extLst>
          </p:cNvPr>
          <p:cNvSpPr/>
          <p:nvPr/>
        </p:nvSpPr>
        <p:spPr>
          <a:xfrm>
            <a:off x="11415986" y="277606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78" name="직선 연결선 3377">
            <a:extLst>
              <a:ext uri="{FF2B5EF4-FFF2-40B4-BE49-F238E27FC236}">
                <a16:creationId xmlns:a16="http://schemas.microsoft.com/office/drawing/2014/main" id="{A86AD2E5-DB28-C6E7-4218-5679A60A59C9}"/>
              </a:ext>
            </a:extLst>
          </p:cNvPr>
          <p:cNvCxnSpPr/>
          <p:nvPr/>
        </p:nvCxnSpPr>
        <p:spPr>
          <a:xfrm flipH="1">
            <a:off x="10920430" y="3396891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9" name="직선 연결선 3378">
            <a:extLst>
              <a:ext uri="{FF2B5EF4-FFF2-40B4-BE49-F238E27FC236}">
                <a16:creationId xmlns:a16="http://schemas.microsoft.com/office/drawing/2014/main" id="{2EA78066-102D-A02E-DAD2-6E0B5A2C80BB}"/>
              </a:ext>
            </a:extLst>
          </p:cNvPr>
          <p:cNvCxnSpPr/>
          <p:nvPr/>
        </p:nvCxnSpPr>
        <p:spPr>
          <a:xfrm>
            <a:off x="10733639" y="3298606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0" name="직선 연결선 3379">
            <a:extLst>
              <a:ext uri="{FF2B5EF4-FFF2-40B4-BE49-F238E27FC236}">
                <a16:creationId xmlns:a16="http://schemas.microsoft.com/office/drawing/2014/main" id="{69200A9F-0C5F-0807-3FED-A54E82937F62}"/>
              </a:ext>
            </a:extLst>
          </p:cNvPr>
          <p:cNvCxnSpPr/>
          <p:nvPr/>
        </p:nvCxnSpPr>
        <p:spPr>
          <a:xfrm flipH="1">
            <a:off x="10446589" y="3290303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1" name="직선 연결선 3380">
            <a:extLst>
              <a:ext uri="{FF2B5EF4-FFF2-40B4-BE49-F238E27FC236}">
                <a16:creationId xmlns:a16="http://schemas.microsoft.com/office/drawing/2014/main" id="{45C1E31E-0E55-2FD1-85E2-D16E01D8C6AE}"/>
              </a:ext>
            </a:extLst>
          </p:cNvPr>
          <p:cNvCxnSpPr/>
          <p:nvPr/>
        </p:nvCxnSpPr>
        <p:spPr>
          <a:xfrm flipH="1">
            <a:off x="10315475" y="3396396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2" name="모서리가 둥근 직사각형 3381">
            <a:extLst>
              <a:ext uri="{FF2B5EF4-FFF2-40B4-BE49-F238E27FC236}">
                <a16:creationId xmlns:a16="http://schemas.microsoft.com/office/drawing/2014/main" id="{264F404B-77C7-A73C-92A4-EE0D7D0AF44C}"/>
              </a:ext>
            </a:extLst>
          </p:cNvPr>
          <p:cNvSpPr/>
          <p:nvPr/>
        </p:nvSpPr>
        <p:spPr>
          <a:xfrm>
            <a:off x="10672920" y="3261922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383" name="직선 연결선 3382">
            <a:extLst>
              <a:ext uri="{FF2B5EF4-FFF2-40B4-BE49-F238E27FC236}">
                <a16:creationId xmlns:a16="http://schemas.microsoft.com/office/drawing/2014/main" id="{B833E3C3-A5E1-C91D-90A5-F429547E98CC}"/>
              </a:ext>
            </a:extLst>
          </p:cNvPr>
          <p:cNvCxnSpPr/>
          <p:nvPr/>
        </p:nvCxnSpPr>
        <p:spPr>
          <a:xfrm flipH="1">
            <a:off x="10121469" y="3664532"/>
            <a:ext cx="194006" cy="1187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4" name="직선 연결선 3383">
            <a:extLst>
              <a:ext uri="{FF2B5EF4-FFF2-40B4-BE49-F238E27FC236}">
                <a16:creationId xmlns:a16="http://schemas.microsoft.com/office/drawing/2014/main" id="{64E570F5-798A-C813-A50E-10CA20F228CD}"/>
              </a:ext>
            </a:extLst>
          </p:cNvPr>
          <p:cNvCxnSpPr/>
          <p:nvPr/>
        </p:nvCxnSpPr>
        <p:spPr>
          <a:xfrm>
            <a:off x="10163488" y="385599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5" name="직선 연결선 3384">
            <a:extLst>
              <a:ext uri="{FF2B5EF4-FFF2-40B4-BE49-F238E27FC236}">
                <a16:creationId xmlns:a16="http://schemas.microsoft.com/office/drawing/2014/main" id="{77B9E86A-C023-5E0A-9948-42AD02C0E5C7}"/>
              </a:ext>
            </a:extLst>
          </p:cNvPr>
          <p:cNvCxnSpPr/>
          <p:nvPr/>
        </p:nvCxnSpPr>
        <p:spPr>
          <a:xfrm>
            <a:off x="10073626" y="385599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6" name="직선 연결선 3385">
            <a:extLst>
              <a:ext uri="{FF2B5EF4-FFF2-40B4-BE49-F238E27FC236}">
                <a16:creationId xmlns:a16="http://schemas.microsoft.com/office/drawing/2014/main" id="{BA775A61-C03F-326B-8E88-52AE98BFAFFD}"/>
              </a:ext>
            </a:extLst>
          </p:cNvPr>
          <p:cNvCxnSpPr/>
          <p:nvPr/>
        </p:nvCxnSpPr>
        <p:spPr>
          <a:xfrm>
            <a:off x="10121469" y="3783280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7" name="직선 연결선 3386">
            <a:extLst>
              <a:ext uri="{FF2B5EF4-FFF2-40B4-BE49-F238E27FC236}">
                <a16:creationId xmlns:a16="http://schemas.microsoft.com/office/drawing/2014/main" id="{92ECA6A3-A71E-A53B-31EE-1D1B07CAC209}"/>
              </a:ext>
            </a:extLst>
          </p:cNvPr>
          <p:cNvCxnSpPr/>
          <p:nvPr/>
        </p:nvCxnSpPr>
        <p:spPr>
          <a:xfrm flipH="1">
            <a:off x="10071425" y="3779907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8" name="모서리가 둥근 직사각형 3387">
            <a:extLst>
              <a:ext uri="{FF2B5EF4-FFF2-40B4-BE49-F238E27FC236}">
                <a16:creationId xmlns:a16="http://schemas.microsoft.com/office/drawing/2014/main" id="{56099BF5-126F-0233-FA7E-375FC9BE80A6}"/>
              </a:ext>
            </a:extLst>
          </p:cNvPr>
          <p:cNvSpPr/>
          <p:nvPr/>
        </p:nvSpPr>
        <p:spPr>
          <a:xfrm>
            <a:off x="10036301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89" name="모서리가 둥근 직사각형 3388">
            <a:extLst>
              <a:ext uri="{FF2B5EF4-FFF2-40B4-BE49-F238E27FC236}">
                <a16:creationId xmlns:a16="http://schemas.microsoft.com/office/drawing/2014/main" id="{39BC8C42-2332-6B84-EB32-F00E61AC97BE}"/>
              </a:ext>
            </a:extLst>
          </p:cNvPr>
          <p:cNvSpPr/>
          <p:nvPr/>
        </p:nvSpPr>
        <p:spPr>
          <a:xfrm>
            <a:off x="10036301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90" name="모서리가 둥근 직사각형 3389">
            <a:extLst>
              <a:ext uri="{FF2B5EF4-FFF2-40B4-BE49-F238E27FC236}">
                <a16:creationId xmlns:a16="http://schemas.microsoft.com/office/drawing/2014/main" id="{E1938E1D-3908-2EF5-72AE-7AED551B206A}"/>
              </a:ext>
            </a:extLst>
          </p:cNvPr>
          <p:cNvSpPr/>
          <p:nvPr/>
        </p:nvSpPr>
        <p:spPr>
          <a:xfrm>
            <a:off x="10125780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91" name="모서리가 둥근 직사각형 3390">
            <a:extLst>
              <a:ext uri="{FF2B5EF4-FFF2-40B4-BE49-F238E27FC236}">
                <a16:creationId xmlns:a16="http://schemas.microsoft.com/office/drawing/2014/main" id="{DBA262BA-08BD-0AAF-1A5F-57A896E6EFD8}"/>
              </a:ext>
            </a:extLst>
          </p:cNvPr>
          <p:cNvSpPr/>
          <p:nvPr/>
        </p:nvSpPr>
        <p:spPr>
          <a:xfrm>
            <a:off x="10125780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92" name="모서리가 둥근 직사각형 3391">
            <a:extLst>
              <a:ext uri="{FF2B5EF4-FFF2-40B4-BE49-F238E27FC236}">
                <a16:creationId xmlns:a16="http://schemas.microsoft.com/office/drawing/2014/main" id="{4DE23C6E-740D-36B7-E653-8B672EC5624A}"/>
              </a:ext>
            </a:extLst>
          </p:cNvPr>
          <p:cNvSpPr/>
          <p:nvPr/>
        </p:nvSpPr>
        <p:spPr>
          <a:xfrm>
            <a:off x="10083760" y="375349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393" name="직선 연결선 3392">
            <a:extLst>
              <a:ext uri="{FF2B5EF4-FFF2-40B4-BE49-F238E27FC236}">
                <a16:creationId xmlns:a16="http://schemas.microsoft.com/office/drawing/2014/main" id="{6FB08F96-FA7B-0C6C-D030-5C4C722F4083}"/>
              </a:ext>
            </a:extLst>
          </p:cNvPr>
          <p:cNvCxnSpPr/>
          <p:nvPr/>
        </p:nvCxnSpPr>
        <p:spPr>
          <a:xfrm>
            <a:off x="10316618" y="3665314"/>
            <a:ext cx="188051" cy="62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4" name="모서리가 둥근 직사각형 3393">
            <a:extLst>
              <a:ext uri="{FF2B5EF4-FFF2-40B4-BE49-F238E27FC236}">
                <a16:creationId xmlns:a16="http://schemas.microsoft.com/office/drawing/2014/main" id="{E751F60B-A6AD-2468-6570-9E520D084044}"/>
              </a:ext>
            </a:extLst>
          </p:cNvPr>
          <p:cNvSpPr/>
          <p:nvPr/>
        </p:nvSpPr>
        <p:spPr>
          <a:xfrm>
            <a:off x="10284154" y="3639637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395" name="직선 연결선 3394">
            <a:extLst>
              <a:ext uri="{FF2B5EF4-FFF2-40B4-BE49-F238E27FC236}">
                <a16:creationId xmlns:a16="http://schemas.microsoft.com/office/drawing/2014/main" id="{30EC6B2C-C2AA-C289-B349-14F378F8C94A}"/>
              </a:ext>
            </a:extLst>
          </p:cNvPr>
          <p:cNvCxnSpPr/>
          <p:nvPr/>
        </p:nvCxnSpPr>
        <p:spPr>
          <a:xfrm>
            <a:off x="10252174" y="3805330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6" name="직선 연결선 3395">
            <a:extLst>
              <a:ext uri="{FF2B5EF4-FFF2-40B4-BE49-F238E27FC236}">
                <a16:creationId xmlns:a16="http://schemas.microsoft.com/office/drawing/2014/main" id="{1243D0DB-2414-E71E-FACA-AD99A31824B9}"/>
              </a:ext>
            </a:extLst>
          </p:cNvPr>
          <p:cNvCxnSpPr/>
          <p:nvPr/>
        </p:nvCxnSpPr>
        <p:spPr>
          <a:xfrm>
            <a:off x="10210154" y="3732617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7" name="모서리가 둥근 직사각형 3396">
            <a:extLst>
              <a:ext uri="{FF2B5EF4-FFF2-40B4-BE49-F238E27FC236}">
                <a16:creationId xmlns:a16="http://schemas.microsoft.com/office/drawing/2014/main" id="{633D25DE-29A4-B8CB-FE82-3ED8C6F0C433}"/>
              </a:ext>
            </a:extLst>
          </p:cNvPr>
          <p:cNvSpPr/>
          <p:nvPr/>
        </p:nvSpPr>
        <p:spPr>
          <a:xfrm>
            <a:off x="10214465" y="38503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98" name="모서리가 둥근 직사각형 3397">
            <a:extLst>
              <a:ext uri="{FF2B5EF4-FFF2-40B4-BE49-F238E27FC236}">
                <a16:creationId xmlns:a16="http://schemas.microsoft.com/office/drawing/2014/main" id="{8ACC4B4A-B59D-70EC-B001-E2B9E77EFFE3}"/>
              </a:ext>
            </a:extLst>
          </p:cNvPr>
          <p:cNvSpPr/>
          <p:nvPr/>
        </p:nvSpPr>
        <p:spPr>
          <a:xfrm>
            <a:off x="10214465" y="37765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399" name="모서리가 둥근 직사각형 3398">
            <a:extLst>
              <a:ext uri="{FF2B5EF4-FFF2-40B4-BE49-F238E27FC236}">
                <a16:creationId xmlns:a16="http://schemas.microsoft.com/office/drawing/2014/main" id="{A23E0E81-4AE5-AA94-240E-4528DE9D436E}"/>
              </a:ext>
            </a:extLst>
          </p:cNvPr>
          <p:cNvSpPr/>
          <p:nvPr/>
        </p:nvSpPr>
        <p:spPr>
          <a:xfrm>
            <a:off x="10172446" y="37028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00" name="직선 연결선 3399">
            <a:extLst>
              <a:ext uri="{FF2B5EF4-FFF2-40B4-BE49-F238E27FC236}">
                <a16:creationId xmlns:a16="http://schemas.microsoft.com/office/drawing/2014/main" id="{5FA048AD-B1EC-017D-A312-040F56EE52E8}"/>
              </a:ext>
            </a:extLst>
          </p:cNvPr>
          <p:cNvCxnSpPr/>
          <p:nvPr/>
        </p:nvCxnSpPr>
        <p:spPr>
          <a:xfrm flipH="1">
            <a:off x="10415984" y="3732013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1" name="직선 연결선 3400">
            <a:extLst>
              <a:ext uri="{FF2B5EF4-FFF2-40B4-BE49-F238E27FC236}">
                <a16:creationId xmlns:a16="http://schemas.microsoft.com/office/drawing/2014/main" id="{52FDB8AB-B01A-6E2F-7A1B-427D27465888}"/>
              </a:ext>
            </a:extLst>
          </p:cNvPr>
          <p:cNvCxnSpPr/>
          <p:nvPr/>
        </p:nvCxnSpPr>
        <p:spPr>
          <a:xfrm>
            <a:off x="10458002" y="385599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2" name="직선 연결선 3401">
            <a:extLst>
              <a:ext uri="{FF2B5EF4-FFF2-40B4-BE49-F238E27FC236}">
                <a16:creationId xmlns:a16="http://schemas.microsoft.com/office/drawing/2014/main" id="{CEC33528-CE61-67F0-ADD5-A55EB75AA43A}"/>
              </a:ext>
            </a:extLst>
          </p:cNvPr>
          <p:cNvCxnSpPr/>
          <p:nvPr/>
        </p:nvCxnSpPr>
        <p:spPr>
          <a:xfrm>
            <a:off x="10368140" y="3855994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직선 연결선 3402">
            <a:extLst>
              <a:ext uri="{FF2B5EF4-FFF2-40B4-BE49-F238E27FC236}">
                <a16:creationId xmlns:a16="http://schemas.microsoft.com/office/drawing/2014/main" id="{DB20BFBF-B483-422C-A976-783D8429031B}"/>
              </a:ext>
            </a:extLst>
          </p:cNvPr>
          <p:cNvCxnSpPr/>
          <p:nvPr/>
        </p:nvCxnSpPr>
        <p:spPr>
          <a:xfrm>
            <a:off x="10415983" y="3783280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4" name="직선 연결선 3403">
            <a:extLst>
              <a:ext uri="{FF2B5EF4-FFF2-40B4-BE49-F238E27FC236}">
                <a16:creationId xmlns:a16="http://schemas.microsoft.com/office/drawing/2014/main" id="{8DB2132A-BA24-EABD-3BA6-1FC3A0E1B301}"/>
              </a:ext>
            </a:extLst>
          </p:cNvPr>
          <p:cNvCxnSpPr/>
          <p:nvPr/>
        </p:nvCxnSpPr>
        <p:spPr>
          <a:xfrm flipH="1">
            <a:off x="10365940" y="3779907"/>
            <a:ext cx="48129" cy="760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5" name="모서리가 둥근 직사각형 3404">
            <a:extLst>
              <a:ext uri="{FF2B5EF4-FFF2-40B4-BE49-F238E27FC236}">
                <a16:creationId xmlns:a16="http://schemas.microsoft.com/office/drawing/2014/main" id="{BB81A85D-2737-D3F4-0292-81892A64CCF2}"/>
              </a:ext>
            </a:extLst>
          </p:cNvPr>
          <p:cNvSpPr/>
          <p:nvPr/>
        </p:nvSpPr>
        <p:spPr>
          <a:xfrm>
            <a:off x="10330815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06" name="모서리가 둥근 직사각형 3405">
            <a:extLst>
              <a:ext uri="{FF2B5EF4-FFF2-40B4-BE49-F238E27FC236}">
                <a16:creationId xmlns:a16="http://schemas.microsoft.com/office/drawing/2014/main" id="{C7B7501F-AB42-8099-671D-CF27AF50EF83}"/>
              </a:ext>
            </a:extLst>
          </p:cNvPr>
          <p:cNvSpPr/>
          <p:nvPr/>
        </p:nvSpPr>
        <p:spPr>
          <a:xfrm>
            <a:off x="10330815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07" name="모서리가 둥근 직사각형 3406">
            <a:extLst>
              <a:ext uri="{FF2B5EF4-FFF2-40B4-BE49-F238E27FC236}">
                <a16:creationId xmlns:a16="http://schemas.microsoft.com/office/drawing/2014/main" id="{FA2BE9FC-0AEB-57D3-2875-DD2F8E0AE19C}"/>
              </a:ext>
            </a:extLst>
          </p:cNvPr>
          <p:cNvSpPr/>
          <p:nvPr/>
        </p:nvSpPr>
        <p:spPr>
          <a:xfrm>
            <a:off x="10420295" y="390096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08" name="모서리가 둥근 직사각형 3407">
            <a:extLst>
              <a:ext uri="{FF2B5EF4-FFF2-40B4-BE49-F238E27FC236}">
                <a16:creationId xmlns:a16="http://schemas.microsoft.com/office/drawing/2014/main" id="{5E04E141-AE42-F870-B892-1D3B5105A238}"/>
              </a:ext>
            </a:extLst>
          </p:cNvPr>
          <p:cNvSpPr/>
          <p:nvPr/>
        </p:nvSpPr>
        <p:spPr>
          <a:xfrm>
            <a:off x="10420295" y="382723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09" name="모서리가 둥근 직사각형 3408">
            <a:extLst>
              <a:ext uri="{FF2B5EF4-FFF2-40B4-BE49-F238E27FC236}">
                <a16:creationId xmlns:a16="http://schemas.microsoft.com/office/drawing/2014/main" id="{1979D175-7BFD-BFB4-2FD2-9B3B5AE0916B}"/>
              </a:ext>
            </a:extLst>
          </p:cNvPr>
          <p:cNvSpPr/>
          <p:nvPr/>
        </p:nvSpPr>
        <p:spPr>
          <a:xfrm>
            <a:off x="10378275" y="375349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10" name="직선 연결선 3409">
            <a:extLst>
              <a:ext uri="{FF2B5EF4-FFF2-40B4-BE49-F238E27FC236}">
                <a16:creationId xmlns:a16="http://schemas.microsoft.com/office/drawing/2014/main" id="{023A0886-201C-2A5D-8A11-1DDE3A11C868}"/>
              </a:ext>
            </a:extLst>
          </p:cNvPr>
          <p:cNvCxnSpPr/>
          <p:nvPr/>
        </p:nvCxnSpPr>
        <p:spPr>
          <a:xfrm>
            <a:off x="10546688" y="3805330"/>
            <a:ext cx="0" cy="767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1" name="직선 연결선 3410">
            <a:extLst>
              <a:ext uri="{FF2B5EF4-FFF2-40B4-BE49-F238E27FC236}">
                <a16:creationId xmlns:a16="http://schemas.microsoft.com/office/drawing/2014/main" id="{C59DDC33-804B-8252-9D37-6631652761CF}"/>
              </a:ext>
            </a:extLst>
          </p:cNvPr>
          <p:cNvCxnSpPr/>
          <p:nvPr/>
        </p:nvCxnSpPr>
        <p:spPr>
          <a:xfrm>
            <a:off x="10504669" y="3732617"/>
            <a:ext cx="43681" cy="732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2" name="모서리가 둥근 직사각형 3411">
            <a:extLst>
              <a:ext uri="{FF2B5EF4-FFF2-40B4-BE49-F238E27FC236}">
                <a16:creationId xmlns:a16="http://schemas.microsoft.com/office/drawing/2014/main" id="{75EA14F7-32AC-162C-E510-9449CE9E9D5D}"/>
              </a:ext>
            </a:extLst>
          </p:cNvPr>
          <p:cNvSpPr/>
          <p:nvPr/>
        </p:nvSpPr>
        <p:spPr>
          <a:xfrm>
            <a:off x="10508980" y="38503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13" name="모서리가 둥근 직사각형 3412">
            <a:extLst>
              <a:ext uri="{FF2B5EF4-FFF2-40B4-BE49-F238E27FC236}">
                <a16:creationId xmlns:a16="http://schemas.microsoft.com/office/drawing/2014/main" id="{4557E584-D9F5-0777-CD73-9A991AA9D432}"/>
              </a:ext>
            </a:extLst>
          </p:cNvPr>
          <p:cNvSpPr/>
          <p:nvPr/>
        </p:nvSpPr>
        <p:spPr>
          <a:xfrm>
            <a:off x="10508980" y="37765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14" name="모서리가 둥근 직사각형 3413">
            <a:extLst>
              <a:ext uri="{FF2B5EF4-FFF2-40B4-BE49-F238E27FC236}">
                <a16:creationId xmlns:a16="http://schemas.microsoft.com/office/drawing/2014/main" id="{597D27E2-8838-C5F5-DE59-290B1039F279}"/>
              </a:ext>
            </a:extLst>
          </p:cNvPr>
          <p:cNvSpPr/>
          <p:nvPr/>
        </p:nvSpPr>
        <p:spPr>
          <a:xfrm>
            <a:off x="10466961" y="3702831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15" name="직선 연결선 3414">
            <a:extLst>
              <a:ext uri="{FF2B5EF4-FFF2-40B4-BE49-F238E27FC236}">
                <a16:creationId xmlns:a16="http://schemas.microsoft.com/office/drawing/2014/main" id="{81CAE7EB-1E99-6CE4-67A0-C6F20AAC920D}"/>
              </a:ext>
            </a:extLst>
          </p:cNvPr>
          <p:cNvCxnSpPr/>
          <p:nvPr/>
        </p:nvCxnSpPr>
        <p:spPr>
          <a:xfrm flipH="1">
            <a:off x="10721173" y="3670798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6" name="직선 연결선 3415">
            <a:extLst>
              <a:ext uri="{FF2B5EF4-FFF2-40B4-BE49-F238E27FC236}">
                <a16:creationId xmlns:a16="http://schemas.microsoft.com/office/drawing/2014/main" id="{4615FE56-E826-A6AF-0F3C-98CFBEA685CB}"/>
              </a:ext>
            </a:extLst>
          </p:cNvPr>
          <p:cNvCxnSpPr/>
          <p:nvPr/>
        </p:nvCxnSpPr>
        <p:spPr>
          <a:xfrm>
            <a:off x="10763192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7" name="직선 연결선 3416">
            <a:extLst>
              <a:ext uri="{FF2B5EF4-FFF2-40B4-BE49-F238E27FC236}">
                <a16:creationId xmlns:a16="http://schemas.microsoft.com/office/drawing/2014/main" id="{6ABAFB56-061D-DF3C-FF3A-9E07811EBEC9}"/>
              </a:ext>
            </a:extLst>
          </p:cNvPr>
          <p:cNvCxnSpPr/>
          <p:nvPr/>
        </p:nvCxnSpPr>
        <p:spPr>
          <a:xfrm>
            <a:off x="10673330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8" name="직선 연결선 3417">
            <a:extLst>
              <a:ext uri="{FF2B5EF4-FFF2-40B4-BE49-F238E27FC236}">
                <a16:creationId xmlns:a16="http://schemas.microsoft.com/office/drawing/2014/main" id="{972137CD-6D96-E149-CFAE-679230E671F0}"/>
              </a:ext>
            </a:extLst>
          </p:cNvPr>
          <p:cNvCxnSpPr/>
          <p:nvPr/>
        </p:nvCxnSpPr>
        <p:spPr>
          <a:xfrm>
            <a:off x="10721173" y="378954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9" name="직선 연결선 3418">
            <a:extLst>
              <a:ext uri="{FF2B5EF4-FFF2-40B4-BE49-F238E27FC236}">
                <a16:creationId xmlns:a16="http://schemas.microsoft.com/office/drawing/2014/main" id="{BC037338-5134-ACB0-1554-FE6D3289E3D1}"/>
              </a:ext>
            </a:extLst>
          </p:cNvPr>
          <p:cNvCxnSpPr/>
          <p:nvPr/>
        </p:nvCxnSpPr>
        <p:spPr>
          <a:xfrm flipH="1">
            <a:off x="10671129" y="378617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0" name="모서리가 둥근 직사각형 3419">
            <a:extLst>
              <a:ext uri="{FF2B5EF4-FFF2-40B4-BE49-F238E27FC236}">
                <a16:creationId xmlns:a16="http://schemas.microsoft.com/office/drawing/2014/main" id="{2A925AEF-A515-3991-A7C2-4AF065163BB7}"/>
              </a:ext>
            </a:extLst>
          </p:cNvPr>
          <p:cNvSpPr/>
          <p:nvPr/>
        </p:nvSpPr>
        <p:spPr>
          <a:xfrm>
            <a:off x="10636005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1" name="모서리가 둥근 직사각형 3420">
            <a:extLst>
              <a:ext uri="{FF2B5EF4-FFF2-40B4-BE49-F238E27FC236}">
                <a16:creationId xmlns:a16="http://schemas.microsoft.com/office/drawing/2014/main" id="{FBB08683-27D8-DA99-B003-362C3664BF23}"/>
              </a:ext>
            </a:extLst>
          </p:cNvPr>
          <p:cNvSpPr/>
          <p:nvPr/>
        </p:nvSpPr>
        <p:spPr>
          <a:xfrm>
            <a:off x="10636005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2" name="모서리가 둥근 직사각형 3421">
            <a:extLst>
              <a:ext uri="{FF2B5EF4-FFF2-40B4-BE49-F238E27FC236}">
                <a16:creationId xmlns:a16="http://schemas.microsoft.com/office/drawing/2014/main" id="{C05DDD34-79F9-D84D-DC21-72109C47F6E4}"/>
              </a:ext>
            </a:extLst>
          </p:cNvPr>
          <p:cNvSpPr/>
          <p:nvPr/>
        </p:nvSpPr>
        <p:spPr>
          <a:xfrm>
            <a:off x="10725483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3" name="모서리가 둥근 직사각형 3422">
            <a:extLst>
              <a:ext uri="{FF2B5EF4-FFF2-40B4-BE49-F238E27FC236}">
                <a16:creationId xmlns:a16="http://schemas.microsoft.com/office/drawing/2014/main" id="{FDB97A23-C555-FFEA-2481-2E8560D8A9CA}"/>
              </a:ext>
            </a:extLst>
          </p:cNvPr>
          <p:cNvSpPr/>
          <p:nvPr/>
        </p:nvSpPr>
        <p:spPr>
          <a:xfrm>
            <a:off x="10725483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24" name="모서리가 둥근 직사각형 3423">
            <a:extLst>
              <a:ext uri="{FF2B5EF4-FFF2-40B4-BE49-F238E27FC236}">
                <a16:creationId xmlns:a16="http://schemas.microsoft.com/office/drawing/2014/main" id="{0F574DBD-C400-5678-8B71-17B192DEA8E5}"/>
              </a:ext>
            </a:extLst>
          </p:cNvPr>
          <p:cNvSpPr/>
          <p:nvPr/>
        </p:nvSpPr>
        <p:spPr>
          <a:xfrm>
            <a:off x="10683464" y="375976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25" name="직선 연결선 3424">
            <a:extLst>
              <a:ext uri="{FF2B5EF4-FFF2-40B4-BE49-F238E27FC236}">
                <a16:creationId xmlns:a16="http://schemas.microsoft.com/office/drawing/2014/main" id="{0843E720-D442-F851-3EEE-C1C8A1AD72B9}"/>
              </a:ext>
            </a:extLst>
          </p:cNvPr>
          <p:cNvCxnSpPr/>
          <p:nvPr/>
        </p:nvCxnSpPr>
        <p:spPr>
          <a:xfrm>
            <a:off x="10916322" y="367158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6" name="모서리가 둥근 직사각형 3425">
            <a:extLst>
              <a:ext uri="{FF2B5EF4-FFF2-40B4-BE49-F238E27FC236}">
                <a16:creationId xmlns:a16="http://schemas.microsoft.com/office/drawing/2014/main" id="{2530231D-7D5B-8AAC-5D9E-F3708F7D4833}"/>
              </a:ext>
            </a:extLst>
          </p:cNvPr>
          <p:cNvSpPr/>
          <p:nvPr/>
        </p:nvSpPr>
        <p:spPr>
          <a:xfrm>
            <a:off x="10883858" y="364590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427" name="직선 연결선 3426">
            <a:extLst>
              <a:ext uri="{FF2B5EF4-FFF2-40B4-BE49-F238E27FC236}">
                <a16:creationId xmlns:a16="http://schemas.microsoft.com/office/drawing/2014/main" id="{AE2AA918-29B9-2CE3-F7F6-DA4ED03F8BBA}"/>
              </a:ext>
            </a:extLst>
          </p:cNvPr>
          <p:cNvCxnSpPr/>
          <p:nvPr/>
        </p:nvCxnSpPr>
        <p:spPr>
          <a:xfrm>
            <a:off x="10851877" y="381159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8" name="직선 연결선 3427">
            <a:extLst>
              <a:ext uri="{FF2B5EF4-FFF2-40B4-BE49-F238E27FC236}">
                <a16:creationId xmlns:a16="http://schemas.microsoft.com/office/drawing/2014/main" id="{8B0C35DC-F570-9151-1054-01DCE9456159}"/>
              </a:ext>
            </a:extLst>
          </p:cNvPr>
          <p:cNvCxnSpPr/>
          <p:nvPr/>
        </p:nvCxnSpPr>
        <p:spPr>
          <a:xfrm>
            <a:off x="10809858" y="373888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9" name="모서리가 둥근 직사각형 3428">
            <a:extLst>
              <a:ext uri="{FF2B5EF4-FFF2-40B4-BE49-F238E27FC236}">
                <a16:creationId xmlns:a16="http://schemas.microsoft.com/office/drawing/2014/main" id="{2749B3A3-8E6C-1E16-0BD9-6978439F4C7A}"/>
              </a:ext>
            </a:extLst>
          </p:cNvPr>
          <p:cNvSpPr/>
          <p:nvPr/>
        </p:nvSpPr>
        <p:spPr>
          <a:xfrm>
            <a:off x="10814169" y="385657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0" name="모서리가 둥근 직사각형 3429">
            <a:extLst>
              <a:ext uri="{FF2B5EF4-FFF2-40B4-BE49-F238E27FC236}">
                <a16:creationId xmlns:a16="http://schemas.microsoft.com/office/drawing/2014/main" id="{1A059B69-B4A2-F3AE-43C8-112205DA18B1}"/>
              </a:ext>
            </a:extLst>
          </p:cNvPr>
          <p:cNvSpPr/>
          <p:nvPr/>
        </p:nvSpPr>
        <p:spPr>
          <a:xfrm>
            <a:off x="10814169" y="37828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1" name="모서리가 둥근 직사각형 3430">
            <a:extLst>
              <a:ext uri="{FF2B5EF4-FFF2-40B4-BE49-F238E27FC236}">
                <a16:creationId xmlns:a16="http://schemas.microsoft.com/office/drawing/2014/main" id="{42FE1CCA-F9C8-90A6-6319-1C97E6737B63}"/>
              </a:ext>
            </a:extLst>
          </p:cNvPr>
          <p:cNvSpPr/>
          <p:nvPr/>
        </p:nvSpPr>
        <p:spPr>
          <a:xfrm>
            <a:off x="10772150" y="370909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32" name="직선 연결선 3431">
            <a:extLst>
              <a:ext uri="{FF2B5EF4-FFF2-40B4-BE49-F238E27FC236}">
                <a16:creationId xmlns:a16="http://schemas.microsoft.com/office/drawing/2014/main" id="{B8243E51-C514-0FD4-27D7-5EB990B849ED}"/>
              </a:ext>
            </a:extLst>
          </p:cNvPr>
          <p:cNvCxnSpPr/>
          <p:nvPr/>
        </p:nvCxnSpPr>
        <p:spPr>
          <a:xfrm flipH="1">
            <a:off x="11015687" y="3738279"/>
            <a:ext cx="88685" cy="512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직선 연결선 3432">
            <a:extLst>
              <a:ext uri="{FF2B5EF4-FFF2-40B4-BE49-F238E27FC236}">
                <a16:creationId xmlns:a16="http://schemas.microsoft.com/office/drawing/2014/main" id="{480FE6B4-1262-5C0A-D263-E37C3F480F9B}"/>
              </a:ext>
            </a:extLst>
          </p:cNvPr>
          <p:cNvCxnSpPr/>
          <p:nvPr/>
        </p:nvCxnSpPr>
        <p:spPr>
          <a:xfrm>
            <a:off x="11057706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4" name="직선 연결선 3433">
            <a:extLst>
              <a:ext uri="{FF2B5EF4-FFF2-40B4-BE49-F238E27FC236}">
                <a16:creationId xmlns:a16="http://schemas.microsoft.com/office/drawing/2014/main" id="{5E4BEEFA-8650-B389-525F-96BD621543C4}"/>
              </a:ext>
            </a:extLst>
          </p:cNvPr>
          <p:cNvCxnSpPr/>
          <p:nvPr/>
        </p:nvCxnSpPr>
        <p:spPr>
          <a:xfrm>
            <a:off x="10967845" y="386225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5" name="직선 연결선 3434">
            <a:extLst>
              <a:ext uri="{FF2B5EF4-FFF2-40B4-BE49-F238E27FC236}">
                <a16:creationId xmlns:a16="http://schemas.microsoft.com/office/drawing/2014/main" id="{BA987E02-3DB7-41F2-1527-1C206211EEB9}"/>
              </a:ext>
            </a:extLst>
          </p:cNvPr>
          <p:cNvCxnSpPr/>
          <p:nvPr/>
        </p:nvCxnSpPr>
        <p:spPr>
          <a:xfrm>
            <a:off x="11015687" y="3789546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직선 연결선 3435">
            <a:extLst>
              <a:ext uri="{FF2B5EF4-FFF2-40B4-BE49-F238E27FC236}">
                <a16:creationId xmlns:a16="http://schemas.microsoft.com/office/drawing/2014/main" id="{0FC0D056-CA66-506F-555E-614E3A51DA39}"/>
              </a:ext>
            </a:extLst>
          </p:cNvPr>
          <p:cNvCxnSpPr/>
          <p:nvPr/>
        </p:nvCxnSpPr>
        <p:spPr>
          <a:xfrm flipH="1">
            <a:off x="10965644" y="3786173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7" name="모서리가 둥근 직사각형 3436">
            <a:extLst>
              <a:ext uri="{FF2B5EF4-FFF2-40B4-BE49-F238E27FC236}">
                <a16:creationId xmlns:a16="http://schemas.microsoft.com/office/drawing/2014/main" id="{4E3752CD-803B-96CD-3524-DD0B3B0E2E9C}"/>
              </a:ext>
            </a:extLst>
          </p:cNvPr>
          <p:cNvSpPr/>
          <p:nvPr/>
        </p:nvSpPr>
        <p:spPr>
          <a:xfrm>
            <a:off x="10930519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8" name="모서리가 둥근 직사각형 3437">
            <a:extLst>
              <a:ext uri="{FF2B5EF4-FFF2-40B4-BE49-F238E27FC236}">
                <a16:creationId xmlns:a16="http://schemas.microsoft.com/office/drawing/2014/main" id="{F70E492E-61E1-481F-AE89-7BD331278E23}"/>
              </a:ext>
            </a:extLst>
          </p:cNvPr>
          <p:cNvSpPr/>
          <p:nvPr/>
        </p:nvSpPr>
        <p:spPr>
          <a:xfrm>
            <a:off x="10930519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39" name="모서리가 둥근 직사각형 3438">
            <a:extLst>
              <a:ext uri="{FF2B5EF4-FFF2-40B4-BE49-F238E27FC236}">
                <a16:creationId xmlns:a16="http://schemas.microsoft.com/office/drawing/2014/main" id="{120DB35C-EFB7-D83F-C9C4-2800232C9955}"/>
              </a:ext>
            </a:extLst>
          </p:cNvPr>
          <p:cNvSpPr/>
          <p:nvPr/>
        </p:nvSpPr>
        <p:spPr>
          <a:xfrm>
            <a:off x="11019998" y="390723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40" name="모서리가 둥근 직사각형 3439">
            <a:extLst>
              <a:ext uri="{FF2B5EF4-FFF2-40B4-BE49-F238E27FC236}">
                <a16:creationId xmlns:a16="http://schemas.microsoft.com/office/drawing/2014/main" id="{D2D6547C-0530-7653-32B5-57D17A3EBDE1}"/>
              </a:ext>
            </a:extLst>
          </p:cNvPr>
          <p:cNvSpPr/>
          <p:nvPr/>
        </p:nvSpPr>
        <p:spPr>
          <a:xfrm>
            <a:off x="11019998" y="383349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41" name="모서리가 둥근 직사각형 3440">
            <a:extLst>
              <a:ext uri="{FF2B5EF4-FFF2-40B4-BE49-F238E27FC236}">
                <a16:creationId xmlns:a16="http://schemas.microsoft.com/office/drawing/2014/main" id="{1E1B7266-E479-E698-233B-A731A782A971}"/>
              </a:ext>
            </a:extLst>
          </p:cNvPr>
          <p:cNvSpPr/>
          <p:nvPr/>
        </p:nvSpPr>
        <p:spPr>
          <a:xfrm>
            <a:off x="10977979" y="375976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42" name="직선 연결선 3441">
            <a:extLst>
              <a:ext uri="{FF2B5EF4-FFF2-40B4-BE49-F238E27FC236}">
                <a16:creationId xmlns:a16="http://schemas.microsoft.com/office/drawing/2014/main" id="{18EFFC98-4E73-6DE9-D902-DD5C9286FADE}"/>
              </a:ext>
            </a:extLst>
          </p:cNvPr>
          <p:cNvCxnSpPr/>
          <p:nvPr/>
        </p:nvCxnSpPr>
        <p:spPr>
          <a:xfrm>
            <a:off x="11146392" y="381159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3" name="직선 연결선 3442">
            <a:extLst>
              <a:ext uri="{FF2B5EF4-FFF2-40B4-BE49-F238E27FC236}">
                <a16:creationId xmlns:a16="http://schemas.microsoft.com/office/drawing/2014/main" id="{4157F1CD-0A2F-F4C6-57AB-81FFA7E7D120}"/>
              </a:ext>
            </a:extLst>
          </p:cNvPr>
          <p:cNvCxnSpPr/>
          <p:nvPr/>
        </p:nvCxnSpPr>
        <p:spPr>
          <a:xfrm>
            <a:off x="11104373" y="373888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4" name="모서리가 둥근 직사각형 3443">
            <a:extLst>
              <a:ext uri="{FF2B5EF4-FFF2-40B4-BE49-F238E27FC236}">
                <a16:creationId xmlns:a16="http://schemas.microsoft.com/office/drawing/2014/main" id="{4527B6A6-24E2-31D3-0F2D-D61E3CF4185F}"/>
              </a:ext>
            </a:extLst>
          </p:cNvPr>
          <p:cNvSpPr/>
          <p:nvPr/>
        </p:nvSpPr>
        <p:spPr>
          <a:xfrm>
            <a:off x="11108684" y="3856572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45" name="모서리가 둥근 직사각형 3444">
            <a:extLst>
              <a:ext uri="{FF2B5EF4-FFF2-40B4-BE49-F238E27FC236}">
                <a16:creationId xmlns:a16="http://schemas.microsoft.com/office/drawing/2014/main" id="{180A1E03-910E-0F06-CAA2-C96C1D3F735B}"/>
              </a:ext>
            </a:extLst>
          </p:cNvPr>
          <p:cNvSpPr/>
          <p:nvPr/>
        </p:nvSpPr>
        <p:spPr>
          <a:xfrm>
            <a:off x="11108684" y="378283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46" name="모서리가 둥근 직사각형 3445">
            <a:extLst>
              <a:ext uri="{FF2B5EF4-FFF2-40B4-BE49-F238E27FC236}">
                <a16:creationId xmlns:a16="http://schemas.microsoft.com/office/drawing/2014/main" id="{19C561AB-FC68-523A-791E-7536FEC13382}"/>
              </a:ext>
            </a:extLst>
          </p:cNvPr>
          <p:cNvSpPr/>
          <p:nvPr/>
        </p:nvSpPr>
        <p:spPr>
          <a:xfrm>
            <a:off x="11066664" y="370909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47" name="직선 연결선 3446">
            <a:extLst>
              <a:ext uri="{FF2B5EF4-FFF2-40B4-BE49-F238E27FC236}">
                <a16:creationId xmlns:a16="http://schemas.microsoft.com/office/drawing/2014/main" id="{04BD3980-9278-E51E-9C58-41358D109786}"/>
              </a:ext>
            </a:extLst>
          </p:cNvPr>
          <p:cNvCxnSpPr/>
          <p:nvPr/>
        </p:nvCxnSpPr>
        <p:spPr>
          <a:xfrm>
            <a:off x="10442278" y="339607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8" name="모서리가 둥근 직사각형 3447">
            <a:extLst>
              <a:ext uri="{FF2B5EF4-FFF2-40B4-BE49-F238E27FC236}">
                <a16:creationId xmlns:a16="http://schemas.microsoft.com/office/drawing/2014/main" id="{82531EA5-CD1F-2A03-58BE-69BD58595342}"/>
              </a:ext>
            </a:extLst>
          </p:cNvPr>
          <p:cNvSpPr/>
          <p:nvPr/>
        </p:nvSpPr>
        <p:spPr>
          <a:xfrm>
            <a:off x="10409814" y="337039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449" name="직선 연결선 3448">
            <a:extLst>
              <a:ext uri="{FF2B5EF4-FFF2-40B4-BE49-F238E27FC236}">
                <a16:creationId xmlns:a16="http://schemas.microsoft.com/office/drawing/2014/main" id="{9A1E075E-B2D8-F7A9-6C56-5230A92EE77E}"/>
              </a:ext>
            </a:extLst>
          </p:cNvPr>
          <p:cNvCxnSpPr/>
          <p:nvPr/>
        </p:nvCxnSpPr>
        <p:spPr>
          <a:xfrm flipH="1">
            <a:off x="10541644" y="346276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0" name="직선 연결선 3449">
            <a:extLst>
              <a:ext uri="{FF2B5EF4-FFF2-40B4-BE49-F238E27FC236}">
                <a16:creationId xmlns:a16="http://schemas.microsoft.com/office/drawing/2014/main" id="{AC0BF305-8A33-ADAA-6F5B-37B77CB72A09}"/>
              </a:ext>
            </a:extLst>
          </p:cNvPr>
          <p:cNvCxnSpPr/>
          <p:nvPr/>
        </p:nvCxnSpPr>
        <p:spPr>
          <a:xfrm>
            <a:off x="10583663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1" name="직선 연결선 3450">
            <a:extLst>
              <a:ext uri="{FF2B5EF4-FFF2-40B4-BE49-F238E27FC236}">
                <a16:creationId xmlns:a16="http://schemas.microsoft.com/office/drawing/2014/main" id="{F9BBEE55-6034-2EB3-F53C-E0BA04952714}"/>
              </a:ext>
            </a:extLst>
          </p:cNvPr>
          <p:cNvCxnSpPr/>
          <p:nvPr/>
        </p:nvCxnSpPr>
        <p:spPr>
          <a:xfrm>
            <a:off x="10493801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2" name="직선 연결선 3451">
            <a:extLst>
              <a:ext uri="{FF2B5EF4-FFF2-40B4-BE49-F238E27FC236}">
                <a16:creationId xmlns:a16="http://schemas.microsoft.com/office/drawing/2014/main" id="{64268207-971F-9BF2-A9D3-FE7ACE68A219}"/>
              </a:ext>
            </a:extLst>
          </p:cNvPr>
          <p:cNvCxnSpPr/>
          <p:nvPr/>
        </p:nvCxnSpPr>
        <p:spPr>
          <a:xfrm>
            <a:off x="10541644" y="351403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3" name="직선 연결선 3452">
            <a:extLst>
              <a:ext uri="{FF2B5EF4-FFF2-40B4-BE49-F238E27FC236}">
                <a16:creationId xmlns:a16="http://schemas.microsoft.com/office/drawing/2014/main" id="{EB9EFE50-3081-0A3B-FA2E-5D197FEC8FC7}"/>
              </a:ext>
            </a:extLst>
          </p:cNvPr>
          <p:cNvCxnSpPr/>
          <p:nvPr/>
        </p:nvCxnSpPr>
        <p:spPr>
          <a:xfrm flipH="1">
            <a:off x="10491600" y="351066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4" name="모서리가 둥근 직사각형 3453">
            <a:extLst>
              <a:ext uri="{FF2B5EF4-FFF2-40B4-BE49-F238E27FC236}">
                <a16:creationId xmlns:a16="http://schemas.microsoft.com/office/drawing/2014/main" id="{1C09D1B9-87B4-6691-8B10-400EF11074F1}"/>
              </a:ext>
            </a:extLst>
          </p:cNvPr>
          <p:cNvSpPr/>
          <p:nvPr/>
        </p:nvSpPr>
        <p:spPr>
          <a:xfrm>
            <a:off x="10456476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55" name="모서리가 둥근 직사각형 3454">
            <a:extLst>
              <a:ext uri="{FF2B5EF4-FFF2-40B4-BE49-F238E27FC236}">
                <a16:creationId xmlns:a16="http://schemas.microsoft.com/office/drawing/2014/main" id="{01FD36B3-43DB-F38B-E691-D9EBD20E6C98}"/>
              </a:ext>
            </a:extLst>
          </p:cNvPr>
          <p:cNvSpPr/>
          <p:nvPr/>
        </p:nvSpPr>
        <p:spPr>
          <a:xfrm>
            <a:off x="10456476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56" name="모서리가 둥근 직사각형 3455">
            <a:extLst>
              <a:ext uri="{FF2B5EF4-FFF2-40B4-BE49-F238E27FC236}">
                <a16:creationId xmlns:a16="http://schemas.microsoft.com/office/drawing/2014/main" id="{57A9411B-C819-1DCA-D1A6-D9B8FF1F1BFE}"/>
              </a:ext>
            </a:extLst>
          </p:cNvPr>
          <p:cNvSpPr/>
          <p:nvPr/>
        </p:nvSpPr>
        <p:spPr>
          <a:xfrm>
            <a:off x="10545955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57" name="모서리가 둥근 직사각형 3456">
            <a:extLst>
              <a:ext uri="{FF2B5EF4-FFF2-40B4-BE49-F238E27FC236}">
                <a16:creationId xmlns:a16="http://schemas.microsoft.com/office/drawing/2014/main" id="{9EE381A3-F7DA-273E-24CE-63C977CFE4CB}"/>
              </a:ext>
            </a:extLst>
          </p:cNvPr>
          <p:cNvSpPr/>
          <p:nvPr/>
        </p:nvSpPr>
        <p:spPr>
          <a:xfrm>
            <a:off x="10545955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58" name="모서리가 둥근 직사각형 3457">
            <a:extLst>
              <a:ext uri="{FF2B5EF4-FFF2-40B4-BE49-F238E27FC236}">
                <a16:creationId xmlns:a16="http://schemas.microsoft.com/office/drawing/2014/main" id="{F099E557-C213-2035-D3C3-73406601345D}"/>
              </a:ext>
            </a:extLst>
          </p:cNvPr>
          <p:cNvSpPr/>
          <p:nvPr/>
        </p:nvSpPr>
        <p:spPr>
          <a:xfrm>
            <a:off x="10503935" y="348425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59" name="직선 연결선 3458">
            <a:extLst>
              <a:ext uri="{FF2B5EF4-FFF2-40B4-BE49-F238E27FC236}">
                <a16:creationId xmlns:a16="http://schemas.microsoft.com/office/drawing/2014/main" id="{5759B6BF-4283-FF52-4F1D-DA986FB38ECB}"/>
              </a:ext>
            </a:extLst>
          </p:cNvPr>
          <p:cNvCxnSpPr/>
          <p:nvPr/>
        </p:nvCxnSpPr>
        <p:spPr>
          <a:xfrm>
            <a:off x="10672348" y="353608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0" name="직선 연결선 3459">
            <a:extLst>
              <a:ext uri="{FF2B5EF4-FFF2-40B4-BE49-F238E27FC236}">
                <a16:creationId xmlns:a16="http://schemas.microsoft.com/office/drawing/2014/main" id="{49594BFF-1376-078B-CCA5-14E5237E2369}"/>
              </a:ext>
            </a:extLst>
          </p:cNvPr>
          <p:cNvCxnSpPr/>
          <p:nvPr/>
        </p:nvCxnSpPr>
        <p:spPr>
          <a:xfrm>
            <a:off x="10630329" y="346337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1" name="모서리가 둥근 직사각형 3460">
            <a:extLst>
              <a:ext uri="{FF2B5EF4-FFF2-40B4-BE49-F238E27FC236}">
                <a16:creationId xmlns:a16="http://schemas.microsoft.com/office/drawing/2014/main" id="{7F32A583-10D2-6C0E-04FC-3D63F85BC169}"/>
              </a:ext>
            </a:extLst>
          </p:cNvPr>
          <p:cNvSpPr/>
          <p:nvPr/>
        </p:nvSpPr>
        <p:spPr>
          <a:xfrm>
            <a:off x="10634640" y="358106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62" name="모서리가 둥근 직사각형 3461">
            <a:extLst>
              <a:ext uri="{FF2B5EF4-FFF2-40B4-BE49-F238E27FC236}">
                <a16:creationId xmlns:a16="http://schemas.microsoft.com/office/drawing/2014/main" id="{B98578DB-421C-A93E-2CA6-26052BF09302}"/>
              </a:ext>
            </a:extLst>
          </p:cNvPr>
          <p:cNvSpPr/>
          <p:nvPr/>
        </p:nvSpPr>
        <p:spPr>
          <a:xfrm>
            <a:off x="10634640" y="35073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63" name="모서리가 둥근 직사각형 3462">
            <a:extLst>
              <a:ext uri="{FF2B5EF4-FFF2-40B4-BE49-F238E27FC236}">
                <a16:creationId xmlns:a16="http://schemas.microsoft.com/office/drawing/2014/main" id="{9A18A49E-0041-80B3-7820-C53390FD00BD}"/>
              </a:ext>
            </a:extLst>
          </p:cNvPr>
          <p:cNvSpPr/>
          <p:nvPr/>
        </p:nvSpPr>
        <p:spPr>
          <a:xfrm>
            <a:off x="10592621" y="343358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64" name="직선 연결선 3463">
            <a:extLst>
              <a:ext uri="{FF2B5EF4-FFF2-40B4-BE49-F238E27FC236}">
                <a16:creationId xmlns:a16="http://schemas.microsoft.com/office/drawing/2014/main" id="{F302E291-0F52-3929-FE2F-83ED7C3A7415}"/>
              </a:ext>
            </a:extLst>
          </p:cNvPr>
          <p:cNvCxnSpPr/>
          <p:nvPr/>
        </p:nvCxnSpPr>
        <p:spPr>
          <a:xfrm>
            <a:off x="11025984" y="3396070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5" name="모서리가 둥근 직사각형 3464">
            <a:extLst>
              <a:ext uri="{FF2B5EF4-FFF2-40B4-BE49-F238E27FC236}">
                <a16:creationId xmlns:a16="http://schemas.microsoft.com/office/drawing/2014/main" id="{81F7072A-7DA7-2A82-ECB8-7D44F96B8F76}"/>
              </a:ext>
            </a:extLst>
          </p:cNvPr>
          <p:cNvSpPr/>
          <p:nvPr/>
        </p:nvSpPr>
        <p:spPr>
          <a:xfrm>
            <a:off x="10993519" y="3370392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466" name="직선 연결선 3465">
            <a:extLst>
              <a:ext uri="{FF2B5EF4-FFF2-40B4-BE49-F238E27FC236}">
                <a16:creationId xmlns:a16="http://schemas.microsoft.com/office/drawing/2014/main" id="{D3C43E81-AE78-6126-8057-83613AF7DF34}"/>
              </a:ext>
            </a:extLst>
          </p:cNvPr>
          <p:cNvCxnSpPr/>
          <p:nvPr/>
        </p:nvCxnSpPr>
        <p:spPr>
          <a:xfrm flipH="1">
            <a:off x="11125349" y="3462769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7" name="직선 연결선 3466">
            <a:extLst>
              <a:ext uri="{FF2B5EF4-FFF2-40B4-BE49-F238E27FC236}">
                <a16:creationId xmlns:a16="http://schemas.microsoft.com/office/drawing/2014/main" id="{D8AC4C1C-3E43-73C1-1592-E7DFD6C935A8}"/>
              </a:ext>
            </a:extLst>
          </p:cNvPr>
          <p:cNvCxnSpPr/>
          <p:nvPr/>
        </p:nvCxnSpPr>
        <p:spPr>
          <a:xfrm>
            <a:off x="11167368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8" name="직선 연결선 3467">
            <a:extLst>
              <a:ext uri="{FF2B5EF4-FFF2-40B4-BE49-F238E27FC236}">
                <a16:creationId xmlns:a16="http://schemas.microsoft.com/office/drawing/2014/main" id="{AF5BBFFA-B5F0-A6AB-761A-966CE8FB2E13}"/>
              </a:ext>
            </a:extLst>
          </p:cNvPr>
          <p:cNvCxnSpPr/>
          <p:nvPr/>
        </p:nvCxnSpPr>
        <p:spPr>
          <a:xfrm>
            <a:off x="11077506" y="3586750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9" name="직선 연결선 3468">
            <a:extLst>
              <a:ext uri="{FF2B5EF4-FFF2-40B4-BE49-F238E27FC236}">
                <a16:creationId xmlns:a16="http://schemas.microsoft.com/office/drawing/2014/main" id="{ED33B30B-59B1-D019-03C2-119DDAF25AE9}"/>
              </a:ext>
            </a:extLst>
          </p:cNvPr>
          <p:cNvCxnSpPr/>
          <p:nvPr/>
        </p:nvCxnSpPr>
        <p:spPr>
          <a:xfrm>
            <a:off x="11125349" y="351403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0" name="직선 연결선 3469">
            <a:extLst>
              <a:ext uri="{FF2B5EF4-FFF2-40B4-BE49-F238E27FC236}">
                <a16:creationId xmlns:a16="http://schemas.microsoft.com/office/drawing/2014/main" id="{DE82D711-8C25-83B1-013F-9349B27A1732}"/>
              </a:ext>
            </a:extLst>
          </p:cNvPr>
          <p:cNvCxnSpPr/>
          <p:nvPr/>
        </p:nvCxnSpPr>
        <p:spPr>
          <a:xfrm flipH="1">
            <a:off x="11075305" y="3510663"/>
            <a:ext cx="48129" cy="7608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1" name="모서리가 둥근 직사각형 3470">
            <a:extLst>
              <a:ext uri="{FF2B5EF4-FFF2-40B4-BE49-F238E27FC236}">
                <a16:creationId xmlns:a16="http://schemas.microsoft.com/office/drawing/2014/main" id="{F430695B-9297-8699-C11D-150A95280340}"/>
              </a:ext>
            </a:extLst>
          </p:cNvPr>
          <p:cNvSpPr/>
          <p:nvPr/>
        </p:nvSpPr>
        <p:spPr>
          <a:xfrm>
            <a:off x="11040181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72" name="모서리가 둥근 직사각형 3471">
            <a:extLst>
              <a:ext uri="{FF2B5EF4-FFF2-40B4-BE49-F238E27FC236}">
                <a16:creationId xmlns:a16="http://schemas.microsoft.com/office/drawing/2014/main" id="{83A2E6DF-00D2-7F66-D6B5-8593A4CE54DF}"/>
              </a:ext>
            </a:extLst>
          </p:cNvPr>
          <p:cNvSpPr/>
          <p:nvPr/>
        </p:nvSpPr>
        <p:spPr>
          <a:xfrm>
            <a:off x="11040181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73" name="모서리가 둥근 직사각형 3472">
            <a:extLst>
              <a:ext uri="{FF2B5EF4-FFF2-40B4-BE49-F238E27FC236}">
                <a16:creationId xmlns:a16="http://schemas.microsoft.com/office/drawing/2014/main" id="{BF217B07-EF73-DDA6-0934-C65A8519CDE4}"/>
              </a:ext>
            </a:extLst>
          </p:cNvPr>
          <p:cNvSpPr/>
          <p:nvPr/>
        </p:nvSpPr>
        <p:spPr>
          <a:xfrm>
            <a:off x="11129659" y="363172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74" name="모서리가 둥근 직사각형 3473">
            <a:extLst>
              <a:ext uri="{FF2B5EF4-FFF2-40B4-BE49-F238E27FC236}">
                <a16:creationId xmlns:a16="http://schemas.microsoft.com/office/drawing/2014/main" id="{19BC8E03-D64A-0CAA-5DB1-84CF5E0939A5}"/>
              </a:ext>
            </a:extLst>
          </p:cNvPr>
          <p:cNvSpPr/>
          <p:nvPr/>
        </p:nvSpPr>
        <p:spPr>
          <a:xfrm>
            <a:off x="11129659" y="355798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75" name="모서리가 둥근 직사각형 3474">
            <a:extLst>
              <a:ext uri="{FF2B5EF4-FFF2-40B4-BE49-F238E27FC236}">
                <a16:creationId xmlns:a16="http://schemas.microsoft.com/office/drawing/2014/main" id="{EA1E4A12-609C-CEC7-E89E-F77E6B54C4D1}"/>
              </a:ext>
            </a:extLst>
          </p:cNvPr>
          <p:cNvSpPr/>
          <p:nvPr/>
        </p:nvSpPr>
        <p:spPr>
          <a:xfrm>
            <a:off x="11087640" y="348425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76" name="직선 연결선 3475">
            <a:extLst>
              <a:ext uri="{FF2B5EF4-FFF2-40B4-BE49-F238E27FC236}">
                <a16:creationId xmlns:a16="http://schemas.microsoft.com/office/drawing/2014/main" id="{0590B15E-E6AB-CF37-A6FA-284621A5E6E8}"/>
              </a:ext>
            </a:extLst>
          </p:cNvPr>
          <p:cNvCxnSpPr/>
          <p:nvPr/>
        </p:nvCxnSpPr>
        <p:spPr>
          <a:xfrm>
            <a:off x="11256053" y="3536086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7" name="직선 연결선 3476">
            <a:extLst>
              <a:ext uri="{FF2B5EF4-FFF2-40B4-BE49-F238E27FC236}">
                <a16:creationId xmlns:a16="http://schemas.microsoft.com/office/drawing/2014/main" id="{8EDF18E0-A5C9-E56C-6787-17719D7AE7CE}"/>
              </a:ext>
            </a:extLst>
          </p:cNvPr>
          <p:cNvCxnSpPr/>
          <p:nvPr/>
        </p:nvCxnSpPr>
        <p:spPr>
          <a:xfrm>
            <a:off x="11214034" y="3463372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8" name="모서리가 둥근 직사각형 3477">
            <a:extLst>
              <a:ext uri="{FF2B5EF4-FFF2-40B4-BE49-F238E27FC236}">
                <a16:creationId xmlns:a16="http://schemas.microsoft.com/office/drawing/2014/main" id="{8629A529-6882-5B28-C4E3-F9CC8C947015}"/>
              </a:ext>
            </a:extLst>
          </p:cNvPr>
          <p:cNvSpPr/>
          <p:nvPr/>
        </p:nvSpPr>
        <p:spPr>
          <a:xfrm>
            <a:off x="11218345" y="358106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79" name="모서리가 둥근 직사각형 3478">
            <a:extLst>
              <a:ext uri="{FF2B5EF4-FFF2-40B4-BE49-F238E27FC236}">
                <a16:creationId xmlns:a16="http://schemas.microsoft.com/office/drawing/2014/main" id="{33771D58-284F-1925-977A-5845456CBE31}"/>
              </a:ext>
            </a:extLst>
          </p:cNvPr>
          <p:cNvSpPr/>
          <p:nvPr/>
        </p:nvSpPr>
        <p:spPr>
          <a:xfrm>
            <a:off x="11218345" y="35073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80" name="모서리가 둥근 직사각형 3479">
            <a:extLst>
              <a:ext uri="{FF2B5EF4-FFF2-40B4-BE49-F238E27FC236}">
                <a16:creationId xmlns:a16="http://schemas.microsoft.com/office/drawing/2014/main" id="{D98297B7-8C94-C88F-9324-E5C271932AB4}"/>
              </a:ext>
            </a:extLst>
          </p:cNvPr>
          <p:cNvSpPr/>
          <p:nvPr/>
        </p:nvSpPr>
        <p:spPr>
          <a:xfrm>
            <a:off x="11176326" y="3433587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3481" name="모서리가 둥근 직사각형 3480">
            <a:extLst>
              <a:ext uri="{FF2B5EF4-FFF2-40B4-BE49-F238E27FC236}">
                <a16:creationId xmlns:a16="http://schemas.microsoft.com/office/drawing/2014/main" id="{AB0F77D5-0420-8FC6-B73A-B55D83FC044E}"/>
              </a:ext>
            </a:extLst>
          </p:cNvPr>
          <p:cNvSpPr/>
          <p:nvPr/>
        </p:nvSpPr>
        <p:spPr>
          <a:xfrm>
            <a:off x="10253698" y="2489559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cxnSp>
        <p:nvCxnSpPr>
          <p:cNvPr id="3482" name="직선 연결선 3481">
            <a:extLst>
              <a:ext uri="{FF2B5EF4-FFF2-40B4-BE49-F238E27FC236}">
                <a16:creationId xmlns:a16="http://schemas.microsoft.com/office/drawing/2014/main" id="{7D876635-E3D3-259F-CE5B-66D415343C8E}"/>
              </a:ext>
            </a:extLst>
          </p:cNvPr>
          <p:cNvCxnSpPr/>
          <p:nvPr/>
        </p:nvCxnSpPr>
        <p:spPr>
          <a:xfrm>
            <a:off x="9278710" y="1056343"/>
            <a:ext cx="1706450" cy="2504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3" name="모서리가 둥근 직사각형 3482">
            <a:extLst>
              <a:ext uri="{FF2B5EF4-FFF2-40B4-BE49-F238E27FC236}">
                <a16:creationId xmlns:a16="http://schemas.microsoft.com/office/drawing/2014/main" id="{F6672E98-425E-4D69-862A-46ECFCF11A83}"/>
              </a:ext>
            </a:extLst>
          </p:cNvPr>
          <p:cNvSpPr/>
          <p:nvPr/>
        </p:nvSpPr>
        <p:spPr>
          <a:xfrm>
            <a:off x="8990728" y="792746"/>
            <a:ext cx="572759" cy="477642"/>
          </a:xfrm>
          <a:prstGeom prst="roundRect">
            <a:avLst>
              <a:gd name="adj" fmla="val 50000"/>
            </a:avLst>
          </a:prstGeom>
          <a:solidFill>
            <a:srgbClr val="FF7C8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3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단장</a:t>
            </a:r>
          </a:p>
        </p:txBody>
      </p:sp>
      <p:cxnSp>
        <p:nvCxnSpPr>
          <p:cNvPr id="3484" name="직선 연결선 3483">
            <a:extLst>
              <a:ext uri="{FF2B5EF4-FFF2-40B4-BE49-F238E27FC236}">
                <a16:creationId xmlns:a16="http://schemas.microsoft.com/office/drawing/2014/main" id="{393AE96C-C42D-E40C-CC28-46D6CFC67257}"/>
              </a:ext>
            </a:extLst>
          </p:cNvPr>
          <p:cNvCxnSpPr/>
          <p:nvPr/>
        </p:nvCxnSpPr>
        <p:spPr>
          <a:xfrm flipH="1">
            <a:off x="11282090" y="1393829"/>
            <a:ext cx="358081" cy="5878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5" name="직선 연결선 3484">
            <a:extLst>
              <a:ext uri="{FF2B5EF4-FFF2-40B4-BE49-F238E27FC236}">
                <a16:creationId xmlns:a16="http://schemas.microsoft.com/office/drawing/2014/main" id="{C7F10684-71A9-A01D-9EEE-BF315585A16B}"/>
              </a:ext>
            </a:extLst>
          </p:cNvPr>
          <p:cNvCxnSpPr/>
          <p:nvPr/>
        </p:nvCxnSpPr>
        <p:spPr>
          <a:xfrm flipH="1" flipV="1">
            <a:off x="11007145" y="1325935"/>
            <a:ext cx="644948" cy="59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6" name="직선 연결선 3485">
            <a:extLst>
              <a:ext uri="{FF2B5EF4-FFF2-40B4-BE49-F238E27FC236}">
                <a16:creationId xmlns:a16="http://schemas.microsoft.com/office/drawing/2014/main" id="{5737988D-5E2C-057F-586F-FA0A27485D90}"/>
              </a:ext>
            </a:extLst>
          </p:cNvPr>
          <p:cNvCxnSpPr/>
          <p:nvPr/>
        </p:nvCxnSpPr>
        <p:spPr>
          <a:xfrm flipH="1">
            <a:off x="11724957" y="1425467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7" name="직선 연결선 3486">
            <a:extLst>
              <a:ext uri="{FF2B5EF4-FFF2-40B4-BE49-F238E27FC236}">
                <a16:creationId xmlns:a16="http://schemas.microsoft.com/office/drawing/2014/main" id="{96469AE5-3A3D-8436-DE64-A4C60B4CA417}"/>
              </a:ext>
            </a:extLst>
          </p:cNvPr>
          <p:cNvCxnSpPr/>
          <p:nvPr/>
        </p:nvCxnSpPr>
        <p:spPr>
          <a:xfrm>
            <a:off x="11656403" y="1380490"/>
            <a:ext cx="178215" cy="429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8" name="모서리가 둥근 직사각형 3487">
            <a:extLst>
              <a:ext uri="{FF2B5EF4-FFF2-40B4-BE49-F238E27FC236}">
                <a16:creationId xmlns:a16="http://schemas.microsoft.com/office/drawing/2014/main" id="{36FFE816-E448-274B-E2A7-2665809AF3C4}"/>
              </a:ext>
            </a:extLst>
          </p:cNvPr>
          <p:cNvSpPr/>
          <p:nvPr/>
        </p:nvSpPr>
        <p:spPr>
          <a:xfrm>
            <a:off x="11600203" y="1348861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489" name="직선 연결선 3488">
            <a:extLst>
              <a:ext uri="{FF2B5EF4-FFF2-40B4-BE49-F238E27FC236}">
                <a16:creationId xmlns:a16="http://schemas.microsoft.com/office/drawing/2014/main" id="{D74FD02B-FC8F-BA7A-4D74-240E2CCECD95}"/>
              </a:ext>
            </a:extLst>
          </p:cNvPr>
          <p:cNvCxnSpPr/>
          <p:nvPr/>
        </p:nvCxnSpPr>
        <p:spPr>
          <a:xfrm flipH="1">
            <a:off x="11525699" y="1699373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0" name="직선 연결선 3489">
            <a:extLst>
              <a:ext uri="{FF2B5EF4-FFF2-40B4-BE49-F238E27FC236}">
                <a16:creationId xmlns:a16="http://schemas.microsoft.com/office/drawing/2014/main" id="{452B6EB2-1849-DE1D-FD6D-1806E4005274}"/>
              </a:ext>
            </a:extLst>
          </p:cNvPr>
          <p:cNvCxnSpPr/>
          <p:nvPr/>
        </p:nvCxnSpPr>
        <p:spPr>
          <a:xfrm>
            <a:off x="11567718" y="189083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1" name="직선 연결선 3490">
            <a:extLst>
              <a:ext uri="{FF2B5EF4-FFF2-40B4-BE49-F238E27FC236}">
                <a16:creationId xmlns:a16="http://schemas.microsoft.com/office/drawing/2014/main" id="{38339B97-8272-0E77-AC1B-E89819D0CB03}"/>
              </a:ext>
            </a:extLst>
          </p:cNvPr>
          <p:cNvCxnSpPr/>
          <p:nvPr/>
        </p:nvCxnSpPr>
        <p:spPr>
          <a:xfrm>
            <a:off x="11477857" y="189083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2" name="직선 연결선 3491">
            <a:extLst>
              <a:ext uri="{FF2B5EF4-FFF2-40B4-BE49-F238E27FC236}">
                <a16:creationId xmlns:a16="http://schemas.microsoft.com/office/drawing/2014/main" id="{037A3D8F-911B-B32C-B0CF-A807399310E5}"/>
              </a:ext>
            </a:extLst>
          </p:cNvPr>
          <p:cNvCxnSpPr/>
          <p:nvPr/>
        </p:nvCxnSpPr>
        <p:spPr>
          <a:xfrm>
            <a:off x="11525699" y="181812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3" name="직선 연결선 3492">
            <a:extLst>
              <a:ext uri="{FF2B5EF4-FFF2-40B4-BE49-F238E27FC236}">
                <a16:creationId xmlns:a16="http://schemas.microsoft.com/office/drawing/2014/main" id="{2BF45B6D-C9E7-E6EB-790A-E7C0AB7C5A43}"/>
              </a:ext>
            </a:extLst>
          </p:cNvPr>
          <p:cNvCxnSpPr/>
          <p:nvPr/>
        </p:nvCxnSpPr>
        <p:spPr>
          <a:xfrm flipH="1">
            <a:off x="11475655" y="1814748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4" name="모서리가 둥근 직사각형 3493">
            <a:extLst>
              <a:ext uri="{FF2B5EF4-FFF2-40B4-BE49-F238E27FC236}">
                <a16:creationId xmlns:a16="http://schemas.microsoft.com/office/drawing/2014/main" id="{E31E1FB3-26C5-C61E-345A-A7E001D4AF9E}"/>
              </a:ext>
            </a:extLst>
          </p:cNvPr>
          <p:cNvSpPr/>
          <p:nvPr/>
        </p:nvSpPr>
        <p:spPr>
          <a:xfrm>
            <a:off x="11440531" y="193581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95" name="모서리가 둥근 직사각형 3494">
            <a:extLst>
              <a:ext uri="{FF2B5EF4-FFF2-40B4-BE49-F238E27FC236}">
                <a16:creationId xmlns:a16="http://schemas.microsoft.com/office/drawing/2014/main" id="{C081E937-1358-3B73-6D68-71272E70A521}"/>
              </a:ext>
            </a:extLst>
          </p:cNvPr>
          <p:cNvSpPr/>
          <p:nvPr/>
        </p:nvSpPr>
        <p:spPr>
          <a:xfrm>
            <a:off x="11440531" y="18620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96" name="모서리가 둥근 직사각형 3495">
            <a:extLst>
              <a:ext uri="{FF2B5EF4-FFF2-40B4-BE49-F238E27FC236}">
                <a16:creationId xmlns:a16="http://schemas.microsoft.com/office/drawing/2014/main" id="{37D41B3A-E385-1428-C197-2485F16535E1}"/>
              </a:ext>
            </a:extLst>
          </p:cNvPr>
          <p:cNvSpPr/>
          <p:nvPr/>
        </p:nvSpPr>
        <p:spPr>
          <a:xfrm>
            <a:off x="11530010" y="193581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97" name="모서리가 둥근 직사각형 3496">
            <a:extLst>
              <a:ext uri="{FF2B5EF4-FFF2-40B4-BE49-F238E27FC236}">
                <a16:creationId xmlns:a16="http://schemas.microsoft.com/office/drawing/2014/main" id="{FCE2B8E2-341D-2CA5-49BB-48750285F6C0}"/>
              </a:ext>
            </a:extLst>
          </p:cNvPr>
          <p:cNvSpPr/>
          <p:nvPr/>
        </p:nvSpPr>
        <p:spPr>
          <a:xfrm>
            <a:off x="11530010" y="18620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498" name="모서리가 둥근 직사각형 3497">
            <a:extLst>
              <a:ext uri="{FF2B5EF4-FFF2-40B4-BE49-F238E27FC236}">
                <a16:creationId xmlns:a16="http://schemas.microsoft.com/office/drawing/2014/main" id="{A826A495-3B22-984C-4021-6CC62F314DB9}"/>
              </a:ext>
            </a:extLst>
          </p:cNvPr>
          <p:cNvSpPr/>
          <p:nvPr/>
        </p:nvSpPr>
        <p:spPr>
          <a:xfrm>
            <a:off x="11487990" y="178833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499" name="직선 연결선 3498">
            <a:extLst>
              <a:ext uri="{FF2B5EF4-FFF2-40B4-BE49-F238E27FC236}">
                <a16:creationId xmlns:a16="http://schemas.microsoft.com/office/drawing/2014/main" id="{25160C39-557F-3B66-F188-6F825212D71D}"/>
              </a:ext>
            </a:extLst>
          </p:cNvPr>
          <p:cNvCxnSpPr/>
          <p:nvPr/>
        </p:nvCxnSpPr>
        <p:spPr>
          <a:xfrm>
            <a:off x="11720848" y="1700155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0" name="모서리가 둥근 직사각형 3499">
            <a:extLst>
              <a:ext uri="{FF2B5EF4-FFF2-40B4-BE49-F238E27FC236}">
                <a16:creationId xmlns:a16="http://schemas.microsoft.com/office/drawing/2014/main" id="{33A67F39-63F0-98FC-7966-02A7B4279147}"/>
              </a:ext>
            </a:extLst>
          </p:cNvPr>
          <p:cNvSpPr/>
          <p:nvPr/>
        </p:nvSpPr>
        <p:spPr>
          <a:xfrm>
            <a:off x="11688385" y="1674478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501" name="직선 연결선 3500">
            <a:extLst>
              <a:ext uri="{FF2B5EF4-FFF2-40B4-BE49-F238E27FC236}">
                <a16:creationId xmlns:a16="http://schemas.microsoft.com/office/drawing/2014/main" id="{D7F4FD1D-FCC0-3F26-23AB-44F3709C41CB}"/>
              </a:ext>
            </a:extLst>
          </p:cNvPr>
          <p:cNvCxnSpPr/>
          <p:nvPr/>
        </p:nvCxnSpPr>
        <p:spPr>
          <a:xfrm>
            <a:off x="11656404" y="184017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2" name="직선 연결선 3501">
            <a:extLst>
              <a:ext uri="{FF2B5EF4-FFF2-40B4-BE49-F238E27FC236}">
                <a16:creationId xmlns:a16="http://schemas.microsoft.com/office/drawing/2014/main" id="{2EE4CF69-24DF-B78A-C0EB-8C3E539418BE}"/>
              </a:ext>
            </a:extLst>
          </p:cNvPr>
          <p:cNvCxnSpPr/>
          <p:nvPr/>
        </p:nvCxnSpPr>
        <p:spPr>
          <a:xfrm>
            <a:off x="11614385" y="176745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3" name="모서리가 둥근 직사각형 3502">
            <a:extLst>
              <a:ext uri="{FF2B5EF4-FFF2-40B4-BE49-F238E27FC236}">
                <a16:creationId xmlns:a16="http://schemas.microsoft.com/office/drawing/2014/main" id="{363B5EA5-E297-ECE3-C07E-5D2766337809}"/>
              </a:ext>
            </a:extLst>
          </p:cNvPr>
          <p:cNvSpPr/>
          <p:nvPr/>
        </p:nvSpPr>
        <p:spPr>
          <a:xfrm>
            <a:off x="11618696" y="18851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04" name="모서리가 둥근 직사각형 3503">
            <a:extLst>
              <a:ext uri="{FF2B5EF4-FFF2-40B4-BE49-F238E27FC236}">
                <a16:creationId xmlns:a16="http://schemas.microsoft.com/office/drawing/2014/main" id="{88C60F8C-EF1E-D1AE-61D2-952B94469572}"/>
              </a:ext>
            </a:extLst>
          </p:cNvPr>
          <p:cNvSpPr/>
          <p:nvPr/>
        </p:nvSpPr>
        <p:spPr>
          <a:xfrm>
            <a:off x="11618696" y="181140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05" name="모서리가 둥근 직사각형 3504">
            <a:extLst>
              <a:ext uri="{FF2B5EF4-FFF2-40B4-BE49-F238E27FC236}">
                <a16:creationId xmlns:a16="http://schemas.microsoft.com/office/drawing/2014/main" id="{0C222792-B174-4206-6265-CA64A17D800F}"/>
              </a:ext>
            </a:extLst>
          </p:cNvPr>
          <p:cNvSpPr/>
          <p:nvPr/>
        </p:nvSpPr>
        <p:spPr>
          <a:xfrm>
            <a:off x="11576676" y="173767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06" name="직선 연결선 3505">
            <a:extLst>
              <a:ext uri="{FF2B5EF4-FFF2-40B4-BE49-F238E27FC236}">
                <a16:creationId xmlns:a16="http://schemas.microsoft.com/office/drawing/2014/main" id="{77580678-5C96-6719-2AEF-FC39BC3923D5}"/>
              </a:ext>
            </a:extLst>
          </p:cNvPr>
          <p:cNvCxnSpPr/>
          <p:nvPr/>
        </p:nvCxnSpPr>
        <p:spPr>
          <a:xfrm flipH="1">
            <a:off x="11820214" y="1766854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7" name="직선 연결선 3506">
            <a:extLst>
              <a:ext uri="{FF2B5EF4-FFF2-40B4-BE49-F238E27FC236}">
                <a16:creationId xmlns:a16="http://schemas.microsoft.com/office/drawing/2014/main" id="{776C7F26-B652-5BF6-B2E6-DBEB9332352E}"/>
              </a:ext>
            </a:extLst>
          </p:cNvPr>
          <p:cNvCxnSpPr/>
          <p:nvPr/>
        </p:nvCxnSpPr>
        <p:spPr>
          <a:xfrm>
            <a:off x="11862233" y="189083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8" name="직선 연결선 3507">
            <a:extLst>
              <a:ext uri="{FF2B5EF4-FFF2-40B4-BE49-F238E27FC236}">
                <a16:creationId xmlns:a16="http://schemas.microsoft.com/office/drawing/2014/main" id="{1D51DCE6-11CD-D3ED-0CAF-E915D34C19A8}"/>
              </a:ext>
            </a:extLst>
          </p:cNvPr>
          <p:cNvCxnSpPr/>
          <p:nvPr/>
        </p:nvCxnSpPr>
        <p:spPr>
          <a:xfrm>
            <a:off x="11772371" y="189083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9" name="직선 연결선 3508">
            <a:extLst>
              <a:ext uri="{FF2B5EF4-FFF2-40B4-BE49-F238E27FC236}">
                <a16:creationId xmlns:a16="http://schemas.microsoft.com/office/drawing/2014/main" id="{88A0255F-1D25-64BB-ACF6-0FA690C7E044}"/>
              </a:ext>
            </a:extLst>
          </p:cNvPr>
          <p:cNvCxnSpPr/>
          <p:nvPr/>
        </p:nvCxnSpPr>
        <p:spPr>
          <a:xfrm>
            <a:off x="11820213" y="181812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0" name="직선 연결선 3509">
            <a:extLst>
              <a:ext uri="{FF2B5EF4-FFF2-40B4-BE49-F238E27FC236}">
                <a16:creationId xmlns:a16="http://schemas.microsoft.com/office/drawing/2014/main" id="{10B0BC3C-8E89-0D96-5332-7C9F365BE022}"/>
              </a:ext>
            </a:extLst>
          </p:cNvPr>
          <p:cNvCxnSpPr/>
          <p:nvPr/>
        </p:nvCxnSpPr>
        <p:spPr>
          <a:xfrm flipH="1">
            <a:off x="11770170" y="1814748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1" name="모서리가 둥근 직사각형 3510">
            <a:extLst>
              <a:ext uri="{FF2B5EF4-FFF2-40B4-BE49-F238E27FC236}">
                <a16:creationId xmlns:a16="http://schemas.microsoft.com/office/drawing/2014/main" id="{D9452AFB-F6AB-B144-E205-49975B102A00}"/>
              </a:ext>
            </a:extLst>
          </p:cNvPr>
          <p:cNvSpPr/>
          <p:nvPr/>
        </p:nvSpPr>
        <p:spPr>
          <a:xfrm>
            <a:off x="11735045" y="193581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2" name="모서리가 둥근 직사각형 3511">
            <a:extLst>
              <a:ext uri="{FF2B5EF4-FFF2-40B4-BE49-F238E27FC236}">
                <a16:creationId xmlns:a16="http://schemas.microsoft.com/office/drawing/2014/main" id="{707C1BE3-DC98-FDA0-33A9-4D2543EF99FF}"/>
              </a:ext>
            </a:extLst>
          </p:cNvPr>
          <p:cNvSpPr/>
          <p:nvPr/>
        </p:nvSpPr>
        <p:spPr>
          <a:xfrm>
            <a:off x="11735045" y="18620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3" name="모서리가 둥근 직사각형 3512">
            <a:extLst>
              <a:ext uri="{FF2B5EF4-FFF2-40B4-BE49-F238E27FC236}">
                <a16:creationId xmlns:a16="http://schemas.microsoft.com/office/drawing/2014/main" id="{6CD8E063-46A0-A278-F8E6-9521704875D7}"/>
              </a:ext>
            </a:extLst>
          </p:cNvPr>
          <p:cNvSpPr/>
          <p:nvPr/>
        </p:nvSpPr>
        <p:spPr>
          <a:xfrm>
            <a:off x="11824525" y="193581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4" name="모서리가 둥근 직사각형 3513">
            <a:extLst>
              <a:ext uri="{FF2B5EF4-FFF2-40B4-BE49-F238E27FC236}">
                <a16:creationId xmlns:a16="http://schemas.microsoft.com/office/drawing/2014/main" id="{67BDDB01-2BBC-6ECB-E3EE-59D0367EC5F2}"/>
              </a:ext>
            </a:extLst>
          </p:cNvPr>
          <p:cNvSpPr/>
          <p:nvPr/>
        </p:nvSpPr>
        <p:spPr>
          <a:xfrm>
            <a:off x="11824525" y="186207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5" name="모서리가 둥근 직사각형 3514">
            <a:extLst>
              <a:ext uri="{FF2B5EF4-FFF2-40B4-BE49-F238E27FC236}">
                <a16:creationId xmlns:a16="http://schemas.microsoft.com/office/drawing/2014/main" id="{4498B1E1-BA00-E567-5B64-CE99A1EF278A}"/>
              </a:ext>
            </a:extLst>
          </p:cNvPr>
          <p:cNvSpPr/>
          <p:nvPr/>
        </p:nvSpPr>
        <p:spPr>
          <a:xfrm>
            <a:off x="11782505" y="178833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16" name="직선 연결선 3515">
            <a:extLst>
              <a:ext uri="{FF2B5EF4-FFF2-40B4-BE49-F238E27FC236}">
                <a16:creationId xmlns:a16="http://schemas.microsoft.com/office/drawing/2014/main" id="{07FE3C6B-FD6B-CE2B-2C2F-F2A331BE5A1E}"/>
              </a:ext>
            </a:extLst>
          </p:cNvPr>
          <p:cNvCxnSpPr/>
          <p:nvPr/>
        </p:nvCxnSpPr>
        <p:spPr>
          <a:xfrm>
            <a:off x="11950919" y="184017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7" name="직선 연결선 3516">
            <a:extLst>
              <a:ext uri="{FF2B5EF4-FFF2-40B4-BE49-F238E27FC236}">
                <a16:creationId xmlns:a16="http://schemas.microsoft.com/office/drawing/2014/main" id="{EF2AF593-2184-A36E-00C2-47792B4FA7D6}"/>
              </a:ext>
            </a:extLst>
          </p:cNvPr>
          <p:cNvCxnSpPr/>
          <p:nvPr/>
        </p:nvCxnSpPr>
        <p:spPr>
          <a:xfrm>
            <a:off x="11908899" y="176745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8" name="모서리가 둥근 직사각형 3517">
            <a:extLst>
              <a:ext uri="{FF2B5EF4-FFF2-40B4-BE49-F238E27FC236}">
                <a16:creationId xmlns:a16="http://schemas.microsoft.com/office/drawing/2014/main" id="{E4B38F90-F9A0-4AA5-D5AD-3CFF280BF2D9}"/>
              </a:ext>
            </a:extLst>
          </p:cNvPr>
          <p:cNvSpPr/>
          <p:nvPr/>
        </p:nvSpPr>
        <p:spPr>
          <a:xfrm>
            <a:off x="11913210" y="188514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19" name="모서리가 둥근 직사각형 3518">
            <a:extLst>
              <a:ext uri="{FF2B5EF4-FFF2-40B4-BE49-F238E27FC236}">
                <a16:creationId xmlns:a16="http://schemas.microsoft.com/office/drawing/2014/main" id="{72B2C45A-6317-4FD3-D8C5-8EBF24AEC60B}"/>
              </a:ext>
            </a:extLst>
          </p:cNvPr>
          <p:cNvSpPr/>
          <p:nvPr/>
        </p:nvSpPr>
        <p:spPr>
          <a:xfrm>
            <a:off x="11913210" y="1811409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20" name="모서리가 둥근 직사각형 3519">
            <a:extLst>
              <a:ext uri="{FF2B5EF4-FFF2-40B4-BE49-F238E27FC236}">
                <a16:creationId xmlns:a16="http://schemas.microsoft.com/office/drawing/2014/main" id="{7769672A-0F35-28A0-B4F7-629A46F91790}"/>
              </a:ext>
            </a:extLst>
          </p:cNvPr>
          <p:cNvSpPr/>
          <p:nvPr/>
        </p:nvSpPr>
        <p:spPr>
          <a:xfrm>
            <a:off x="11871191" y="173767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21" name="직선 연결선 3520">
            <a:extLst>
              <a:ext uri="{FF2B5EF4-FFF2-40B4-BE49-F238E27FC236}">
                <a16:creationId xmlns:a16="http://schemas.microsoft.com/office/drawing/2014/main" id="{EDD3363D-C37D-DCEA-83A8-EB36DF22124D}"/>
              </a:ext>
            </a:extLst>
          </p:cNvPr>
          <p:cNvCxnSpPr/>
          <p:nvPr/>
        </p:nvCxnSpPr>
        <p:spPr>
          <a:xfrm>
            <a:off x="11830510" y="1424645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2" name="모서리가 둥근 직사각형 3521">
            <a:extLst>
              <a:ext uri="{FF2B5EF4-FFF2-40B4-BE49-F238E27FC236}">
                <a16:creationId xmlns:a16="http://schemas.microsoft.com/office/drawing/2014/main" id="{D68339E1-DAEE-9497-0677-977D206BDBF0}"/>
              </a:ext>
            </a:extLst>
          </p:cNvPr>
          <p:cNvSpPr/>
          <p:nvPr/>
        </p:nvSpPr>
        <p:spPr>
          <a:xfrm>
            <a:off x="11798046" y="1398967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523" name="직선 연결선 3522">
            <a:extLst>
              <a:ext uri="{FF2B5EF4-FFF2-40B4-BE49-F238E27FC236}">
                <a16:creationId xmlns:a16="http://schemas.microsoft.com/office/drawing/2014/main" id="{A27EE1C3-59CE-0E14-0FB2-CDF2D8D2937D}"/>
              </a:ext>
            </a:extLst>
          </p:cNvPr>
          <p:cNvCxnSpPr/>
          <p:nvPr/>
        </p:nvCxnSpPr>
        <p:spPr>
          <a:xfrm flipH="1">
            <a:off x="11929875" y="1491345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4" name="직선 연결선 3523">
            <a:extLst>
              <a:ext uri="{FF2B5EF4-FFF2-40B4-BE49-F238E27FC236}">
                <a16:creationId xmlns:a16="http://schemas.microsoft.com/office/drawing/2014/main" id="{E01D0B7B-9334-7A20-0C41-10713E4E982C}"/>
              </a:ext>
            </a:extLst>
          </p:cNvPr>
          <p:cNvCxnSpPr/>
          <p:nvPr/>
        </p:nvCxnSpPr>
        <p:spPr>
          <a:xfrm>
            <a:off x="11971894" y="161532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5" name="직선 연결선 3524">
            <a:extLst>
              <a:ext uri="{FF2B5EF4-FFF2-40B4-BE49-F238E27FC236}">
                <a16:creationId xmlns:a16="http://schemas.microsoft.com/office/drawing/2014/main" id="{5DE54714-3C77-0165-0047-8907F442709B}"/>
              </a:ext>
            </a:extLst>
          </p:cNvPr>
          <p:cNvCxnSpPr/>
          <p:nvPr/>
        </p:nvCxnSpPr>
        <p:spPr>
          <a:xfrm>
            <a:off x="11882033" y="161532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6" name="직선 연결선 3525">
            <a:extLst>
              <a:ext uri="{FF2B5EF4-FFF2-40B4-BE49-F238E27FC236}">
                <a16:creationId xmlns:a16="http://schemas.microsoft.com/office/drawing/2014/main" id="{327CCB26-0F15-6A1C-4DEC-62AA7FE1029A}"/>
              </a:ext>
            </a:extLst>
          </p:cNvPr>
          <p:cNvCxnSpPr/>
          <p:nvPr/>
        </p:nvCxnSpPr>
        <p:spPr>
          <a:xfrm>
            <a:off x="11929875" y="154261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7" name="직선 연결선 3526">
            <a:extLst>
              <a:ext uri="{FF2B5EF4-FFF2-40B4-BE49-F238E27FC236}">
                <a16:creationId xmlns:a16="http://schemas.microsoft.com/office/drawing/2014/main" id="{D8AF2A35-145B-0F34-921D-1BED37382EFB}"/>
              </a:ext>
            </a:extLst>
          </p:cNvPr>
          <p:cNvCxnSpPr/>
          <p:nvPr/>
        </p:nvCxnSpPr>
        <p:spPr>
          <a:xfrm flipH="1">
            <a:off x="11879831" y="1539239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8" name="모서리가 둥근 직사각형 3527">
            <a:extLst>
              <a:ext uri="{FF2B5EF4-FFF2-40B4-BE49-F238E27FC236}">
                <a16:creationId xmlns:a16="http://schemas.microsoft.com/office/drawing/2014/main" id="{5629E56F-23D9-FB51-483F-B4A7F6C2F461}"/>
              </a:ext>
            </a:extLst>
          </p:cNvPr>
          <p:cNvSpPr/>
          <p:nvPr/>
        </p:nvSpPr>
        <p:spPr>
          <a:xfrm>
            <a:off x="11844707" y="166030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29" name="모서리가 둥근 직사각형 3528">
            <a:extLst>
              <a:ext uri="{FF2B5EF4-FFF2-40B4-BE49-F238E27FC236}">
                <a16:creationId xmlns:a16="http://schemas.microsoft.com/office/drawing/2014/main" id="{86A7D380-20F7-97D3-E475-2B375482856B}"/>
              </a:ext>
            </a:extLst>
          </p:cNvPr>
          <p:cNvSpPr/>
          <p:nvPr/>
        </p:nvSpPr>
        <p:spPr>
          <a:xfrm>
            <a:off x="11844707" y="158656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0" name="모서리가 둥근 직사각형 3529">
            <a:extLst>
              <a:ext uri="{FF2B5EF4-FFF2-40B4-BE49-F238E27FC236}">
                <a16:creationId xmlns:a16="http://schemas.microsoft.com/office/drawing/2014/main" id="{4CBC3A0B-7843-AA46-B199-1E6D6AD3898B}"/>
              </a:ext>
            </a:extLst>
          </p:cNvPr>
          <p:cNvSpPr/>
          <p:nvPr/>
        </p:nvSpPr>
        <p:spPr>
          <a:xfrm>
            <a:off x="11934186" y="166030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1" name="모서리가 둥근 직사각형 3530">
            <a:extLst>
              <a:ext uri="{FF2B5EF4-FFF2-40B4-BE49-F238E27FC236}">
                <a16:creationId xmlns:a16="http://schemas.microsoft.com/office/drawing/2014/main" id="{9CED7F18-373E-576E-F756-C3166F18DE66}"/>
              </a:ext>
            </a:extLst>
          </p:cNvPr>
          <p:cNvSpPr/>
          <p:nvPr/>
        </p:nvSpPr>
        <p:spPr>
          <a:xfrm>
            <a:off x="11934186" y="158656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2" name="모서리가 둥근 직사각형 3531">
            <a:extLst>
              <a:ext uri="{FF2B5EF4-FFF2-40B4-BE49-F238E27FC236}">
                <a16:creationId xmlns:a16="http://schemas.microsoft.com/office/drawing/2014/main" id="{F6E5FEE4-19F3-FC52-89B3-0CA46FBF3D66}"/>
              </a:ext>
            </a:extLst>
          </p:cNvPr>
          <p:cNvSpPr/>
          <p:nvPr/>
        </p:nvSpPr>
        <p:spPr>
          <a:xfrm>
            <a:off x="11892166" y="151282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33" name="직선 연결선 3532">
            <a:extLst>
              <a:ext uri="{FF2B5EF4-FFF2-40B4-BE49-F238E27FC236}">
                <a16:creationId xmlns:a16="http://schemas.microsoft.com/office/drawing/2014/main" id="{56CAC39A-E2DB-656A-F9E2-3E35A31BA917}"/>
              </a:ext>
            </a:extLst>
          </p:cNvPr>
          <p:cNvCxnSpPr/>
          <p:nvPr/>
        </p:nvCxnSpPr>
        <p:spPr>
          <a:xfrm>
            <a:off x="12060580" y="1564661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4" name="직선 연결선 3533">
            <a:extLst>
              <a:ext uri="{FF2B5EF4-FFF2-40B4-BE49-F238E27FC236}">
                <a16:creationId xmlns:a16="http://schemas.microsoft.com/office/drawing/2014/main" id="{0FEB82A2-3237-E132-17E2-F1976FD2B646}"/>
              </a:ext>
            </a:extLst>
          </p:cNvPr>
          <p:cNvCxnSpPr/>
          <p:nvPr/>
        </p:nvCxnSpPr>
        <p:spPr>
          <a:xfrm>
            <a:off x="12018560" y="1491948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5" name="모서리가 둥근 직사각형 3534">
            <a:extLst>
              <a:ext uri="{FF2B5EF4-FFF2-40B4-BE49-F238E27FC236}">
                <a16:creationId xmlns:a16="http://schemas.microsoft.com/office/drawing/2014/main" id="{37AC8D20-E0B0-7C76-B8AE-887C1A7F52C2}"/>
              </a:ext>
            </a:extLst>
          </p:cNvPr>
          <p:cNvSpPr/>
          <p:nvPr/>
        </p:nvSpPr>
        <p:spPr>
          <a:xfrm>
            <a:off x="12022871" y="160963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6" name="모서리가 둥근 직사각형 3535">
            <a:extLst>
              <a:ext uri="{FF2B5EF4-FFF2-40B4-BE49-F238E27FC236}">
                <a16:creationId xmlns:a16="http://schemas.microsoft.com/office/drawing/2014/main" id="{EEB821D3-B3E3-4E1F-0736-224CAFAC7A9F}"/>
              </a:ext>
            </a:extLst>
          </p:cNvPr>
          <p:cNvSpPr/>
          <p:nvPr/>
        </p:nvSpPr>
        <p:spPr>
          <a:xfrm>
            <a:off x="12022871" y="153590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37" name="모서리가 둥근 직사각형 3536">
            <a:extLst>
              <a:ext uri="{FF2B5EF4-FFF2-40B4-BE49-F238E27FC236}">
                <a16:creationId xmlns:a16="http://schemas.microsoft.com/office/drawing/2014/main" id="{C690D539-F1BB-3A1D-7007-83950B8CF9A6}"/>
              </a:ext>
            </a:extLst>
          </p:cNvPr>
          <p:cNvSpPr/>
          <p:nvPr/>
        </p:nvSpPr>
        <p:spPr>
          <a:xfrm>
            <a:off x="11980852" y="1462162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38" name="직선 연결선 3537">
            <a:extLst>
              <a:ext uri="{FF2B5EF4-FFF2-40B4-BE49-F238E27FC236}">
                <a16:creationId xmlns:a16="http://schemas.microsoft.com/office/drawing/2014/main" id="{2AA9DC91-B38E-7F83-07F6-70BD1E1F19C2}"/>
              </a:ext>
            </a:extLst>
          </p:cNvPr>
          <p:cNvCxnSpPr/>
          <p:nvPr/>
        </p:nvCxnSpPr>
        <p:spPr>
          <a:xfrm flipH="1">
            <a:off x="11485296" y="2082990"/>
            <a:ext cx="110798" cy="2704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9" name="직선 연결선 3538">
            <a:extLst>
              <a:ext uri="{FF2B5EF4-FFF2-40B4-BE49-F238E27FC236}">
                <a16:creationId xmlns:a16="http://schemas.microsoft.com/office/drawing/2014/main" id="{520C04EF-DA92-DB7E-056C-5312FD38C5F0}"/>
              </a:ext>
            </a:extLst>
          </p:cNvPr>
          <p:cNvCxnSpPr/>
          <p:nvPr/>
        </p:nvCxnSpPr>
        <p:spPr>
          <a:xfrm>
            <a:off x="11298505" y="1984705"/>
            <a:ext cx="296453" cy="96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0" name="직선 연결선 3539">
            <a:extLst>
              <a:ext uri="{FF2B5EF4-FFF2-40B4-BE49-F238E27FC236}">
                <a16:creationId xmlns:a16="http://schemas.microsoft.com/office/drawing/2014/main" id="{C985C638-0C3C-77C9-ECF9-1F789065BB75}"/>
              </a:ext>
            </a:extLst>
          </p:cNvPr>
          <p:cNvCxnSpPr/>
          <p:nvPr/>
        </p:nvCxnSpPr>
        <p:spPr>
          <a:xfrm flipH="1">
            <a:off x="11011454" y="1976402"/>
            <a:ext cx="282740" cy="1096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1" name="직선 연결선 3540">
            <a:extLst>
              <a:ext uri="{FF2B5EF4-FFF2-40B4-BE49-F238E27FC236}">
                <a16:creationId xmlns:a16="http://schemas.microsoft.com/office/drawing/2014/main" id="{6E4D084C-6968-9EA9-9EAA-AC52A63FC259}"/>
              </a:ext>
            </a:extLst>
          </p:cNvPr>
          <p:cNvCxnSpPr/>
          <p:nvPr/>
        </p:nvCxnSpPr>
        <p:spPr>
          <a:xfrm flipH="1">
            <a:off x="10880341" y="2082495"/>
            <a:ext cx="128208" cy="273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2" name="모서리가 둥근 직사각형 3541">
            <a:extLst>
              <a:ext uri="{FF2B5EF4-FFF2-40B4-BE49-F238E27FC236}">
                <a16:creationId xmlns:a16="http://schemas.microsoft.com/office/drawing/2014/main" id="{D8DCD19C-1CF7-56A6-4A05-E1773EF9DCF0}"/>
              </a:ext>
            </a:extLst>
          </p:cNvPr>
          <p:cNvSpPr/>
          <p:nvPr/>
        </p:nvSpPr>
        <p:spPr>
          <a:xfrm>
            <a:off x="11237786" y="1948022"/>
            <a:ext cx="100436" cy="7660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본부장</a:t>
            </a:r>
          </a:p>
        </p:txBody>
      </p:sp>
      <p:cxnSp>
        <p:nvCxnSpPr>
          <p:cNvPr id="3543" name="직선 연결선 3542">
            <a:extLst>
              <a:ext uri="{FF2B5EF4-FFF2-40B4-BE49-F238E27FC236}">
                <a16:creationId xmlns:a16="http://schemas.microsoft.com/office/drawing/2014/main" id="{14F9BE7A-CF79-3B7A-658A-5A1CDB2C3A66}"/>
              </a:ext>
            </a:extLst>
          </p:cNvPr>
          <p:cNvCxnSpPr/>
          <p:nvPr/>
        </p:nvCxnSpPr>
        <p:spPr>
          <a:xfrm flipH="1">
            <a:off x="10686335" y="2350631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4" name="직선 연결선 3543">
            <a:extLst>
              <a:ext uri="{FF2B5EF4-FFF2-40B4-BE49-F238E27FC236}">
                <a16:creationId xmlns:a16="http://schemas.microsoft.com/office/drawing/2014/main" id="{05E1C506-CE47-C428-4221-5BC61247B2B8}"/>
              </a:ext>
            </a:extLst>
          </p:cNvPr>
          <p:cNvCxnSpPr/>
          <p:nvPr/>
        </p:nvCxnSpPr>
        <p:spPr>
          <a:xfrm>
            <a:off x="10728353" y="254209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5" name="직선 연결선 3544">
            <a:extLst>
              <a:ext uri="{FF2B5EF4-FFF2-40B4-BE49-F238E27FC236}">
                <a16:creationId xmlns:a16="http://schemas.microsoft.com/office/drawing/2014/main" id="{ADB1EF32-9AAA-DC01-4CE4-32D333C243B6}"/>
              </a:ext>
            </a:extLst>
          </p:cNvPr>
          <p:cNvCxnSpPr/>
          <p:nvPr/>
        </p:nvCxnSpPr>
        <p:spPr>
          <a:xfrm>
            <a:off x="10638492" y="254209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6" name="직선 연결선 3545">
            <a:extLst>
              <a:ext uri="{FF2B5EF4-FFF2-40B4-BE49-F238E27FC236}">
                <a16:creationId xmlns:a16="http://schemas.microsoft.com/office/drawing/2014/main" id="{C569921A-7A92-A9C3-6D1F-F5157A412BB4}"/>
              </a:ext>
            </a:extLst>
          </p:cNvPr>
          <p:cNvCxnSpPr/>
          <p:nvPr/>
        </p:nvCxnSpPr>
        <p:spPr>
          <a:xfrm>
            <a:off x="10686335" y="246937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7" name="직선 연결선 3546">
            <a:extLst>
              <a:ext uri="{FF2B5EF4-FFF2-40B4-BE49-F238E27FC236}">
                <a16:creationId xmlns:a16="http://schemas.microsoft.com/office/drawing/2014/main" id="{801CCDF6-C948-8B80-0E3B-A255FDD146EF}"/>
              </a:ext>
            </a:extLst>
          </p:cNvPr>
          <p:cNvCxnSpPr/>
          <p:nvPr/>
        </p:nvCxnSpPr>
        <p:spPr>
          <a:xfrm flipH="1">
            <a:off x="10636292" y="246600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8" name="모서리가 둥근 직사각형 3547">
            <a:extLst>
              <a:ext uri="{FF2B5EF4-FFF2-40B4-BE49-F238E27FC236}">
                <a16:creationId xmlns:a16="http://schemas.microsoft.com/office/drawing/2014/main" id="{A09C8C08-9D74-F0BF-8866-7A904F83855D}"/>
              </a:ext>
            </a:extLst>
          </p:cNvPr>
          <p:cNvSpPr/>
          <p:nvPr/>
        </p:nvSpPr>
        <p:spPr>
          <a:xfrm>
            <a:off x="10601166" y="2587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49" name="모서리가 둥근 직사각형 3548">
            <a:extLst>
              <a:ext uri="{FF2B5EF4-FFF2-40B4-BE49-F238E27FC236}">
                <a16:creationId xmlns:a16="http://schemas.microsoft.com/office/drawing/2014/main" id="{C0ECE2F7-0234-EEDB-CF15-A1B2DF037C0F}"/>
              </a:ext>
            </a:extLst>
          </p:cNvPr>
          <p:cNvSpPr/>
          <p:nvPr/>
        </p:nvSpPr>
        <p:spPr>
          <a:xfrm>
            <a:off x="10601166" y="25133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50" name="모서리가 둥근 직사각형 3549">
            <a:extLst>
              <a:ext uri="{FF2B5EF4-FFF2-40B4-BE49-F238E27FC236}">
                <a16:creationId xmlns:a16="http://schemas.microsoft.com/office/drawing/2014/main" id="{5FC977A3-E148-DBAD-DE57-2ABC2046DEE2}"/>
              </a:ext>
            </a:extLst>
          </p:cNvPr>
          <p:cNvSpPr/>
          <p:nvPr/>
        </p:nvSpPr>
        <p:spPr>
          <a:xfrm>
            <a:off x="10690646" y="2587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51" name="모서리가 둥근 직사각형 3550">
            <a:extLst>
              <a:ext uri="{FF2B5EF4-FFF2-40B4-BE49-F238E27FC236}">
                <a16:creationId xmlns:a16="http://schemas.microsoft.com/office/drawing/2014/main" id="{E9F236A8-91A2-8111-0B91-D97E8728E97A}"/>
              </a:ext>
            </a:extLst>
          </p:cNvPr>
          <p:cNvSpPr/>
          <p:nvPr/>
        </p:nvSpPr>
        <p:spPr>
          <a:xfrm>
            <a:off x="10690646" y="25133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52" name="모서리가 둥근 직사각형 3551">
            <a:extLst>
              <a:ext uri="{FF2B5EF4-FFF2-40B4-BE49-F238E27FC236}">
                <a16:creationId xmlns:a16="http://schemas.microsoft.com/office/drawing/2014/main" id="{BA25327F-FFF3-8033-90B1-9B53D6780E0D}"/>
              </a:ext>
            </a:extLst>
          </p:cNvPr>
          <p:cNvSpPr/>
          <p:nvPr/>
        </p:nvSpPr>
        <p:spPr>
          <a:xfrm>
            <a:off x="10648626" y="24395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53" name="직선 연결선 3552">
            <a:extLst>
              <a:ext uri="{FF2B5EF4-FFF2-40B4-BE49-F238E27FC236}">
                <a16:creationId xmlns:a16="http://schemas.microsoft.com/office/drawing/2014/main" id="{AF263BBE-F1FE-AA41-E781-BC8677B45449}"/>
              </a:ext>
            </a:extLst>
          </p:cNvPr>
          <p:cNvCxnSpPr/>
          <p:nvPr/>
        </p:nvCxnSpPr>
        <p:spPr>
          <a:xfrm>
            <a:off x="10881484" y="2351413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4" name="모서리가 둥근 직사각형 3553">
            <a:extLst>
              <a:ext uri="{FF2B5EF4-FFF2-40B4-BE49-F238E27FC236}">
                <a16:creationId xmlns:a16="http://schemas.microsoft.com/office/drawing/2014/main" id="{02046F95-4194-BF04-9615-84C761554BB6}"/>
              </a:ext>
            </a:extLst>
          </p:cNvPr>
          <p:cNvSpPr/>
          <p:nvPr/>
        </p:nvSpPr>
        <p:spPr>
          <a:xfrm>
            <a:off x="10849021" y="2325736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555" name="직선 연결선 3554">
            <a:extLst>
              <a:ext uri="{FF2B5EF4-FFF2-40B4-BE49-F238E27FC236}">
                <a16:creationId xmlns:a16="http://schemas.microsoft.com/office/drawing/2014/main" id="{9BBB814D-EE3A-B48A-F674-BE84205EE38F}"/>
              </a:ext>
            </a:extLst>
          </p:cNvPr>
          <p:cNvCxnSpPr/>
          <p:nvPr/>
        </p:nvCxnSpPr>
        <p:spPr>
          <a:xfrm>
            <a:off x="10817039" y="249142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6" name="직선 연결선 3555">
            <a:extLst>
              <a:ext uri="{FF2B5EF4-FFF2-40B4-BE49-F238E27FC236}">
                <a16:creationId xmlns:a16="http://schemas.microsoft.com/office/drawing/2014/main" id="{CB1753BF-A9CB-3539-1D64-1D9B607226B3}"/>
              </a:ext>
            </a:extLst>
          </p:cNvPr>
          <p:cNvCxnSpPr/>
          <p:nvPr/>
        </p:nvCxnSpPr>
        <p:spPr>
          <a:xfrm>
            <a:off x="10775020" y="241871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7" name="모서리가 둥근 직사각형 3556">
            <a:extLst>
              <a:ext uri="{FF2B5EF4-FFF2-40B4-BE49-F238E27FC236}">
                <a16:creationId xmlns:a16="http://schemas.microsoft.com/office/drawing/2014/main" id="{B716B8D4-CB94-B515-E5ED-CFC5995D74BE}"/>
              </a:ext>
            </a:extLst>
          </p:cNvPr>
          <p:cNvSpPr/>
          <p:nvPr/>
        </p:nvSpPr>
        <p:spPr>
          <a:xfrm>
            <a:off x="10779332" y="25364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58" name="모서리가 둥근 직사각형 3557">
            <a:extLst>
              <a:ext uri="{FF2B5EF4-FFF2-40B4-BE49-F238E27FC236}">
                <a16:creationId xmlns:a16="http://schemas.microsoft.com/office/drawing/2014/main" id="{EABE64CC-2C44-33CD-715D-EB839E375E5F}"/>
              </a:ext>
            </a:extLst>
          </p:cNvPr>
          <p:cNvSpPr/>
          <p:nvPr/>
        </p:nvSpPr>
        <p:spPr>
          <a:xfrm>
            <a:off x="10779332" y="24626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59" name="모서리가 둥근 직사각형 3558">
            <a:extLst>
              <a:ext uri="{FF2B5EF4-FFF2-40B4-BE49-F238E27FC236}">
                <a16:creationId xmlns:a16="http://schemas.microsoft.com/office/drawing/2014/main" id="{DE4D335A-A691-39B2-868B-6299E0F36FD2}"/>
              </a:ext>
            </a:extLst>
          </p:cNvPr>
          <p:cNvSpPr/>
          <p:nvPr/>
        </p:nvSpPr>
        <p:spPr>
          <a:xfrm>
            <a:off x="10737312" y="238893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60" name="직선 연결선 3559">
            <a:extLst>
              <a:ext uri="{FF2B5EF4-FFF2-40B4-BE49-F238E27FC236}">
                <a16:creationId xmlns:a16="http://schemas.microsoft.com/office/drawing/2014/main" id="{1398578C-83A8-B7A1-8C0F-23BFE9355FA2}"/>
              </a:ext>
            </a:extLst>
          </p:cNvPr>
          <p:cNvCxnSpPr/>
          <p:nvPr/>
        </p:nvCxnSpPr>
        <p:spPr>
          <a:xfrm flipH="1">
            <a:off x="10980850" y="2418112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1" name="직선 연결선 3560">
            <a:extLst>
              <a:ext uri="{FF2B5EF4-FFF2-40B4-BE49-F238E27FC236}">
                <a16:creationId xmlns:a16="http://schemas.microsoft.com/office/drawing/2014/main" id="{F9FE45B2-3DFA-6586-A81F-5594D5319595}"/>
              </a:ext>
            </a:extLst>
          </p:cNvPr>
          <p:cNvCxnSpPr/>
          <p:nvPr/>
        </p:nvCxnSpPr>
        <p:spPr>
          <a:xfrm>
            <a:off x="11022868" y="254209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2" name="직선 연결선 3561">
            <a:extLst>
              <a:ext uri="{FF2B5EF4-FFF2-40B4-BE49-F238E27FC236}">
                <a16:creationId xmlns:a16="http://schemas.microsoft.com/office/drawing/2014/main" id="{B4341B8D-7F99-6F18-743C-1346DD4D2AEE}"/>
              </a:ext>
            </a:extLst>
          </p:cNvPr>
          <p:cNvCxnSpPr/>
          <p:nvPr/>
        </p:nvCxnSpPr>
        <p:spPr>
          <a:xfrm>
            <a:off x="10933007" y="2542093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3" name="직선 연결선 3562">
            <a:extLst>
              <a:ext uri="{FF2B5EF4-FFF2-40B4-BE49-F238E27FC236}">
                <a16:creationId xmlns:a16="http://schemas.microsoft.com/office/drawing/2014/main" id="{FEE70EAD-ABA5-D5F5-6286-78519ECB4E80}"/>
              </a:ext>
            </a:extLst>
          </p:cNvPr>
          <p:cNvCxnSpPr/>
          <p:nvPr/>
        </p:nvCxnSpPr>
        <p:spPr>
          <a:xfrm>
            <a:off x="10980849" y="2469379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4" name="직선 연결선 3563">
            <a:extLst>
              <a:ext uri="{FF2B5EF4-FFF2-40B4-BE49-F238E27FC236}">
                <a16:creationId xmlns:a16="http://schemas.microsoft.com/office/drawing/2014/main" id="{4E7C2035-14C4-DDB3-9139-5BDC631E8005}"/>
              </a:ext>
            </a:extLst>
          </p:cNvPr>
          <p:cNvCxnSpPr/>
          <p:nvPr/>
        </p:nvCxnSpPr>
        <p:spPr>
          <a:xfrm flipH="1">
            <a:off x="10930806" y="2466006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5" name="모서리가 둥근 직사각형 3564">
            <a:extLst>
              <a:ext uri="{FF2B5EF4-FFF2-40B4-BE49-F238E27FC236}">
                <a16:creationId xmlns:a16="http://schemas.microsoft.com/office/drawing/2014/main" id="{AA4D56E9-BBAF-EA02-1161-B9CAB7AA7B04}"/>
              </a:ext>
            </a:extLst>
          </p:cNvPr>
          <p:cNvSpPr/>
          <p:nvPr/>
        </p:nvSpPr>
        <p:spPr>
          <a:xfrm>
            <a:off x="10895681" y="2587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66" name="모서리가 둥근 직사각형 3565">
            <a:extLst>
              <a:ext uri="{FF2B5EF4-FFF2-40B4-BE49-F238E27FC236}">
                <a16:creationId xmlns:a16="http://schemas.microsoft.com/office/drawing/2014/main" id="{BB34C59B-5E5E-1A88-2D31-C11B890A9DFC}"/>
              </a:ext>
            </a:extLst>
          </p:cNvPr>
          <p:cNvSpPr/>
          <p:nvPr/>
        </p:nvSpPr>
        <p:spPr>
          <a:xfrm>
            <a:off x="10895681" y="25133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67" name="모서리가 둥근 직사각형 3566">
            <a:extLst>
              <a:ext uri="{FF2B5EF4-FFF2-40B4-BE49-F238E27FC236}">
                <a16:creationId xmlns:a16="http://schemas.microsoft.com/office/drawing/2014/main" id="{3DCB44EF-02D1-B19D-6D73-C83F971B560B}"/>
              </a:ext>
            </a:extLst>
          </p:cNvPr>
          <p:cNvSpPr/>
          <p:nvPr/>
        </p:nvSpPr>
        <p:spPr>
          <a:xfrm>
            <a:off x="10985160" y="2587068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68" name="모서리가 둥근 직사각형 3567">
            <a:extLst>
              <a:ext uri="{FF2B5EF4-FFF2-40B4-BE49-F238E27FC236}">
                <a16:creationId xmlns:a16="http://schemas.microsoft.com/office/drawing/2014/main" id="{A4A69E8A-95A2-090E-A910-1AD48420D250}"/>
              </a:ext>
            </a:extLst>
          </p:cNvPr>
          <p:cNvSpPr/>
          <p:nvPr/>
        </p:nvSpPr>
        <p:spPr>
          <a:xfrm>
            <a:off x="10985160" y="2513331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69" name="모서리가 둥근 직사각형 3568">
            <a:extLst>
              <a:ext uri="{FF2B5EF4-FFF2-40B4-BE49-F238E27FC236}">
                <a16:creationId xmlns:a16="http://schemas.microsoft.com/office/drawing/2014/main" id="{5E065D5F-8D06-7C4B-144A-A4D744CEAD2D}"/>
              </a:ext>
            </a:extLst>
          </p:cNvPr>
          <p:cNvSpPr/>
          <p:nvPr/>
        </p:nvSpPr>
        <p:spPr>
          <a:xfrm>
            <a:off x="10943141" y="2439594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70" name="직선 연결선 3569">
            <a:extLst>
              <a:ext uri="{FF2B5EF4-FFF2-40B4-BE49-F238E27FC236}">
                <a16:creationId xmlns:a16="http://schemas.microsoft.com/office/drawing/2014/main" id="{1EB0521F-9418-2F6D-B292-9FBC58AFCFE9}"/>
              </a:ext>
            </a:extLst>
          </p:cNvPr>
          <p:cNvCxnSpPr/>
          <p:nvPr/>
        </p:nvCxnSpPr>
        <p:spPr>
          <a:xfrm>
            <a:off x="11111554" y="2491429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1" name="직선 연결선 3570">
            <a:extLst>
              <a:ext uri="{FF2B5EF4-FFF2-40B4-BE49-F238E27FC236}">
                <a16:creationId xmlns:a16="http://schemas.microsoft.com/office/drawing/2014/main" id="{3AA4389C-8AD0-4547-3C55-B2943A594FF0}"/>
              </a:ext>
            </a:extLst>
          </p:cNvPr>
          <p:cNvCxnSpPr/>
          <p:nvPr/>
        </p:nvCxnSpPr>
        <p:spPr>
          <a:xfrm>
            <a:off x="11069535" y="2418715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2" name="모서리가 둥근 직사각형 3571">
            <a:extLst>
              <a:ext uri="{FF2B5EF4-FFF2-40B4-BE49-F238E27FC236}">
                <a16:creationId xmlns:a16="http://schemas.microsoft.com/office/drawing/2014/main" id="{F8A11C93-73EF-29A2-95F7-212B4E4E254E}"/>
              </a:ext>
            </a:extLst>
          </p:cNvPr>
          <p:cNvSpPr/>
          <p:nvPr/>
        </p:nvSpPr>
        <p:spPr>
          <a:xfrm>
            <a:off x="11073846" y="2536405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73" name="모서리가 둥근 직사각형 3572">
            <a:extLst>
              <a:ext uri="{FF2B5EF4-FFF2-40B4-BE49-F238E27FC236}">
                <a16:creationId xmlns:a16="http://schemas.microsoft.com/office/drawing/2014/main" id="{529A0885-0C28-902A-B6A8-4A2BA9F4F27E}"/>
              </a:ext>
            </a:extLst>
          </p:cNvPr>
          <p:cNvSpPr/>
          <p:nvPr/>
        </p:nvSpPr>
        <p:spPr>
          <a:xfrm>
            <a:off x="11073846" y="246266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74" name="모서리가 둥근 직사각형 3573">
            <a:extLst>
              <a:ext uri="{FF2B5EF4-FFF2-40B4-BE49-F238E27FC236}">
                <a16:creationId xmlns:a16="http://schemas.microsoft.com/office/drawing/2014/main" id="{2DA8AEBD-B3B1-CD3B-9C3E-6902366DEA9C}"/>
              </a:ext>
            </a:extLst>
          </p:cNvPr>
          <p:cNvSpPr/>
          <p:nvPr/>
        </p:nvSpPr>
        <p:spPr>
          <a:xfrm>
            <a:off x="11031827" y="2388930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75" name="직선 연결선 3574">
            <a:extLst>
              <a:ext uri="{FF2B5EF4-FFF2-40B4-BE49-F238E27FC236}">
                <a16:creationId xmlns:a16="http://schemas.microsoft.com/office/drawing/2014/main" id="{39A487C9-2CD0-D2A6-FF52-55A011F975B3}"/>
              </a:ext>
            </a:extLst>
          </p:cNvPr>
          <p:cNvCxnSpPr/>
          <p:nvPr/>
        </p:nvCxnSpPr>
        <p:spPr>
          <a:xfrm flipH="1">
            <a:off x="11286039" y="2356896"/>
            <a:ext cx="194006" cy="1187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6" name="직선 연결선 3575">
            <a:extLst>
              <a:ext uri="{FF2B5EF4-FFF2-40B4-BE49-F238E27FC236}">
                <a16:creationId xmlns:a16="http://schemas.microsoft.com/office/drawing/2014/main" id="{C20268F9-360F-FF30-75B6-39CDFBF45921}"/>
              </a:ext>
            </a:extLst>
          </p:cNvPr>
          <p:cNvCxnSpPr/>
          <p:nvPr/>
        </p:nvCxnSpPr>
        <p:spPr>
          <a:xfrm>
            <a:off x="11328058" y="25483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7" name="직선 연결선 3576">
            <a:extLst>
              <a:ext uri="{FF2B5EF4-FFF2-40B4-BE49-F238E27FC236}">
                <a16:creationId xmlns:a16="http://schemas.microsoft.com/office/drawing/2014/main" id="{D03A1A91-2DBE-92E3-5403-BCBB7955C5B6}"/>
              </a:ext>
            </a:extLst>
          </p:cNvPr>
          <p:cNvCxnSpPr/>
          <p:nvPr/>
        </p:nvCxnSpPr>
        <p:spPr>
          <a:xfrm>
            <a:off x="11238196" y="25483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8" name="직선 연결선 3577">
            <a:extLst>
              <a:ext uri="{FF2B5EF4-FFF2-40B4-BE49-F238E27FC236}">
                <a16:creationId xmlns:a16="http://schemas.microsoft.com/office/drawing/2014/main" id="{F5175C07-4F6F-C425-C48D-9806F6E9DB94}"/>
              </a:ext>
            </a:extLst>
          </p:cNvPr>
          <p:cNvCxnSpPr/>
          <p:nvPr/>
        </p:nvCxnSpPr>
        <p:spPr>
          <a:xfrm>
            <a:off x="11286039" y="24756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9" name="직선 연결선 3578">
            <a:extLst>
              <a:ext uri="{FF2B5EF4-FFF2-40B4-BE49-F238E27FC236}">
                <a16:creationId xmlns:a16="http://schemas.microsoft.com/office/drawing/2014/main" id="{A6887A63-D682-0F43-CD45-B391CABE1B0D}"/>
              </a:ext>
            </a:extLst>
          </p:cNvPr>
          <p:cNvCxnSpPr/>
          <p:nvPr/>
        </p:nvCxnSpPr>
        <p:spPr>
          <a:xfrm flipH="1">
            <a:off x="11235995" y="247227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0" name="모서리가 둥근 직사각형 3579">
            <a:extLst>
              <a:ext uri="{FF2B5EF4-FFF2-40B4-BE49-F238E27FC236}">
                <a16:creationId xmlns:a16="http://schemas.microsoft.com/office/drawing/2014/main" id="{1A4458DB-0C22-4171-4EB9-EC8B8C759924}"/>
              </a:ext>
            </a:extLst>
          </p:cNvPr>
          <p:cNvSpPr/>
          <p:nvPr/>
        </p:nvSpPr>
        <p:spPr>
          <a:xfrm>
            <a:off x="11200871" y="25933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1" name="모서리가 둥근 직사각형 3580">
            <a:extLst>
              <a:ext uri="{FF2B5EF4-FFF2-40B4-BE49-F238E27FC236}">
                <a16:creationId xmlns:a16="http://schemas.microsoft.com/office/drawing/2014/main" id="{B11DF3D8-876F-0B14-FAE9-EA0B19ABF144}"/>
              </a:ext>
            </a:extLst>
          </p:cNvPr>
          <p:cNvSpPr/>
          <p:nvPr/>
        </p:nvSpPr>
        <p:spPr>
          <a:xfrm>
            <a:off x="11200871" y="25195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2" name="모서리가 둥근 직사각형 3581">
            <a:extLst>
              <a:ext uri="{FF2B5EF4-FFF2-40B4-BE49-F238E27FC236}">
                <a16:creationId xmlns:a16="http://schemas.microsoft.com/office/drawing/2014/main" id="{57F9AA32-59EC-162E-A128-384F56C3E1F9}"/>
              </a:ext>
            </a:extLst>
          </p:cNvPr>
          <p:cNvSpPr/>
          <p:nvPr/>
        </p:nvSpPr>
        <p:spPr>
          <a:xfrm>
            <a:off x="11290349" y="25933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3" name="모서리가 둥근 직사각형 3582">
            <a:extLst>
              <a:ext uri="{FF2B5EF4-FFF2-40B4-BE49-F238E27FC236}">
                <a16:creationId xmlns:a16="http://schemas.microsoft.com/office/drawing/2014/main" id="{4D0D838D-DF94-EBDA-3C1F-67A1EE29476E}"/>
              </a:ext>
            </a:extLst>
          </p:cNvPr>
          <p:cNvSpPr/>
          <p:nvPr/>
        </p:nvSpPr>
        <p:spPr>
          <a:xfrm>
            <a:off x="11290349" y="25195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84" name="모서리가 둥근 직사각형 3583">
            <a:extLst>
              <a:ext uri="{FF2B5EF4-FFF2-40B4-BE49-F238E27FC236}">
                <a16:creationId xmlns:a16="http://schemas.microsoft.com/office/drawing/2014/main" id="{D4C81F80-8A10-0E51-1945-9C41A18FD8B8}"/>
              </a:ext>
            </a:extLst>
          </p:cNvPr>
          <p:cNvSpPr/>
          <p:nvPr/>
        </p:nvSpPr>
        <p:spPr>
          <a:xfrm>
            <a:off x="11248330" y="24458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85" name="직선 연결선 3584">
            <a:extLst>
              <a:ext uri="{FF2B5EF4-FFF2-40B4-BE49-F238E27FC236}">
                <a16:creationId xmlns:a16="http://schemas.microsoft.com/office/drawing/2014/main" id="{EFDD1CF8-1DA7-2416-791C-026804FD7288}"/>
              </a:ext>
            </a:extLst>
          </p:cNvPr>
          <p:cNvCxnSpPr/>
          <p:nvPr/>
        </p:nvCxnSpPr>
        <p:spPr>
          <a:xfrm>
            <a:off x="11481188" y="2357678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6" name="모서리가 둥근 직사각형 3585">
            <a:extLst>
              <a:ext uri="{FF2B5EF4-FFF2-40B4-BE49-F238E27FC236}">
                <a16:creationId xmlns:a16="http://schemas.microsoft.com/office/drawing/2014/main" id="{AE4992B2-9A46-2C1C-37A9-9D46B1548BAB}"/>
              </a:ext>
            </a:extLst>
          </p:cNvPr>
          <p:cNvSpPr/>
          <p:nvPr/>
        </p:nvSpPr>
        <p:spPr>
          <a:xfrm>
            <a:off x="11448724" y="233200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587" name="직선 연결선 3586">
            <a:extLst>
              <a:ext uri="{FF2B5EF4-FFF2-40B4-BE49-F238E27FC236}">
                <a16:creationId xmlns:a16="http://schemas.microsoft.com/office/drawing/2014/main" id="{8F8276A5-8622-A8B2-18F6-3BFAFB66D948}"/>
              </a:ext>
            </a:extLst>
          </p:cNvPr>
          <p:cNvCxnSpPr/>
          <p:nvPr/>
        </p:nvCxnSpPr>
        <p:spPr>
          <a:xfrm>
            <a:off x="11416743" y="249769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8" name="직선 연결선 3587">
            <a:extLst>
              <a:ext uri="{FF2B5EF4-FFF2-40B4-BE49-F238E27FC236}">
                <a16:creationId xmlns:a16="http://schemas.microsoft.com/office/drawing/2014/main" id="{87196CE6-01B7-83B5-524F-25C03532BF3C}"/>
              </a:ext>
            </a:extLst>
          </p:cNvPr>
          <p:cNvCxnSpPr/>
          <p:nvPr/>
        </p:nvCxnSpPr>
        <p:spPr>
          <a:xfrm>
            <a:off x="11374724" y="242498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9" name="모서리가 둥근 직사각형 3588">
            <a:extLst>
              <a:ext uri="{FF2B5EF4-FFF2-40B4-BE49-F238E27FC236}">
                <a16:creationId xmlns:a16="http://schemas.microsoft.com/office/drawing/2014/main" id="{F9D5AD11-E36F-99DB-0E64-7C153C51A28E}"/>
              </a:ext>
            </a:extLst>
          </p:cNvPr>
          <p:cNvSpPr/>
          <p:nvPr/>
        </p:nvSpPr>
        <p:spPr>
          <a:xfrm>
            <a:off x="11379035" y="25426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90" name="모서리가 둥근 직사각형 3589">
            <a:extLst>
              <a:ext uri="{FF2B5EF4-FFF2-40B4-BE49-F238E27FC236}">
                <a16:creationId xmlns:a16="http://schemas.microsoft.com/office/drawing/2014/main" id="{591076B9-E60B-DD44-E2A3-E66D0CB3742A}"/>
              </a:ext>
            </a:extLst>
          </p:cNvPr>
          <p:cNvSpPr/>
          <p:nvPr/>
        </p:nvSpPr>
        <p:spPr>
          <a:xfrm>
            <a:off x="11379035" y="24689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91" name="모서리가 둥근 직사각형 3590">
            <a:extLst>
              <a:ext uri="{FF2B5EF4-FFF2-40B4-BE49-F238E27FC236}">
                <a16:creationId xmlns:a16="http://schemas.microsoft.com/office/drawing/2014/main" id="{EF4E6B70-FBB1-330A-8229-392A69E224BD}"/>
              </a:ext>
            </a:extLst>
          </p:cNvPr>
          <p:cNvSpPr/>
          <p:nvPr/>
        </p:nvSpPr>
        <p:spPr>
          <a:xfrm>
            <a:off x="11337016" y="239519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592" name="직선 연결선 3591">
            <a:extLst>
              <a:ext uri="{FF2B5EF4-FFF2-40B4-BE49-F238E27FC236}">
                <a16:creationId xmlns:a16="http://schemas.microsoft.com/office/drawing/2014/main" id="{952FF579-BDA9-31DD-1011-1145F8C49E44}"/>
              </a:ext>
            </a:extLst>
          </p:cNvPr>
          <p:cNvCxnSpPr/>
          <p:nvPr/>
        </p:nvCxnSpPr>
        <p:spPr>
          <a:xfrm flipH="1">
            <a:off x="11580553" y="2424377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3" name="직선 연결선 3592">
            <a:extLst>
              <a:ext uri="{FF2B5EF4-FFF2-40B4-BE49-F238E27FC236}">
                <a16:creationId xmlns:a16="http://schemas.microsoft.com/office/drawing/2014/main" id="{9B7601F4-5C3B-C4C4-F641-65D7AEF01EA1}"/>
              </a:ext>
            </a:extLst>
          </p:cNvPr>
          <p:cNvCxnSpPr/>
          <p:nvPr/>
        </p:nvCxnSpPr>
        <p:spPr>
          <a:xfrm>
            <a:off x="11622572" y="25483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4" name="직선 연결선 3593">
            <a:extLst>
              <a:ext uri="{FF2B5EF4-FFF2-40B4-BE49-F238E27FC236}">
                <a16:creationId xmlns:a16="http://schemas.microsoft.com/office/drawing/2014/main" id="{4C4E8AEE-DC90-112D-CE09-55FC653ED70E}"/>
              </a:ext>
            </a:extLst>
          </p:cNvPr>
          <p:cNvCxnSpPr/>
          <p:nvPr/>
        </p:nvCxnSpPr>
        <p:spPr>
          <a:xfrm>
            <a:off x="11532710" y="254835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5" name="직선 연결선 3594">
            <a:extLst>
              <a:ext uri="{FF2B5EF4-FFF2-40B4-BE49-F238E27FC236}">
                <a16:creationId xmlns:a16="http://schemas.microsoft.com/office/drawing/2014/main" id="{D2FD6596-B347-9861-1F1F-03CF73B963D1}"/>
              </a:ext>
            </a:extLst>
          </p:cNvPr>
          <p:cNvCxnSpPr/>
          <p:nvPr/>
        </p:nvCxnSpPr>
        <p:spPr>
          <a:xfrm>
            <a:off x="11580553" y="247564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6" name="직선 연결선 3595">
            <a:extLst>
              <a:ext uri="{FF2B5EF4-FFF2-40B4-BE49-F238E27FC236}">
                <a16:creationId xmlns:a16="http://schemas.microsoft.com/office/drawing/2014/main" id="{3F59A6EA-88A1-1625-216C-6619E26F5CA1}"/>
              </a:ext>
            </a:extLst>
          </p:cNvPr>
          <p:cNvCxnSpPr/>
          <p:nvPr/>
        </p:nvCxnSpPr>
        <p:spPr>
          <a:xfrm flipH="1">
            <a:off x="11530510" y="2472271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7" name="모서리가 둥근 직사각형 3596">
            <a:extLst>
              <a:ext uri="{FF2B5EF4-FFF2-40B4-BE49-F238E27FC236}">
                <a16:creationId xmlns:a16="http://schemas.microsoft.com/office/drawing/2014/main" id="{F3C66048-7CB5-F441-89A2-6F554650A575}"/>
              </a:ext>
            </a:extLst>
          </p:cNvPr>
          <p:cNvSpPr/>
          <p:nvPr/>
        </p:nvSpPr>
        <p:spPr>
          <a:xfrm>
            <a:off x="11495385" y="25933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98" name="모서리가 둥근 직사각형 3597">
            <a:extLst>
              <a:ext uri="{FF2B5EF4-FFF2-40B4-BE49-F238E27FC236}">
                <a16:creationId xmlns:a16="http://schemas.microsoft.com/office/drawing/2014/main" id="{83697B07-9767-52B9-534D-1C6B71EDD9C0}"/>
              </a:ext>
            </a:extLst>
          </p:cNvPr>
          <p:cNvSpPr/>
          <p:nvPr/>
        </p:nvSpPr>
        <p:spPr>
          <a:xfrm>
            <a:off x="11495385" y="25195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599" name="모서리가 둥근 직사각형 3598">
            <a:extLst>
              <a:ext uri="{FF2B5EF4-FFF2-40B4-BE49-F238E27FC236}">
                <a16:creationId xmlns:a16="http://schemas.microsoft.com/office/drawing/2014/main" id="{E924C3D8-4534-5EED-77C6-148A583ACC85}"/>
              </a:ext>
            </a:extLst>
          </p:cNvPr>
          <p:cNvSpPr/>
          <p:nvPr/>
        </p:nvSpPr>
        <p:spPr>
          <a:xfrm>
            <a:off x="11584864" y="25933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00" name="모서리가 둥근 직사각형 3599">
            <a:extLst>
              <a:ext uri="{FF2B5EF4-FFF2-40B4-BE49-F238E27FC236}">
                <a16:creationId xmlns:a16="http://schemas.microsoft.com/office/drawing/2014/main" id="{6D846526-7FDD-F7CB-0AC1-2F01C6D83558}"/>
              </a:ext>
            </a:extLst>
          </p:cNvPr>
          <p:cNvSpPr/>
          <p:nvPr/>
        </p:nvSpPr>
        <p:spPr>
          <a:xfrm>
            <a:off x="11584864" y="2519596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01" name="모서리가 둥근 직사각형 3600">
            <a:extLst>
              <a:ext uri="{FF2B5EF4-FFF2-40B4-BE49-F238E27FC236}">
                <a16:creationId xmlns:a16="http://schemas.microsoft.com/office/drawing/2014/main" id="{76B2E57E-98C1-425E-498F-3116D39A1808}"/>
              </a:ext>
            </a:extLst>
          </p:cNvPr>
          <p:cNvSpPr/>
          <p:nvPr/>
        </p:nvSpPr>
        <p:spPr>
          <a:xfrm>
            <a:off x="11542845" y="244585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02" name="직선 연결선 3601">
            <a:extLst>
              <a:ext uri="{FF2B5EF4-FFF2-40B4-BE49-F238E27FC236}">
                <a16:creationId xmlns:a16="http://schemas.microsoft.com/office/drawing/2014/main" id="{A0ACB877-4F46-B97D-3039-56735D601ACB}"/>
              </a:ext>
            </a:extLst>
          </p:cNvPr>
          <p:cNvCxnSpPr/>
          <p:nvPr/>
        </p:nvCxnSpPr>
        <p:spPr>
          <a:xfrm>
            <a:off x="11711258" y="249769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3" name="직선 연결선 3602">
            <a:extLst>
              <a:ext uri="{FF2B5EF4-FFF2-40B4-BE49-F238E27FC236}">
                <a16:creationId xmlns:a16="http://schemas.microsoft.com/office/drawing/2014/main" id="{44F4FD05-B5EF-D1D9-822D-8D9C7874359E}"/>
              </a:ext>
            </a:extLst>
          </p:cNvPr>
          <p:cNvCxnSpPr/>
          <p:nvPr/>
        </p:nvCxnSpPr>
        <p:spPr>
          <a:xfrm>
            <a:off x="11669239" y="242498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4" name="모서리가 둥근 직사각형 3603">
            <a:extLst>
              <a:ext uri="{FF2B5EF4-FFF2-40B4-BE49-F238E27FC236}">
                <a16:creationId xmlns:a16="http://schemas.microsoft.com/office/drawing/2014/main" id="{60AD92E1-142E-17B3-5EEE-5DE36DAD767C}"/>
              </a:ext>
            </a:extLst>
          </p:cNvPr>
          <p:cNvSpPr/>
          <p:nvPr/>
        </p:nvSpPr>
        <p:spPr>
          <a:xfrm>
            <a:off x="11673550" y="254267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05" name="모서리가 둥근 직사각형 3604">
            <a:extLst>
              <a:ext uri="{FF2B5EF4-FFF2-40B4-BE49-F238E27FC236}">
                <a16:creationId xmlns:a16="http://schemas.microsoft.com/office/drawing/2014/main" id="{CC723EC6-082B-A055-C3B9-2E3E8D8F31ED}"/>
              </a:ext>
            </a:extLst>
          </p:cNvPr>
          <p:cNvSpPr/>
          <p:nvPr/>
        </p:nvSpPr>
        <p:spPr>
          <a:xfrm>
            <a:off x="11673550" y="246893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06" name="모서리가 둥근 직사각형 3605">
            <a:extLst>
              <a:ext uri="{FF2B5EF4-FFF2-40B4-BE49-F238E27FC236}">
                <a16:creationId xmlns:a16="http://schemas.microsoft.com/office/drawing/2014/main" id="{5512C3FF-F1A7-22D3-43C2-76EC3FC8A9DA}"/>
              </a:ext>
            </a:extLst>
          </p:cNvPr>
          <p:cNvSpPr/>
          <p:nvPr/>
        </p:nvSpPr>
        <p:spPr>
          <a:xfrm>
            <a:off x="11631530" y="2395196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07" name="직선 연결선 3606">
            <a:extLst>
              <a:ext uri="{FF2B5EF4-FFF2-40B4-BE49-F238E27FC236}">
                <a16:creationId xmlns:a16="http://schemas.microsoft.com/office/drawing/2014/main" id="{1A12D4A7-15A9-3CE7-CCAB-862229C94EDD}"/>
              </a:ext>
            </a:extLst>
          </p:cNvPr>
          <p:cNvCxnSpPr/>
          <p:nvPr/>
        </p:nvCxnSpPr>
        <p:spPr>
          <a:xfrm>
            <a:off x="11007145" y="208216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8" name="모서리가 둥근 직사각형 3607">
            <a:extLst>
              <a:ext uri="{FF2B5EF4-FFF2-40B4-BE49-F238E27FC236}">
                <a16:creationId xmlns:a16="http://schemas.microsoft.com/office/drawing/2014/main" id="{A8A1AA56-95B9-1E87-F723-040093C224D0}"/>
              </a:ext>
            </a:extLst>
          </p:cNvPr>
          <p:cNvSpPr/>
          <p:nvPr/>
        </p:nvSpPr>
        <p:spPr>
          <a:xfrm>
            <a:off x="10974681" y="205649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609" name="직선 연결선 3608">
            <a:extLst>
              <a:ext uri="{FF2B5EF4-FFF2-40B4-BE49-F238E27FC236}">
                <a16:creationId xmlns:a16="http://schemas.microsoft.com/office/drawing/2014/main" id="{8F77111A-0402-6003-4AF0-70E12AE80A55}"/>
              </a:ext>
            </a:extLst>
          </p:cNvPr>
          <p:cNvCxnSpPr/>
          <p:nvPr/>
        </p:nvCxnSpPr>
        <p:spPr>
          <a:xfrm flipH="1">
            <a:off x="11106510" y="214886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0" name="직선 연결선 3609">
            <a:extLst>
              <a:ext uri="{FF2B5EF4-FFF2-40B4-BE49-F238E27FC236}">
                <a16:creationId xmlns:a16="http://schemas.microsoft.com/office/drawing/2014/main" id="{E1BE9BFF-E96D-2CA0-0C0D-FF3A17A7ACDC}"/>
              </a:ext>
            </a:extLst>
          </p:cNvPr>
          <p:cNvCxnSpPr/>
          <p:nvPr/>
        </p:nvCxnSpPr>
        <p:spPr>
          <a:xfrm>
            <a:off x="11148529" y="227284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1" name="직선 연결선 3610">
            <a:extLst>
              <a:ext uri="{FF2B5EF4-FFF2-40B4-BE49-F238E27FC236}">
                <a16:creationId xmlns:a16="http://schemas.microsoft.com/office/drawing/2014/main" id="{1E007662-C3FD-EF9F-CEED-ED38B82E82AC}"/>
              </a:ext>
            </a:extLst>
          </p:cNvPr>
          <p:cNvCxnSpPr/>
          <p:nvPr/>
        </p:nvCxnSpPr>
        <p:spPr>
          <a:xfrm>
            <a:off x="11058667" y="227284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2" name="직선 연결선 3611">
            <a:extLst>
              <a:ext uri="{FF2B5EF4-FFF2-40B4-BE49-F238E27FC236}">
                <a16:creationId xmlns:a16="http://schemas.microsoft.com/office/drawing/2014/main" id="{FE7DDDB2-74F5-F09C-1E52-845C4B745501}"/>
              </a:ext>
            </a:extLst>
          </p:cNvPr>
          <p:cNvCxnSpPr/>
          <p:nvPr/>
        </p:nvCxnSpPr>
        <p:spPr>
          <a:xfrm>
            <a:off x="11106510" y="220013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3" name="직선 연결선 3612">
            <a:extLst>
              <a:ext uri="{FF2B5EF4-FFF2-40B4-BE49-F238E27FC236}">
                <a16:creationId xmlns:a16="http://schemas.microsoft.com/office/drawing/2014/main" id="{F4D0039E-773A-9597-7C21-E1BC272D918C}"/>
              </a:ext>
            </a:extLst>
          </p:cNvPr>
          <p:cNvCxnSpPr/>
          <p:nvPr/>
        </p:nvCxnSpPr>
        <p:spPr>
          <a:xfrm flipH="1">
            <a:off x="11056466" y="219676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4" name="모서리가 둥근 직사각형 3613">
            <a:extLst>
              <a:ext uri="{FF2B5EF4-FFF2-40B4-BE49-F238E27FC236}">
                <a16:creationId xmlns:a16="http://schemas.microsoft.com/office/drawing/2014/main" id="{4B2F503A-EFA9-70BE-AECB-B8C0DF293634}"/>
              </a:ext>
            </a:extLst>
          </p:cNvPr>
          <p:cNvSpPr/>
          <p:nvPr/>
        </p:nvSpPr>
        <p:spPr>
          <a:xfrm>
            <a:off x="11021342" y="23178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15" name="모서리가 둥근 직사각형 3614">
            <a:extLst>
              <a:ext uri="{FF2B5EF4-FFF2-40B4-BE49-F238E27FC236}">
                <a16:creationId xmlns:a16="http://schemas.microsoft.com/office/drawing/2014/main" id="{33A3E7F8-E57F-11E9-E817-5288B076B061}"/>
              </a:ext>
            </a:extLst>
          </p:cNvPr>
          <p:cNvSpPr/>
          <p:nvPr/>
        </p:nvSpPr>
        <p:spPr>
          <a:xfrm>
            <a:off x="11021342" y="224408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16" name="모서리가 둥근 직사각형 3615">
            <a:extLst>
              <a:ext uri="{FF2B5EF4-FFF2-40B4-BE49-F238E27FC236}">
                <a16:creationId xmlns:a16="http://schemas.microsoft.com/office/drawing/2014/main" id="{14473DD1-23CB-34C6-8713-F1E5E4A6AC7F}"/>
              </a:ext>
            </a:extLst>
          </p:cNvPr>
          <p:cNvSpPr/>
          <p:nvPr/>
        </p:nvSpPr>
        <p:spPr>
          <a:xfrm>
            <a:off x="11110821" y="23178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17" name="모서리가 둥근 직사각형 3616">
            <a:extLst>
              <a:ext uri="{FF2B5EF4-FFF2-40B4-BE49-F238E27FC236}">
                <a16:creationId xmlns:a16="http://schemas.microsoft.com/office/drawing/2014/main" id="{2D3EAE42-3C17-241B-B076-3B6A83ECCB51}"/>
              </a:ext>
            </a:extLst>
          </p:cNvPr>
          <p:cNvSpPr/>
          <p:nvPr/>
        </p:nvSpPr>
        <p:spPr>
          <a:xfrm>
            <a:off x="11110821" y="224408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18" name="모서리가 둥근 직사각형 3617">
            <a:extLst>
              <a:ext uri="{FF2B5EF4-FFF2-40B4-BE49-F238E27FC236}">
                <a16:creationId xmlns:a16="http://schemas.microsoft.com/office/drawing/2014/main" id="{12B46F3A-9E2F-990C-CF15-FA791841036D}"/>
              </a:ext>
            </a:extLst>
          </p:cNvPr>
          <p:cNvSpPr/>
          <p:nvPr/>
        </p:nvSpPr>
        <p:spPr>
          <a:xfrm>
            <a:off x="11068801" y="217034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19" name="직선 연결선 3618">
            <a:extLst>
              <a:ext uri="{FF2B5EF4-FFF2-40B4-BE49-F238E27FC236}">
                <a16:creationId xmlns:a16="http://schemas.microsoft.com/office/drawing/2014/main" id="{7914908D-99E3-CA46-675C-984BF322390C}"/>
              </a:ext>
            </a:extLst>
          </p:cNvPr>
          <p:cNvCxnSpPr/>
          <p:nvPr/>
        </p:nvCxnSpPr>
        <p:spPr>
          <a:xfrm>
            <a:off x="11237214" y="222218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0" name="직선 연결선 3619">
            <a:extLst>
              <a:ext uri="{FF2B5EF4-FFF2-40B4-BE49-F238E27FC236}">
                <a16:creationId xmlns:a16="http://schemas.microsoft.com/office/drawing/2014/main" id="{98CCDA5C-B828-19BB-C09F-04FC03394FF9}"/>
              </a:ext>
            </a:extLst>
          </p:cNvPr>
          <p:cNvCxnSpPr/>
          <p:nvPr/>
        </p:nvCxnSpPr>
        <p:spPr>
          <a:xfrm>
            <a:off x="11195196" y="214947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1" name="모서리가 둥근 직사각형 3620">
            <a:extLst>
              <a:ext uri="{FF2B5EF4-FFF2-40B4-BE49-F238E27FC236}">
                <a16:creationId xmlns:a16="http://schemas.microsoft.com/office/drawing/2014/main" id="{03637F7F-6822-11D1-B3BD-59D0E6358CB1}"/>
              </a:ext>
            </a:extLst>
          </p:cNvPr>
          <p:cNvSpPr/>
          <p:nvPr/>
        </p:nvSpPr>
        <p:spPr>
          <a:xfrm>
            <a:off x="11199507" y="22671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22" name="모서리가 둥근 직사각형 3621">
            <a:extLst>
              <a:ext uri="{FF2B5EF4-FFF2-40B4-BE49-F238E27FC236}">
                <a16:creationId xmlns:a16="http://schemas.microsoft.com/office/drawing/2014/main" id="{04B3A790-C738-1D9C-5607-D759D62D2518}"/>
              </a:ext>
            </a:extLst>
          </p:cNvPr>
          <p:cNvSpPr/>
          <p:nvPr/>
        </p:nvSpPr>
        <p:spPr>
          <a:xfrm>
            <a:off x="11199507" y="219342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23" name="모서리가 둥근 직사각형 3622">
            <a:extLst>
              <a:ext uri="{FF2B5EF4-FFF2-40B4-BE49-F238E27FC236}">
                <a16:creationId xmlns:a16="http://schemas.microsoft.com/office/drawing/2014/main" id="{7B4ECDDC-CC63-88DE-89AD-103D68A98246}"/>
              </a:ext>
            </a:extLst>
          </p:cNvPr>
          <p:cNvSpPr/>
          <p:nvPr/>
        </p:nvSpPr>
        <p:spPr>
          <a:xfrm>
            <a:off x="11157487" y="211968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24" name="직선 연결선 3623">
            <a:extLst>
              <a:ext uri="{FF2B5EF4-FFF2-40B4-BE49-F238E27FC236}">
                <a16:creationId xmlns:a16="http://schemas.microsoft.com/office/drawing/2014/main" id="{8A20F2B6-1FD8-7522-F2B2-4CFD9CC15E22}"/>
              </a:ext>
            </a:extLst>
          </p:cNvPr>
          <p:cNvCxnSpPr/>
          <p:nvPr/>
        </p:nvCxnSpPr>
        <p:spPr>
          <a:xfrm>
            <a:off x="11590850" y="2082169"/>
            <a:ext cx="188051" cy="624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5" name="모서리가 둥근 직사각형 3624">
            <a:extLst>
              <a:ext uri="{FF2B5EF4-FFF2-40B4-BE49-F238E27FC236}">
                <a16:creationId xmlns:a16="http://schemas.microsoft.com/office/drawing/2014/main" id="{9C81F816-BD1D-DCCC-04F5-52FD9FC67910}"/>
              </a:ext>
            </a:extLst>
          </p:cNvPr>
          <p:cNvSpPr/>
          <p:nvPr/>
        </p:nvSpPr>
        <p:spPr>
          <a:xfrm>
            <a:off x="11558386" y="2056491"/>
            <a:ext cx="73145" cy="557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국장</a:t>
            </a:r>
          </a:p>
        </p:txBody>
      </p:sp>
      <p:cxnSp>
        <p:nvCxnSpPr>
          <p:cNvPr id="3626" name="직선 연결선 3625">
            <a:extLst>
              <a:ext uri="{FF2B5EF4-FFF2-40B4-BE49-F238E27FC236}">
                <a16:creationId xmlns:a16="http://schemas.microsoft.com/office/drawing/2014/main" id="{1DA1E8A2-CB9F-43E5-7AB6-46994B90E5C5}"/>
              </a:ext>
            </a:extLst>
          </p:cNvPr>
          <p:cNvCxnSpPr/>
          <p:nvPr/>
        </p:nvCxnSpPr>
        <p:spPr>
          <a:xfrm flipH="1">
            <a:off x="11690215" y="2148868"/>
            <a:ext cx="88685" cy="512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7" name="직선 연결선 3626">
            <a:extLst>
              <a:ext uri="{FF2B5EF4-FFF2-40B4-BE49-F238E27FC236}">
                <a16:creationId xmlns:a16="http://schemas.microsoft.com/office/drawing/2014/main" id="{921011E6-D4E3-0B87-49B4-9A7CC0174BC8}"/>
              </a:ext>
            </a:extLst>
          </p:cNvPr>
          <p:cNvCxnSpPr/>
          <p:nvPr/>
        </p:nvCxnSpPr>
        <p:spPr>
          <a:xfrm>
            <a:off x="11732234" y="227284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8" name="직선 연결선 3627">
            <a:extLst>
              <a:ext uri="{FF2B5EF4-FFF2-40B4-BE49-F238E27FC236}">
                <a16:creationId xmlns:a16="http://schemas.microsoft.com/office/drawing/2014/main" id="{425B9BB0-1186-AD58-E8B2-19D0EB7D7D85}"/>
              </a:ext>
            </a:extLst>
          </p:cNvPr>
          <p:cNvCxnSpPr/>
          <p:nvPr/>
        </p:nvCxnSpPr>
        <p:spPr>
          <a:xfrm>
            <a:off x="11642372" y="2272848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9" name="직선 연결선 3628">
            <a:extLst>
              <a:ext uri="{FF2B5EF4-FFF2-40B4-BE49-F238E27FC236}">
                <a16:creationId xmlns:a16="http://schemas.microsoft.com/office/drawing/2014/main" id="{E82D9A60-876B-AEEB-9E56-922CBC6B9856}"/>
              </a:ext>
            </a:extLst>
          </p:cNvPr>
          <p:cNvCxnSpPr/>
          <p:nvPr/>
        </p:nvCxnSpPr>
        <p:spPr>
          <a:xfrm>
            <a:off x="11690215" y="2200134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0" name="직선 연결선 3629">
            <a:extLst>
              <a:ext uri="{FF2B5EF4-FFF2-40B4-BE49-F238E27FC236}">
                <a16:creationId xmlns:a16="http://schemas.microsoft.com/office/drawing/2014/main" id="{379F6680-D9C5-CFE3-4CA0-736F8F5A5F3E}"/>
              </a:ext>
            </a:extLst>
          </p:cNvPr>
          <p:cNvCxnSpPr/>
          <p:nvPr/>
        </p:nvCxnSpPr>
        <p:spPr>
          <a:xfrm flipH="1">
            <a:off x="11640171" y="2196762"/>
            <a:ext cx="48129" cy="76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1" name="모서리가 둥근 직사각형 3630">
            <a:extLst>
              <a:ext uri="{FF2B5EF4-FFF2-40B4-BE49-F238E27FC236}">
                <a16:creationId xmlns:a16="http://schemas.microsoft.com/office/drawing/2014/main" id="{50A51F7D-B68A-ECCF-2106-58FA772EC463}"/>
              </a:ext>
            </a:extLst>
          </p:cNvPr>
          <p:cNvSpPr/>
          <p:nvPr/>
        </p:nvSpPr>
        <p:spPr>
          <a:xfrm>
            <a:off x="11605047" y="23178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32" name="모서리가 둥근 직사각형 3631">
            <a:extLst>
              <a:ext uri="{FF2B5EF4-FFF2-40B4-BE49-F238E27FC236}">
                <a16:creationId xmlns:a16="http://schemas.microsoft.com/office/drawing/2014/main" id="{7FC81263-C0D2-CB12-8FF0-8C5D8A2C4F3C}"/>
              </a:ext>
            </a:extLst>
          </p:cNvPr>
          <p:cNvSpPr/>
          <p:nvPr/>
        </p:nvSpPr>
        <p:spPr>
          <a:xfrm>
            <a:off x="11605047" y="224408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33" name="모서리가 둥근 직사각형 3632">
            <a:extLst>
              <a:ext uri="{FF2B5EF4-FFF2-40B4-BE49-F238E27FC236}">
                <a16:creationId xmlns:a16="http://schemas.microsoft.com/office/drawing/2014/main" id="{4A5295E1-54A7-2BC7-775C-3C487CFD5AB9}"/>
              </a:ext>
            </a:extLst>
          </p:cNvPr>
          <p:cNvSpPr/>
          <p:nvPr/>
        </p:nvSpPr>
        <p:spPr>
          <a:xfrm>
            <a:off x="11694526" y="2317824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34" name="모서리가 둥근 직사각형 3633">
            <a:extLst>
              <a:ext uri="{FF2B5EF4-FFF2-40B4-BE49-F238E27FC236}">
                <a16:creationId xmlns:a16="http://schemas.microsoft.com/office/drawing/2014/main" id="{54573375-875E-C359-0886-59C5AA34C0B5}"/>
              </a:ext>
            </a:extLst>
          </p:cNvPr>
          <p:cNvSpPr/>
          <p:nvPr/>
        </p:nvSpPr>
        <p:spPr>
          <a:xfrm>
            <a:off x="11694526" y="2244087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35" name="모서리가 둥근 직사각형 3634">
            <a:extLst>
              <a:ext uri="{FF2B5EF4-FFF2-40B4-BE49-F238E27FC236}">
                <a16:creationId xmlns:a16="http://schemas.microsoft.com/office/drawing/2014/main" id="{2D7BB333-931D-363B-D5CB-624A07B407D9}"/>
              </a:ext>
            </a:extLst>
          </p:cNvPr>
          <p:cNvSpPr/>
          <p:nvPr/>
        </p:nvSpPr>
        <p:spPr>
          <a:xfrm>
            <a:off x="11652506" y="2170349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cxnSp>
        <p:nvCxnSpPr>
          <p:cNvPr id="3636" name="직선 연결선 3635">
            <a:extLst>
              <a:ext uri="{FF2B5EF4-FFF2-40B4-BE49-F238E27FC236}">
                <a16:creationId xmlns:a16="http://schemas.microsoft.com/office/drawing/2014/main" id="{3923F185-0261-E630-9435-88489D757D6F}"/>
              </a:ext>
            </a:extLst>
          </p:cNvPr>
          <p:cNvCxnSpPr/>
          <p:nvPr/>
        </p:nvCxnSpPr>
        <p:spPr>
          <a:xfrm>
            <a:off x="11820919" y="2222185"/>
            <a:ext cx="0" cy="767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7" name="직선 연결선 3636">
            <a:extLst>
              <a:ext uri="{FF2B5EF4-FFF2-40B4-BE49-F238E27FC236}">
                <a16:creationId xmlns:a16="http://schemas.microsoft.com/office/drawing/2014/main" id="{77238DA8-019C-3134-F41A-069F4E007831}"/>
              </a:ext>
            </a:extLst>
          </p:cNvPr>
          <p:cNvCxnSpPr/>
          <p:nvPr/>
        </p:nvCxnSpPr>
        <p:spPr>
          <a:xfrm>
            <a:off x="11778900" y="2149471"/>
            <a:ext cx="43681" cy="732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8" name="모서리가 둥근 직사각형 3637">
            <a:extLst>
              <a:ext uri="{FF2B5EF4-FFF2-40B4-BE49-F238E27FC236}">
                <a16:creationId xmlns:a16="http://schemas.microsoft.com/office/drawing/2014/main" id="{41AAFEE5-B137-4540-4996-87C7F46E8181}"/>
              </a:ext>
            </a:extLst>
          </p:cNvPr>
          <p:cNvSpPr/>
          <p:nvPr/>
        </p:nvSpPr>
        <p:spPr>
          <a:xfrm>
            <a:off x="11783211" y="2267160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39" name="모서리가 둥근 직사각형 3638">
            <a:extLst>
              <a:ext uri="{FF2B5EF4-FFF2-40B4-BE49-F238E27FC236}">
                <a16:creationId xmlns:a16="http://schemas.microsoft.com/office/drawing/2014/main" id="{5BE7413D-04AE-8738-DF03-0F25074F61C1}"/>
              </a:ext>
            </a:extLst>
          </p:cNvPr>
          <p:cNvSpPr/>
          <p:nvPr/>
        </p:nvSpPr>
        <p:spPr>
          <a:xfrm>
            <a:off x="11783211" y="2193423"/>
            <a:ext cx="75417" cy="57523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640" name="모서리가 둥근 직사각형 3639">
            <a:extLst>
              <a:ext uri="{FF2B5EF4-FFF2-40B4-BE49-F238E27FC236}">
                <a16:creationId xmlns:a16="http://schemas.microsoft.com/office/drawing/2014/main" id="{7FD0CD1E-2981-BFC0-DD5E-0A92D72788AC}"/>
              </a:ext>
            </a:extLst>
          </p:cNvPr>
          <p:cNvSpPr/>
          <p:nvPr/>
        </p:nvSpPr>
        <p:spPr>
          <a:xfrm>
            <a:off x="11741192" y="2119685"/>
            <a:ext cx="75417" cy="575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3641" name="모서리가 둥근 직사각형 3640">
            <a:extLst>
              <a:ext uri="{FF2B5EF4-FFF2-40B4-BE49-F238E27FC236}">
                <a16:creationId xmlns:a16="http://schemas.microsoft.com/office/drawing/2014/main" id="{D25C30F8-FBB6-EF1E-CF50-0C2C5E91F9FF}"/>
              </a:ext>
            </a:extLst>
          </p:cNvPr>
          <p:cNvSpPr/>
          <p:nvPr/>
        </p:nvSpPr>
        <p:spPr>
          <a:xfrm>
            <a:off x="10818564" y="1175658"/>
            <a:ext cx="339734" cy="28247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총장</a:t>
            </a:r>
          </a:p>
        </p:txBody>
      </p:sp>
      <p:sp>
        <p:nvSpPr>
          <p:cNvPr id="3642" name="모서리가 둥근 직사각형 3641">
            <a:extLst>
              <a:ext uri="{FF2B5EF4-FFF2-40B4-BE49-F238E27FC236}">
                <a16:creationId xmlns:a16="http://schemas.microsoft.com/office/drawing/2014/main" id="{8A4C5905-B060-21CF-11E8-BD9CE3E3B8E5}"/>
              </a:ext>
            </a:extLst>
          </p:cNvPr>
          <p:cNvSpPr/>
          <p:nvPr/>
        </p:nvSpPr>
        <p:spPr>
          <a:xfrm>
            <a:off x="5178963" y="44068"/>
            <a:ext cx="1730774" cy="101081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IM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임페리얼</a:t>
            </a:r>
          </a:p>
        </p:txBody>
      </p:sp>
      <p:sp>
        <p:nvSpPr>
          <p:cNvPr id="3647" name="TextBox 3646">
            <a:extLst>
              <a:ext uri="{FF2B5EF4-FFF2-40B4-BE49-F238E27FC236}">
                <a16:creationId xmlns:a16="http://schemas.microsoft.com/office/drawing/2014/main" id="{586C7CA8-8802-7CA3-9112-849C5903214A}"/>
              </a:ext>
            </a:extLst>
          </p:cNvPr>
          <p:cNvSpPr txBox="1"/>
          <p:nvPr/>
        </p:nvSpPr>
        <p:spPr>
          <a:xfrm>
            <a:off x="171599" y="151908"/>
            <a:ext cx="24436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CM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RM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12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STM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36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SRM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108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 : 324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972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합   계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: 1,456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192071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C58F7282-416F-A6AF-D214-0043828261E8}"/>
              </a:ext>
            </a:extLst>
          </p:cNvPr>
          <p:cNvSpPr/>
          <p:nvPr/>
        </p:nvSpPr>
        <p:spPr>
          <a:xfrm>
            <a:off x="1029652" y="1241613"/>
            <a:ext cx="3062605" cy="5095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258BAF1-0364-C1B8-BEA3-912A02865DC0}"/>
              </a:ext>
            </a:extLst>
          </p:cNvPr>
          <p:cNvSpPr/>
          <p:nvPr/>
        </p:nvSpPr>
        <p:spPr>
          <a:xfrm>
            <a:off x="4283706" y="1241613"/>
            <a:ext cx="4518030" cy="509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우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B02BF33-3BFC-ECAD-3CB8-29DF2E5CAA99}"/>
              </a:ext>
            </a:extLst>
          </p:cNvPr>
          <p:cNvCxnSpPr/>
          <p:nvPr/>
        </p:nvCxnSpPr>
        <p:spPr>
          <a:xfrm>
            <a:off x="5656578" y="2407771"/>
            <a:ext cx="991872" cy="1796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854917E-7E38-AC0F-5E2B-F30F63D1F0B4}"/>
              </a:ext>
            </a:extLst>
          </p:cNvPr>
          <p:cNvCxnSpPr/>
          <p:nvPr/>
        </p:nvCxnSpPr>
        <p:spPr>
          <a:xfrm>
            <a:off x="4362449" y="1299478"/>
            <a:ext cx="1895475" cy="4387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A57795B-0762-BBA4-3891-AE65818DB937}"/>
              </a:ext>
            </a:extLst>
          </p:cNvPr>
          <p:cNvCxnSpPr/>
          <p:nvPr/>
        </p:nvCxnSpPr>
        <p:spPr>
          <a:xfrm>
            <a:off x="4663441" y="2029361"/>
            <a:ext cx="3432809" cy="1165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CB845D0-024E-7ABE-969B-211002965A25}"/>
              </a:ext>
            </a:extLst>
          </p:cNvPr>
          <p:cNvCxnSpPr>
            <a:cxnSpLocks/>
          </p:cNvCxnSpPr>
          <p:nvPr/>
        </p:nvCxnSpPr>
        <p:spPr>
          <a:xfrm>
            <a:off x="2390778" y="4055983"/>
            <a:ext cx="242566" cy="85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5DD9836-765F-91C4-CE21-F4C19535FD6B}"/>
              </a:ext>
            </a:extLst>
          </p:cNvPr>
          <p:cNvCxnSpPr/>
          <p:nvPr/>
        </p:nvCxnSpPr>
        <p:spPr>
          <a:xfrm>
            <a:off x="3181985" y="2774752"/>
            <a:ext cx="504188" cy="1526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636A423-4680-78C3-C166-96842C0F8E19}"/>
              </a:ext>
            </a:extLst>
          </p:cNvPr>
          <p:cNvCxnSpPr>
            <a:cxnSpLocks/>
          </p:cNvCxnSpPr>
          <p:nvPr/>
        </p:nvCxnSpPr>
        <p:spPr>
          <a:xfrm flipH="1">
            <a:off x="1591945" y="1238250"/>
            <a:ext cx="2503805" cy="4251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B6FC6F-0C02-AA7E-21AB-AE0F0EF7C59F}"/>
              </a:ext>
            </a:extLst>
          </p:cNvPr>
          <p:cNvSpPr txBox="1"/>
          <p:nvPr/>
        </p:nvSpPr>
        <p:spPr>
          <a:xfrm>
            <a:off x="130810" y="64270"/>
            <a:ext cx="1866900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세일즈마스터</a:t>
            </a:r>
            <a:r>
              <a:rPr lang="ko-KR" altLang="en-US" dirty="0"/>
              <a:t> </a:t>
            </a:r>
            <a:r>
              <a:rPr lang="en-US" altLang="ko-KR" dirty="0"/>
              <a:t>(SM)</a:t>
            </a:r>
            <a:endParaRPr lang="ko-KR" altLang="en-US" dirty="0"/>
          </a:p>
        </p:txBody>
      </p:sp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6787D3D6-743F-7179-EA75-57FEB18218D8}"/>
              </a:ext>
            </a:extLst>
          </p:cNvPr>
          <p:cNvSpPr/>
          <p:nvPr/>
        </p:nvSpPr>
        <p:spPr>
          <a:xfrm>
            <a:off x="3457574" y="737271"/>
            <a:ext cx="1455422" cy="758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DA40C5D-5AD7-F329-CF6B-97DDD919C60C}"/>
              </a:ext>
            </a:extLst>
          </p:cNvPr>
          <p:cNvSpPr/>
          <p:nvPr/>
        </p:nvSpPr>
        <p:spPr>
          <a:xfrm>
            <a:off x="3419473" y="176266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B3D57FB-26F1-4E19-D2F9-3F2356152338}"/>
              </a:ext>
            </a:extLst>
          </p:cNvPr>
          <p:cNvSpPr/>
          <p:nvPr/>
        </p:nvSpPr>
        <p:spPr>
          <a:xfrm>
            <a:off x="2915285" y="250805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3C06745-E6FE-89EC-1ACF-4E46C6ABAE5F}"/>
              </a:ext>
            </a:extLst>
          </p:cNvPr>
          <p:cNvSpPr/>
          <p:nvPr/>
        </p:nvSpPr>
        <p:spPr>
          <a:xfrm>
            <a:off x="2505709" y="324231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E6D79D2-EFF0-A18C-D398-9F0B16AD7154}"/>
              </a:ext>
            </a:extLst>
          </p:cNvPr>
          <p:cNvSpPr/>
          <p:nvPr/>
        </p:nvSpPr>
        <p:spPr>
          <a:xfrm>
            <a:off x="2120265" y="390696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827BEF6-9EF7-2B82-7332-569F816B48D9}"/>
              </a:ext>
            </a:extLst>
          </p:cNvPr>
          <p:cNvSpPr/>
          <p:nvPr/>
        </p:nvSpPr>
        <p:spPr>
          <a:xfrm>
            <a:off x="3167379" y="319522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FB684AB-374E-B8FB-CECE-77F3D41A5355}"/>
              </a:ext>
            </a:extLst>
          </p:cNvPr>
          <p:cNvSpPr/>
          <p:nvPr/>
        </p:nvSpPr>
        <p:spPr>
          <a:xfrm>
            <a:off x="3416934" y="39370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7A85D10-91F2-47C5-EAA0-B721E3AE1F99}"/>
              </a:ext>
            </a:extLst>
          </p:cNvPr>
          <p:cNvSpPr/>
          <p:nvPr/>
        </p:nvSpPr>
        <p:spPr>
          <a:xfrm>
            <a:off x="1731010" y="4571614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CA44CB1-1F0F-B9FE-4FA8-A368882A63D9}"/>
              </a:ext>
            </a:extLst>
          </p:cNvPr>
          <p:cNvSpPr/>
          <p:nvPr/>
        </p:nvSpPr>
        <p:spPr>
          <a:xfrm>
            <a:off x="2505709" y="462534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F733573-E97F-DAC5-DCD6-C6E07BB87DF4}"/>
              </a:ext>
            </a:extLst>
          </p:cNvPr>
          <p:cNvSpPr/>
          <p:nvPr/>
        </p:nvSpPr>
        <p:spPr>
          <a:xfrm>
            <a:off x="1260475" y="515874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9B3331F-B25C-BC86-EE51-C728964A9F5F}"/>
              </a:ext>
            </a:extLst>
          </p:cNvPr>
          <p:cNvSpPr/>
          <p:nvPr/>
        </p:nvSpPr>
        <p:spPr>
          <a:xfrm>
            <a:off x="4396741" y="172060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2EE5E80-69C2-D632-3165-EA878D7C9D07}"/>
              </a:ext>
            </a:extLst>
          </p:cNvPr>
          <p:cNvSpPr/>
          <p:nvPr/>
        </p:nvSpPr>
        <p:spPr>
          <a:xfrm>
            <a:off x="4648835" y="240777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3DC35B4-F218-AD76-D033-E8733F8C0E86}"/>
              </a:ext>
            </a:extLst>
          </p:cNvPr>
          <p:cNvSpPr/>
          <p:nvPr/>
        </p:nvSpPr>
        <p:spPr>
          <a:xfrm>
            <a:off x="5009513" y="304145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1898B95-ADBA-B82C-9980-3C985657101B}"/>
              </a:ext>
            </a:extLst>
          </p:cNvPr>
          <p:cNvSpPr/>
          <p:nvPr/>
        </p:nvSpPr>
        <p:spPr>
          <a:xfrm>
            <a:off x="5310186" y="3789283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D5A650B-DF0A-6EE4-8855-9A74CB748CD0}"/>
              </a:ext>
            </a:extLst>
          </p:cNvPr>
          <p:cNvSpPr/>
          <p:nvPr/>
        </p:nvSpPr>
        <p:spPr>
          <a:xfrm>
            <a:off x="5514972" y="4453037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9EE8F8A-8CD9-5B07-222C-BE9D8349621D}"/>
              </a:ext>
            </a:extLst>
          </p:cNvPr>
          <p:cNvSpPr/>
          <p:nvPr/>
        </p:nvSpPr>
        <p:spPr>
          <a:xfrm>
            <a:off x="5843586" y="5232058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ㅂ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161C37C-A466-2901-1075-BA773AEDAB59}"/>
              </a:ext>
            </a:extLst>
          </p:cNvPr>
          <p:cNvSpPr/>
          <p:nvPr/>
        </p:nvSpPr>
        <p:spPr>
          <a:xfrm>
            <a:off x="5389878" y="211854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E39F7F5-3804-53BC-10BC-28BE8D414DB9}"/>
              </a:ext>
            </a:extLst>
          </p:cNvPr>
          <p:cNvSpPr/>
          <p:nvPr/>
        </p:nvSpPr>
        <p:spPr>
          <a:xfrm>
            <a:off x="6228074" y="2385242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E319BE7-39A9-DEC4-E9AE-CD0EF472E2A2}"/>
              </a:ext>
            </a:extLst>
          </p:cNvPr>
          <p:cNvSpPr/>
          <p:nvPr/>
        </p:nvSpPr>
        <p:spPr>
          <a:xfrm>
            <a:off x="7062466" y="2692152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54BC8C5-0D7C-963B-1C50-DAFA285A7050}"/>
              </a:ext>
            </a:extLst>
          </p:cNvPr>
          <p:cNvSpPr/>
          <p:nvPr/>
        </p:nvSpPr>
        <p:spPr>
          <a:xfrm>
            <a:off x="5828346" y="294117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8864437-F9E5-F3B2-D6A2-37D6E2F59654}"/>
              </a:ext>
            </a:extLst>
          </p:cNvPr>
          <p:cNvSpPr/>
          <p:nvPr/>
        </p:nvSpPr>
        <p:spPr>
          <a:xfrm>
            <a:off x="6293798" y="377571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1436826C-626F-29CD-0DF7-502A94DB6A38}"/>
              </a:ext>
            </a:extLst>
          </p:cNvPr>
          <p:cNvSpPr/>
          <p:nvPr/>
        </p:nvSpPr>
        <p:spPr>
          <a:xfrm>
            <a:off x="7908921" y="2975610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F5C503-04FA-175A-5748-5C3A61DA8FBF}"/>
              </a:ext>
            </a:extLst>
          </p:cNvPr>
          <p:cNvSpPr txBox="1"/>
          <p:nvPr/>
        </p:nvSpPr>
        <p:spPr>
          <a:xfrm>
            <a:off x="9215752" y="173641"/>
            <a:ext cx="274764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 err="1"/>
              <a:t>세일즈마스터의</a:t>
            </a:r>
            <a:r>
              <a:rPr lang="ko-KR" altLang="en-US" dirty="0"/>
              <a:t> 달성조건</a:t>
            </a:r>
            <a:r>
              <a:rPr lang="en-US" altLang="ko-KR" dirty="0"/>
              <a:t>:</a:t>
            </a:r>
            <a:r>
              <a:rPr lang="ko-KR" altLang="en-US" dirty="0"/>
              <a:t> 보름동안 좌그룹과 </a:t>
            </a:r>
            <a:r>
              <a:rPr lang="ko-KR" altLang="en-US" dirty="0" err="1"/>
              <a:t>우그룹의</a:t>
            </a:r>
            <a:r>
              <a:rPr lang="ko-KR" altLang="en-US" dirty="0"/>
              <a:t> 합이 각각 </a:t>
            </a:r>
            <a:r>
              <a:rPr lang="en-US" altLang="ko-KR" dirty="0"/>
              <a:t>250</a:t>
            </a:r>
            <a:r>
              <a:rPr lang="ko-KR" altLang="en-US" dirty="0"/>
              <a:t>만</a:t>
            </a:r>
            <a:r>
              <a:rPr lang="en-US" altLang="ko-KR" dirty="0" err="1"/>
              <a:t>pv</a:t>
            </a:r>
            <a:r>
              <a:rPr lang="en-US" altLang="ko-KR" dirty="0"/>
              <a:t> </a:t>
            </a:r>
            <a:r>
              <a:rPr lang="ko-KR" altLang="en-US" dirty="0"/>
              <a:t>이상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보름동안 </a:t>
            </a:r>
            <a:r>
              <a:rPr lang="en-US" altLang="ko-KR" dirty="0"/>
              <a:t>‘</a:t>
            </a:r>
            <a:r>
              <a:rPr lang="ko-KR" altLang="en-US" dirty="0"/>
              <a:t>나</a:t>
            </a:r>
            <a:r>
              <a:rPr lang="en-US" altLang="ko-KR" dirty="0"/>
              <a:t>’</a:t>
            </a:r>
            <a:r>
              <a:rPr lang="ko-KR" altLang="en-US" dirty="0"/>
              <a:t>의 아이디로 매출이 나온 </a:t>
            </a:r>
            <a:r>
              <a:rPr lang="en-US" altLang="ko-KR" dirty="0"/>
              <a:t>PV</a:t>
            </a:r>
            <a:r>
              <a:rPr lang="ko-KR" altLang="en-US" dirty="0"/>
              <a:t>는 회원</a:t>
            </a:r>
            <a:r>
              <a:rPr lang="en-US" altLang="ko-KR" dirty="0"/>
              <a:t>PV(</a:t>
            </a:r>
            <a:r>
              <a:rPr lang="ko-KR" altLang="en-US" dirty="0"/>
              <a:t>몸</a:t>
            </a:r>
            <a:r>
              <a:rPr lang="en-US" altLang="ko-KR" dirty="0"/>
              <a:t>PV)</a:t>
            </a:r>
            <a:r>
              <a:rPr lang="ko-KR" altLang="en-US" dirty="0"/>
              <a:t>에 쌓이면서 소실적에 합산된다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  (</a:t>
            </a: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보름동안 좌그룹매출</a:t>
            </a:r>
            <a:r>
              <a:rPr lang="en-US" altLang="ko-KR" dirty="0"/>
              <a:t>=250</a:t>
            </a:r>
            <a:r>
              <a:rPr lang="ko-KR" altLang="en-US" dirty="0"/>
              <a:t>만</a:t>
            </a:r>
            <a:r>
              <a:rPr lang="en-US" altLang="ko-KR" dirty="0"/>
              <a:t>PV, </a:t>
            </a:r>
            <a:r>
              <a:rPr lang="ko-KR" altLang="en-US" dirty="0" err="1"/>
              <a:t>우그룹매출</a:t>
            </a:r>
            <a:r>
              <a:rPr lang="en-US" altLang="ko-KR" dirty="0"/>
              <a:t>=210</a:t>
            </a:r>
            <a:r>
              <a:rPr lang="ko-KR" altLang="en-US" dirty="0"/>
              <a:t>만</a:t>
            </a:r>
            <a:r>
              <a:rPr lang="en-US" altLang="ko-KR" dirty="0"/>
              <a:t>PV,</a:t>
            </a:r>
            <a:r>
              <a:rPr lang="ko-KR" altLang="en-US" dirty="0"/>
              <a:t>회원</a:t>
            </a:r>
            <a:r>
              <a:rPr lang="en-US" altLang="ko-KR" dirty="0"/>
              <a:t>PV</a:t>
            </a:r>
            <a:r>
              <a:rPr lang="ko-KR" altLang="en-US" dirty="0"/>
              <a:t>매출</a:t>
            </a:r>
            <a:r>
              <a:rPr lang="en-US" altLang="ko-KR" dirty="0"/>
              <a:t>=40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이면 회원</a:t>
            </a:r>
            <a:r>
              <a:rPr lang="en-US" altLang="ko-KR" dirty="0"/>
              <a:t>PV</a:t>
            </a:r>
            <a:r>
              <a:rPr lang="ko-KR" altLang="en-US" dirty="0"/>
              <a:t>는 </a:t>
            </a:r>
            <a:r>
              <a:rPr lang="ko-KR" altLang="en-US" dirty="0" err="1"/>
              <a:t>우그룹에</a:t>
            </a:r>
            <a:r>
              <a:rPr lang="ko-KR" altLang="en-US" dirty="0"/>
              <a:t> 합쳐져 </a:t>
            </a:r>
            <a:r>
              <a:rPr lang="en-US" altLang="ko-KR" dirty="0"/>
              <a:t>210</a:t>
            </a:r>
            <a:r>
              <a:rPr lang="ko-KR" altLang="en-US" dirty="0"/>
              <a:t>만</a:t>
            </a:r>
            <a:r>
              <a:rPr lang="en-US" altLang="ko-KR" dirty="0"/>
              <a:t>+40</a:t>
            </a:r>
            <a:r>
              <a:rPr lang="ko-KR" altLang="en-US" dirty="0"/>
              <a:t>만</a:t>
            </a:r>
            <a:r>
              <a:rPr lang="en-US" altLang="ko-KR" dirty="0"/>
              <a:t>=250</a:t>
            </a:r>
            <a:r>
              <a:rPr lang="ko-KR" altLang="en-US" dirty="0"/>
              <a:t>만</a:t>
            </a:r>
            <a:r>
              <a:rPr lang="en-US" altLang="ko-KR" dirty="0"/>
              <a:t>PV</a:t>
            </a:r>
            <a:r>
              <a:rPr lang="ko-KR" altLang="en-US" dirty="0"/>
              <a:t>로 인정되어 </a:t>
            </a:r>
            <a:r>
              <a:rPr lang="ko-KR" altLang="en-US" dirty="0" err="1"/>
              <a:t>세일즈마스터</a:t>
            </a:r>
            <a:r>
              <a:rPr lang="ko-KR" altLang="en-US" dirty="0"/>
              <a:t> 달성조건이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3. 2</a:t>
            </a:r>
            <a:r>
              <a:rPr lang="ko-KR" altLang="en-US" dirty="0"/>
              <a:t>의 규칙은 </a:t>
            </a:r>
            <a:r>
              <a:rPr lang="ko-KR" altLang="en-US" dirty="0" err="1"/>
              <a:t>세미세일즈마스터</a:t>
            </a:r>
            <a:r>
              <a:rPr lang="en-US" altLang="ko-KR" dirty="0"/>
              <a:t>(SSM)</a:t>
            </a:r>
            <a:r>
              <a:rPr lang="ko-KR" altLang="en-US" dirty="0"/>
              <a:t>에게도 동일하게 적용된다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4574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7472-02EC-C453-54F4-A46F716E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9070AA-17C7-A4AF-8AF1-959D17E0A725}"/>
              </a:ext>
            </a:extLst>
          </p:cNvPr>
          <p:cNvSpPr txBox="1"/>
          <p:nvPr/>
        </p:nvSpPr>
        <p:spPr>
          <a:xfrm>
            <a:off x="171599" y="220114"/>
            <a:ext cx="411480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pic>
        <p:nvPicPr>
          <p:cNvPr id="11" name="그림 10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96112F-F97E-073B-32DD-2889AF6C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513" y="456717"/>
            <a:ext cx="5815078" cy="588497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613DEBF-E430-4C53-958A-272DA5D50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1042904"/>
            <a:ext cx="5657850" cy="412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6B9CE-2E37-5588-5257-DE0FB1AC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885574-A8F2-AB65-E1C7-C45AAD2E1666}"/>
              </a:ext>
            </a:extLst>
          </p:cNvPr>
          <p:cNvSpPr/>
          <p:nvPr/>
        </p:nvSpPr>
        <p:spPr>
          <a:xfrm>
            <a:off x="1029652" y="1241613"/>
            <a:ext cx="3062605" cy="5095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A14525-F29F-D8EC-31A6-E3C741F0309F}"/>
              </a:ext>
            </a:extLst>
          </p:cNvPr>
          <p:cNvSpPr/>
          <p:nvPr/>
        </p:nvSpPr>
        <p:spPr>
          <a:xfrm>
            <a:off x="2372352" y="4199130"/>
            <a:ext cx="981404" cy="1767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D</a:t>
            </a:r>
            <a:r>
              <a:rPr lang="ko-KR" altLang="en-US" dirty="0">
                <a:solidFill>
                  <a:schemeClr val="tx1"/>
                </a:solidFill>
              </a:rPr>
              <a:t>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5A51A5-88F3-F721-CABB-0A20014C12F6}"/>
              </a:ext>
            </a:extLst>
          </p:cNvPr>
          <p:cNvSpPr/>
          <p:nvPr/>
        </p:nvSpPr>
        <p:spPr>
          <a:xfrm>
            <a:off x="1177607" y="4199130"/>
            <a:ext cx="1109349" cy="176784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r>
              <a:rPr lang="ko-KR" altLang="en-US" dirty="0">
                <a:solidFill>
                  <a:schemeClr val="tx1"/>
                </a:solidFill>
              </a:rPr>
              <a:t>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858EF86-F59E-8ED5-DB79-10FF6512459D}"/>
              </a:ext>
            </a:extLst>
          </p:cNvPr>
          <p:cNvSpPr/>
          <p:nvPr/>
        </p:nvSpPr>
        <p:spPr>
          <a:xfrm>
            <a:off x="4283706" y="1241613"/>
            <a:ext cx="4518030" cy="509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우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B9265A7-202B-AA60-AD18-A3002BDD4008}"/>
              </a:ext>
            </a:extLst>
          </p:cNvPr>
          <p:cNvCxnSpPr/>
          <p:nvPr/>
        </p:nvCxnSpPr>
        <p:spPr>
          <a:xfrm>
            <a:off x="5656578" y="2407771"/>
            <a:ext cx="991872" cy="1796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DC02F49-7C7C-13B9-29FA-6555F0CC3058}"/>
              </a:ext>
            </a:extLst>
          </p:cNvPr>
          <p:cNvCxnSpPr/>
          <p:nvPr/>
        </p:nvCxnSpPr>
        <p:spPr>
          <a:xfrm>
            <a:off x="4362449" y="1299478"/>
            <a:ext cx="1895475" cy="4387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89B5503-F41C-82B5-39DB-13DA2BA75F2C}"/>
              </a:ext>
            </a:extLst>
          </p:cNvPr>
          <p:cNvCxnSpPr/>
          <p:nvPr/>
        </p:nvCxnSpPr>
        <p:spPr>
          <a:xfrm>
            <a:off x="4663441" y="2029361"/>
            <a:ext cx="3432809" cy="1165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F1EBC8B-6EC3-2DD4-684D-B1DFE50CE00C}"/>
              </a:ext>
            </a:extLst>
          </p:cNvPr>
          <p:cNvCxnSpPr>
            <a:cxnSpLocks/>
          </p:cNvCxnSpPr>
          <p:nvPr/>
        </p:nvCxnSpPr>
        <p:spPr>
          <a:xfrm>
            <a:off x="2390778" y="4055983"/>
            <a:ext cx="242566" cy="85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111316B-917D-61A0-726F-EFF2EE1BD747}"/>
              </a:ext>
            </a:extLst>
          </p:cNvPr>
          <p:cNvCxnSpPr/>
          <p:nvPr/>
        </p:nvCxnSpPr>
        <p:spPr>
          <a:xfrm>
            <a:off x="3181985" y="2774752"/>
            <a:ext cx="504188" cy="1526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2308CEA-694C-AEA6-D9C0-3EE0EC6A4AA2}"/>
              </a:ext>
            </a:extLst>
          </p:cNvPr>
          <p:cNvCxnSpPr>
            <a:cxnSpLocks/>
          </p:cNvCxnSpPr>
          <p:nvPr/>
        </p:nvCxnSpPr>
        <p:spPr>
          <a:xfrm flipH="1">
            <a:off x="1591945" y="1238250"/>
            <a:ext cx="2503805" cy="4251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2C19D8F-5649-95BF-6CA8-CFCB35169E93}"/>
              </a:ext>
            </a:extLst>
          </p:cNvPr>
          <p:cNvSpPr txBox="1"/>
          <p:nvPr/>
        </p:nvSpPr>
        <p:spPr>
          <a:xfrm>
            <a:off x="130810" y="64270"/>
            <a:ext cx="1866900" cy="64633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세일즈마스터</a:t>
            </a:r>
            <a:r>
              <a:rPr lang="ko-KR" altLang="en-US" dirty="0"/>
              <a:t> </a:t>
            </a:r>
            <a:r>
              <a:rPr lang="en-US" altLang="ko-KR" dirty="0"/>
              <a:t>(SM)</a:t>
            </a:r>
            <a:endParaRPr lang="ko-KR" altLang="en-US" dirty="0"/>
          </a:p>
        </p:txBody>
      </p:sp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FA77F8F5-497F-4EEE-699F-DCDAA9D4EBFA}"/>
              </a:ext>
            </a:extLst>
          </p:cNvPr>
          <p:cNvSpPr/>
          <p:nvPr/>
        </p:nvSpPr>
        <p:spPr>
          <a:xfrm>
            <a:off x="3457574" y="737271"/>
            <a:ext cx="1455422" cy="758690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81A9921-8FC1-A58C-1251-BC345C6749BC}"/>
              </a:ext>
            </a:extLst>
          </p:cNvPr>
          <p:cNvSpPr/>
          <p:nvPr/>
        </p:nvSpPr>
        <p:spPr>
          <a:xfrm>
            <a:off x="3419473" y="176266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0BEDED2-9F88-E36C-CBFB-0479B20B3A15}"/>
              </a:ext>
            </a:extLst>
          </p:cNvPr>
          <p:cNvSpPr/>
          <p:nvPr/>
        </p:nvSpPr>
        <p:spPr>
          <a:xfrm>
            <a:off x="2915285" y="250805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BAA6C77-5C99-A5F2-D12E-C439D1989A28}"/>
              </a:ext>
            </a:extLst>
          </p:cNvPr>
          <p:cNvSpPr/>
          <p:nvPr/>
        </p:nvSpPr>
        <p:spPr>
          <a:xfrm>
            <a:off x="2505709" y="324231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60C97C8-91E6-82EF-481E-0C556350B100}"/>
              </a:ext>
            </a:extLst>
          </p:cNvPr>
          <p:cNvSpPr/>
          <p:nvPr/>
        </p:nvSpPr>
        <p:spPr>
          <a:xfrm>
            <a:off x="2120265" y="390696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806D01B-B889-5F6B-EE85-D77980169563}"/>
              </a:ext>
            </a:extLst>
          </p:cNvPr>
          <p:cNvSpPr/>
          <p:nvPr/>
        </p:nvSpPr>
        <p:spPr>
          <a:xfrm>
            <a:off x="3167379" y="319522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DA619C5-9CDF-2884-56EB-C3C7F9EDEA75}"/>
              </a:ext>
            </a:extLst>
          </p:cNvPr>
          <p:cNvSpPr/>
          <p:nvPr/>
        </p:nvSpPr>
        <p:spPr>
          <a:xfrm>
            <a:off x="3416934" y="3937099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E77F1F6-CA4C-3C9C-3B14-7BDD4010E3EF}"/>
              </a:ext>
            </a:extLst>
          </p:cNvPr>
          <p:cNvSpPr/>
          <p:nvPr/>
        </p:nvSpPr>
        <p:spPr>
          <a:xfrm>
            <a:off x="1731010" y="4571614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FF71883-FC37-99CC-1445-21AD7EC4F80B}"/>
              </a:ext>
            </a:extLst>
          </p:cNvPr>
          <p:cNvSpPr/>
          <p:nvPr/>
        </p:nvSpPr>
        <p:spPr>
          <a:xfrm>
            <a:off x="2505709" y="462534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C875289-5622-E91C-5111-332638A892C0}"/>
              </a:ext>
            </a:extLst>
          </p:cNvPr>
          <p:cNvSpPr/>
          <p:nvPr/>
        </p:nvSpPr>
        <p:spPr>
          <a:xfrm>
            <a:off x="1260475" y="515874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D420E8E-9078-628D-4699-824230E946EE}"/>
              </a:ext>
            </a:extLst>
          </p:cNvPr>
          <p:cNvSpPr/>
          <p:nvPr/>
        </p:nvSpPr>
        <p:spPr>
          <a:xfrm>
            <a:off x="4396741" y="172060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DEC659B-94B9-D60C-3573-6C541A56A15B}"/>
              </a:ext>
            </a:extLst>
          </p:cNvPr>
          <p:cNvSpPr/>
          <p:nvPr/>
        </p:nvSpPr>
        <p:spPr>
          <a:xfrm>
            <a:off x="4648835" y="240777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7A14902-3A82-B44B-D3AB-2195C6937D5F}"/>
              </a:ext>
            </a:extLst>
          </p:cNvPr>
          <p:cNvSpPr/>
          <p:nvPr/>
        </p:nvSpPr>
        <p:spPr>
          <a:xfrm>
            <a:off x="5009513" y="304145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2DB0120-EBD9-0943-4ACA-8A9435170BC7}"/>
              </a:ext>
            </a:extLst>
          </p:cNvPr>
          <p:cNvSpPr/>
          <p:nvPr/>
        </p:nvSpPr>
        <p:spPr>
          <a:xfrm>
            <a:off x="5310186" y="3789283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4DA6235-845C-2D9C-1A3E-8E14814EFDAD}"/>
              </a:ext>
            </a:extLst>
          </p:cNvPr>
          <p:cNvSpPr/>
          <p:nvPr/>
        </p:nvSpPr>
        <p:spPr>
          <a:xfrm>
            <a:off x="5514972" y="4453037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3B25B69-89A3-CECD-6305-8CE2B110CB23}"/>
              </a:ext>
            </a:extLst>
          </p:cNvPr>
          <p:cNvSpPr/>
          <p:nvPr/>
        </p:nvSpPr>
        <p:spPr>
          <a:xfrm>
            <a:off x="5843586" y="5232058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ㅂ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230C91B-1AB1-A0CA-0D0E-20811D04A416}"/>
              </a:ext>
            </a:extLst>
          </p:cNvPr>
          <p:cNvSpPr/>
          <p:nvPr/>
        </p:nvSpPr>
        <p:spPr>
          <a:xfrm>
            <a:off x="5389878" y="211854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92B4076-47C5-B7B3-32F7-283FEB3E0440}"/>
              </a:ext>
            </a:extLst>
          </p:cNvPr>
          <p:cNvSpPr/>
          <p:nvPr/>
        </p:nvSpPr>
        <p:spPr>
          <a:xfrm>
            <a:off x="6228074" y="2385242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E09CBB4-D95F-260F-E1DA-8037D079CABA}"/>
              </a:ext>
            </a:extLst>
          </p:cNvPr>
          <p:cNvSpPr/>
          <p:nvPr/>
        </p:nvSpPr>
        <p:spPr>
          <a:xfrm>
            <a:off x="7062466" y="2692152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8B35B29-F4D0-B197-2EF2-8AA3763F675F}"/>
              </a:ext>
            </a:extLst>
          </p:cNvPr>
          <p:cNvSpPr/>
          <p:nvPr/>
        </p:nvSpPr>
        <p:spPr>
          <a:xfrm>
            <a:off x="5828346" y="2941171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A205EDA-F0AB-511B-1C6C-5BC63932FB9F}"/>
              </a:ext>
            </a:extLst>
          </p:cNvPr>
          <p:cNvSpPr/>
          <p:nvPr/>
        </p:nvSpPr>
        <p:spPr>
          <a:xfrm>
            <a:off x="6293798" y="377571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8FDB9496-DFAA-83A2-BE45-88DBA189910D}"/>
              </a:ext>
            </a:extLst>
          </p:cNvPr>
          <p:cNvSpPr/>
          <p:nvPr/>
        </p:nvSpPr>
        <p:spPr>
          <a:xfrm>
            <a:off x="7908921" y="2975610"/>
            <a:ext cx="730253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B8FD3D-85C0-3C94-9327-84C1F756EB54}"/>
              </a:ext>
            </a:extLst>
          </p:cNvPr>
          <p:cNvSpPr txBox="1"/>
          <p:nvPr/>
        </p:nvSpPr>
        <p:spPr>
          <a:xfrm>
            <a:off x="9215752" y="1043780"/>
            <a:ext cx="27476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D</a:t>
            </a:r>
            <a:r>
              <a:rPr lang="ko-KR" altLang="en-US" dirty="0"/>
              <a:t>의 좌에서 </a:t>
            </a:r>
            <a:r>
              <a:rPr lang="en-US" altLang="ko-KR" dirty="0"/>
              <a:t>150</a:t>
            </a:r>
            <a:r>
              <a:rPr lang="ko-KR" altLang="en-US" dirty="0"/>
              <a:t>만</a:t>
            </a:r>
            <a:r>
              <a:rPr lang="en-US" altLang="ko-KR" dirty="0" err="1"/>
              <a:t>pv</a:t>
            </a:r>
            <a:r>
              <a:rPr lang="en-US" altLang="ko-KR" dirty="0"/>
              <a:t> </a:t>
            </a:r>
            <a:r>
              <a:rPr lang="ko-KR" altLang="en-US" dirty="0"/>
              <a:t>발생 </a:t>
            </a:r>
            <a:r>
              <a:rPr lang="en-US" altLang="ko-KR" dirty="0"/>
              <a:t>/ D</a:t>
            </a:r>
            <a:r>
              <a:rPr lang="ko-KR" altLang="en-US" dirty="0"/>
              <a:t>의 우에서 </a:t>
            </a:r>
            <a:r>
              <a:rPr lang="en-US" altLang="ko-KR" dirty="0"/>
              <a:t>110</a:t>
            </a:r>
            <a:r>
              <a:rPr lang="ko-KR" altLang="en-US" dirty="0"/>
              <a:t>만</a:t>
            </a:r>
            <a:r>
              <a:rPr lang="en-US" altLang="ko-KR" dirty="0" err="1"/>
              <a:t>pv</a:t>
            </a:r>
            <a:r>
              <a:rPr lang="en-US" altLang="ko-KR" dirty="0"/>
              <a:t> </a:t>
            </a:r>
            <a:r>
              <a:rPr lang="ko-KR" altLang="en-US" dirty="0"/>
              <a:t>발생 </a:t>
            </a:r>
            <a:r>
              <a:rPr lang="en-US" altLang="ko-KR" dirty="0"/>
              <a:t>/ D</a:t>
            </a:r>
            <a:r>
              <a:rPr lang="ko-KR" altLang="en-US" dirty="0"/>
              <a:t>의 회원</a:t>
            </a:r>
            <a:r>
              <a:rPr lang="en-US" altLang="ko-KR" dirty="0"/>
              <a:t>PV 40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발생 한다면 </a:t>
            </a:r>
            <a:r>
              <a:rPr lang="en-US" altLang="ko-KR" dirty="0"/>
              <a:t>D</a:t>
            </a:r>
            <a:r>
              <a:rPr lang="ko-KR" altLang="en-US" dirty="0"/>
              <a:t>는 </a:t>
            </a:r>
            <a:r>
              <a:rPr lang="ko-KR" altLang="en-US" dirty="0" err="1"/>
              <a:t>세미세일즈를</a:t>
            </a:r>
            <a:r>
              <a:rPr lang="ko-KR" altLang="en-US" dirty="0"/>
              <a:t> 달성하는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그렇다면 나의 좌에서는 최소 </a:t>
            </a:r>
            <a:r>
              <a:rPr lang="en-US" altLang="ko-KR" dirty="0"/>
              <a:t>300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이상이 누적되어 올라온다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나의 우에서 올라오는 </a:t>
            </a:r>
            <a:r>
              <a:rPr lang="en-US" altLang="ko-KR" dirty="0"/>
              <a:t>PV</a:t>
            </a:r>
            <a:r>
              <a:rPr lang="ko-KR" altLang="en-US" dirty="0"/>
              <a:t>가 </a:t>
            </a:r>
            <a:r>
              <a:rPr lang="en-US" altLang="ko-KR" dirty="0"/>
              <a:t>250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이상이 된다면 나는 좌에 </a:t>
            </a:r>
            <a:r>
              <a:rPr lang="ko-KR" altLang="en-US" dirty="0" err="1"/>
              <a:t>세미세일즈를</a:t>
            </a:r>
            <a:r>
              <a:rPr lang="ko-KR" altLang="en-US" dirty="0"/>
              <a:t> 탄생시킨 </a:t>
            </a:r>
            <a:r>
              <a:rPr lang="ko-KR" altLang="en-US" dirty="0" err="1"/>
              <a:t>세일즈마스터가</a:t>
            </a:r>
            <a:r>
              <a:rPr lang="ko-KR" altLang="en-US" dirty="0"/>
              <a:t> 달성되는 것이다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E5CDB-F4F7-F6A3-ECF7-372E6AF87E5E}"/>
              </a:ext>
            </a:extLst>
          </p:cNvPr>
          <p:cNvSpPr txBox="1"/>
          <p:nvPr/>
        </p:nvSpPr>
        <p:spPr>
          <a:xfrm>
            <a:off x="1238735" y="5663464"/>
            <a:ext cx="1066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150</a:t>
            </a:r>
            <a:r>
              <a:rPr lang="ko-KR" altLang="en-US" sz="1400" dirty="0"/>
              <a:t>만</a:t>
            </a:r>
            <a:r>
              <a:rPr lang="en-US" altLang="ko-KR" sz="1400" dirty="0"/>
              <a:t>PV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8DC86-D0DF-5FD2-9E0B-CAD49D209AFE}"/>
              </a:ext>
            </a:extLst>
          </p:cNvPr>
          <p:cNvSpPr txBox="1"/>
          <p:nvPr/>
        </p:nvSpPr>
        <p:spPr>
          <a:xfrm>
            <a:off x="2473171" y="5663464"/>
            <a:ext cx="1066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110</a:t>
            </a:r>
            <a:r>
              <a:rPr lang="ko-KR" altLang="en-US" sz="1400" dirty="0"/>
              <a:t>만</a:t>
            </a:r>
            <a:r>
              <a:rPr lang="en-US" altLang="ko-KR" sz="1400" dirty="0"/>
              <a:t>PV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2F0C3E-FBB6-F8D8-82C8-C77F12B09143}"/>
              </a:ext>
            </a:extLst>
          </p:cNvPr>
          <p:cNvSpPr txBox="1"/>
          <p:nvPr/>
        </p:nvSpPr>
        <p:spPr>
          <a:xfrm>
            <a:off x="2073130" y="3925629"/>
            <a:ext cx="1066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40</a:t>
            </a:r>
            <a:r>
              <a:rPr lang="ko-KR" altLang="en-US" sz="1100" dirty="0"/>
              <a:t>만</a:t>
            </a:r>
            <a:r>
              <a:rPr lang="en-US" altLang="ko-KR" sz="1100" dirty="0"/>
              <a:t>PV</a:t>
            </a:r>
            <a:endParaRPr lang="ko-KR" alt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183922-D5B2-F8BD-3D2D-947B9FC102CC}"/>
              </a:ext>
            </a:extLst>
          </p:cNvPr>
          <p:cNvSpPr txBox="1"/>
          <p:nvPr/>
        </p:nvSpPr>
        <p:spPr>
          <a:xfrm>
            <a:off x="2113274" y="79564"/>
            <a:ext cx="411480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예시 </a:t>
            </a: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F578EE-D315-F31E-DCCE-D00BDE5AF325}"/>
              </a:ext>
            </a:extLst>
          </p:cNvPr>
          <p:cNvSpPr txBox="1"/>
          <p:nvPr/>
        </p:nvSpPr>
        <p:spPr>
          <a:xfrm>
            <a:off x="9215752" y="229604"/>
            <a:ext cx="2747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 하반기</a:t>
            </a:r>
            <a:r>
              <a:rPr lang="en-US" altLang="ko-KR" dirty="0"/>
              <a:t>(16</a:t>
            </a:r>
            <a:r>
              <a:rPr lang="ko-KR" altLang="en-US" dirty="0"/>
              <a:t>일</a:t>
            </a:r>
            <a:r>
              <a:rPr lang="en-US" altLang="ko-KR" dirty="0"/>
              <a:t>~30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lang="ko-KR" altLang="en-US" dirty="0"/>
              <a:t>동안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8918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E176-7439-17A7-40ED-8F2F9D77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E000B45-733F-C3DA-79F1-3233F445D6DB}"/>
              </a:ext>
            </a:extLst>
          </p:cNvPr>
          <p:cNvCxnSpPr/>
          <p:nvPr/>
        </p:nvCxnSpPr>
        <p:spPr>
          <a:xfrm>
            <a:off x="7967981" y="3293163"/>
            <a:ext cx="0" cy="1951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947D644-792F-69B0-76BE-D53C295FC9DB}"/>
              </a:ext>
            </a:extLst>
          </p:cNvPr>
          <p:cNvCxnSpPr/>
          <p:nvPr/>
        </p:nvCxnSpPr>
        <p:spPr>
          <a:xfrm>
            <a:off x="4266498" y="3293163"/>
            <a:ext cx="0" cy="195137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E1BA28E-AFC5-17F1-C4FE-90B3295E8E21}"/>
              </a:ext>
            </a:extLst>
          </p:cNvPr>
          <p:cNvCxnSpPr/>
          <p:nvPr/>
        </p:nvCxnSpPr>
        <p:spPr>
          <a:xfrm>
            <a:off x="6121832" y="1445079"/>
            <a:ext cx="1859927" cy="20901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3B2D07-90F0-9549-B8C5-3E1BABBE8B95}"/>
              </a:ext>
            </a:extLst>
          </p:cNvPr>
          <p:cNvCxnSpPr/>
          <p:nvPr/>
        </p:nvCxnSpPr>
        <p:spPr>
          <a:xfrm flipH="1">
            <a:off x="4215981" y="1359354"/>
            <a:ext cx="1859927" cy="209018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E7E7963-EADA-F7B2-4E92-4704751BF85C}"/>
              </a:ext>
            </a:extLst>
          </p:cNvPr>
          <p:cNvSpPr/>
          <p:nvPr/>
        </p:nvSpPr>
        <p:spPr>
          <a:xfrm>
            <a:off x="3370979" y="4436268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CF7D531-EDC1-55D2-1C89-4166A1025B9A}"/>
              </a:ext>
            </a:extLst>
          </p:cNvPr>
          <p:cNvSpPr/>
          <p:nvPr/>
        </p:nvSpPr>
        <p:spPr>
          <a:xfrm>
            <a:off x="3370979" y="2562160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114F38D-6DA5-0C0C-7A34-8950ADC81CAB}"/>
              </a:ext>
            </a:extLst>
          </p:cNvPr>
          <p:cNvSpPr/>
          <p:nvPr/>
        </p:nvSpPr>
        <p:spPr>
          <a:xfrm>
            <a:off x="7063277" y="4436268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B80BD0D-31C5-E420-868F-0029F3C98A33}"/>
              </a:ext>
            </a:extLst>
          </p:cNvPr>
          <p:cNvSpPr/>
          <p:nvPr/>
        </p:nvSpPr>
        <p:spPr>
          <a:xfrm>
            <a:off x="7063277" y="2562160"/>
            <a:ext cx="1809410" cy="1462004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7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판매사</a:t>
            </a:r>
            <a:endParaRPr kumimoji="0" lang="ko-KR" altLang="en-US" sz="33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14E69C5-7EF6-F531-DBD9-5F12894F8B58}"/>
              </a:ext>
            </a:extLst>
          </p:cNvPr>
          <p:cNvSpPr/>
          <p:nvPr/>
        </p:nvSpPr>
        <p:spPr>
          <a:xfrm>
            <a:off x="4914028" y="636631"/>
            <a:ext cx="2323760" cy="18775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DM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팀장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B65675-7917-0E13-C671-609DA79F7194}"/>
              </a:ext>
            </a:extLst>
          </p:cNvPr>
          <p:cNvSpPr txBox="1"/>
          <p:nvPr/>
        </p:nvSpPr>
        <p:spPr>
          <a:xfrm>
            <a:off x="171599" y="932314"/>
            <a:ext cx="41148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75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보름동안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SM : 4</a:t>
            </a:r>
            <a:r>
              <a:rPr kumimoji="0" lang="ko-KR" altLang="en-US" sz="24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명</a:t>
            </a:r>
            <a:endParaRPr kumimoji="0" lang="en-US" altLang="ko-KR" sz="24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애터미 Bold" panose="020B0803000000000000" pitchFamily="50" charset="-127"/>
              <a:ea typeface="애터미 Bold" panose="020B0803000000000000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C7AA1-0533-3956-16A0-AA5805A7EDF0}"/>
              </a:ext>
            </a:extLst>
          </p:cNvPr>
          <p:cNvSpPr txBox="1"/>
          <p:nvPr/>
        </p:nvSpPr>
        <p:spPr>
          <a:xfrm>
            <a:off x="130810" y="64270"/>
            <a:ext cx="212979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다이아몬드마스터 </a:t>
            </a:r>
            <a:r>
              <a:rPr lang="en-US" altLang="ko-KR" dirty="0"/>
              <a:t>(DM)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119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0044-6604-E8C8-C181-C6605B0D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93E2CD3C-1336-CFD9-EAE8-7388F62EEED0}"/>
              </a:ext>
            </a:extLst>
          </p:cNvPr>
          <p:cNvSpPr/>
          <p:nvPr/>
        </p:nvSpPr>
        <p:spPr>
          <a:xfrm>
            <a:off x="1029652" y="1241613"/>
            <a:ext cx="3062605" cy="5095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D028B46-E495-6DF1-1BCD-FBFF0EF1F757}"/>
              </a:ext>
            </a:extLst>
          </p:cNvPr>
          <p:cNvSpPr/>
          <p:nvPr/>
        </p:nvSpPr>
        <p:spPr>
          <a:xfrm>
            <a:off x="4283705" y="1241613"/>
            <a:ext cx="4870361" cy="509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우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ACE1DFB-495C-0373-52EB-79F808443B82}"/>
              </a:ext>
            </a:extLst>
          </p:cNvPr>
          <p:cNvCxnSpPr>
            <a:cxnSpLocks/>
          </p:cNvCxnSpPr>
          <p:nvPr/>
        </p:nvCxnSpPr>
        <p:spPr>
          <a:xfrm>
            <a:off x="5611956" y="2425273"/>
            <a:ext cx="1275260" cy="1796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4BB22C2-1C2B-A8DA-A0C8-7E739B22EDA5}"/>
              </a:ext>
            </a:extLst>
          </p:cNvPr>
          <p:cNvCxnSpPr/>
          <p:nvPr/>
        </p:nvCxnSpPr>
        <p:spPr>
          <a:xfrm>
            <a:off x="4362449" y="1299478"/>
            <a:ext cx="1895475" cy="4387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14E58CA-3143-94BC-393C-68BA6F26EF8C}"/>
              </a:ext>
            </a:extLst>
          </p:cNvPr>
          <p:cNvCxnSpPr>
            <a:cxnSpLocks/>
          </p:cNvCxnSpPr>
          <p:nvPr/>
        </p:nvCxnSpPr>
        <p:spPr>
          <a:xfrm>
            <a:off x="4795615" y="2106070"/>
            <a:ext cx="3795935" cy="1035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BD3EC50-48B0-4AFD-0E58-3109D94D6F1E}"/>
              </a:ext>
            </a:extLst>
          </p:cNvPr>
          <p:cNvCxnSpPr>
            <a:cxnSpLocks/>
          </p:cNvCxnSpPr>
          <p:nvPr/>
        </p:nvCxnSpPr>
        <p:spPr>
          <a:xfrm>
            <a:off x="2321474" y="4055983"/>
            <a:ext cx="311870" cy="855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8E4478C-F68B-98FE-ACB4-2C64D1EA9A0E}"/>
              </a:ext>
            </a:extLst>
          </p:cNvPr>
          <p:cNvCxnSpPr>
            <a:cxnSpLocks/>
          </p:cNvCxnSpPr>
          <p:nvPr/>
        </p:nvCxnSpPr>
        <p:spPr>
          <a:xfrm>
            <a:off x="3037933" y="2774752"/>
            <a:ext cx="648240" cy="1526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C3D2430-5F7F-8CF2-83CE-3E9EF9DF264B}"/>
              </a:ext>
            </a:extLst>
          </p:cNvPr>
          <p:cNvCxnSpPr>
            <a:cxnSpLocks/>
          </p:cNvCxnSpPr>
          <p:nvPr/>
        </p:nvCxnSpPr>
        <p:spPr>
          <a:xfrm flipH="1">
            <a:off x="1591945" y="1238250"/>
            <a:ext cx="2503805" cy="4251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1DD1503E-9DF6-E5AC-ED51-DA2383D1E3B8}"/>
              </a:ext>
            </a:extLst>
          </p:cNvPr>
          <p:cNvSpPr/>
          <p:nvPr/>
        </p:nvSpPr>
        <p:spPr>
          <a:xfrm>
            <a:off x="3457574" y="737271"/>
            <a:ext cx="1455422" cy="75869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848546A-B24B-8CE3-1A4B-A62FBA3B3003}"/>
              </a:ext>
            </a:extLst>
          </p:cNvPr>
          <p:cNvSpPr/>
          <p:nvPr/>
        </p:nvSpPr>
        <p:spPr>
          <a:xfrm>
            <a:off x="3267075" y="176266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34EC2F9-7B9A-E1CB-0588-D470C275052A}"/>
              </a:ext>
            </a:extLst>
          </p:cNvPr>
          <p:cNvSpPr/>
          <p:nvPr/>
        </p:nvSpPr>
        <p:spPr>
          <a:xfrm>
            <a:off x="2762887" y="2508052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SM1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5E757E6-D044-0C9A-258A-98AEB02E46DE}"/>
              </a:ext>
            </a:extLst>
          </p:cNvPr>
          <p:cNvSpPr/>
          <p:nvPr/>
        </p:nvSpPr>
        <p:spPr>
          <a:xfrm>
            <a:off x="2211357" y="3242310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3A09512-8BE6-9984-8D97-48670FC3993A}"/>
              </a:ext>
            </a:extLst>
          </p:cNvPr>
          <p:cNvSpPr/>
          <p:nvPr/>
        </p:nvSpPr>
        <p:spPr>
          <a:xfrm>
            <a:off x="1967867" y="3906962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E86A268-38E1-9C4A-ECC4-1B6FCBC13CF4}"/>
              </a:ext>
            </a:extLst>
          </p:cNvPr>
          <p:cNvSpPr/>
          <p:nvPr/>
        </p:nvSpPr>
        <p:spPr>
          <a:xfrm>
            <a:off x="3088915" y="3246210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414B43C-A71F-FDB5-D751-C964EA6393F2}"/>
              </a:ext>
            </a:extLst>
          </p:cNvPr>
          <p:cNvSpPr/>
          <p:nvPr/>
        </p:nvSpPr>
        <p:spPr>
          <a:xfrm>
            <a:off x="3264536" y="3937099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5A8816A-97C2-CFA6-C76F-625E7AD44352}"/>
              </a:ext>
            </a:extLst>
          </p:cNvPr>
          <p:cNvSpPr/>
          <p:nvPr/>
        </p:nvSpPr>
        <p:spPr>
          <a:xfrm>
            <a:off x="1578612" y="4571614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D8CC31E-2634-39DB-A899-83EB19E912D1}"/>
              </a:ext>
            </a:extLst>
          </p:cNvPr>
          <p:cNvSpPr/>
          <p:nvPr/>
        </p:nvSpPr>
        <p:spPr>
          <a:xfrm>
            <a:off x="2477409" y="4544645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8C65CC4-9A11-F021-788A-448147CC777C}"/>
              </a:ext>
            </a:extLst>
          </p:cNvPr>
          <p:cNvSpPr/>
          <p:nvPr/>
        </p:nvSpPr>
        <p:spPr>
          <a:xfrm>
            <a:off x="1108077" y="5158740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6C673C5-8E04-7DEB-0A62-E85EE2BC6551}"/>
              </a:ext>
            </a:extLst>
          </p:cNvPr>
          <p:cNvSpPr/>
          <p:nvPr/>
        </p:nvSpPr>
        <p:spPr>
          <a:xfrm>
            <a:off x="4244343" y="1720602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EC634F5-7806-CAAB-BE01-DDD56B074723}"/>
              </a:ext>
            </a:extLst>
          </p:cNvPr>
          <p:cNvSpPr/>
          <p:nvPr/>
        </p:nvSpPr>
        <p:spPr>
          <a:xfrm>
            <a:off x="4496437" y="240777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93B10B0-59DD-5EE7-70BF-903F3BB6D0C1}"/>
              </a:ext>
            </a:extLst>
          </p:cNvPr>
          <p:cNvSpPr/>
          <p:nvPr/>
        </p:nvSpPr>
        <p:spPr>
          <a:xfrm>
            <a:off x="4800561" y="320674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1D3D693-E64C-F5EF-E2AC-2D66F85F5DBC}"/>
              </a:ext>
            </a:extLst>
          </p:cNvPr>
          <p:cNvSpPr/>
          <p:nvPr/>
        </p:nvSpPr>
        <p:spPr>
          <a:xfrm>
            <a:off x="5157788" y="3789283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DEE2CDE-5821-0B54-DEE2-C40BE75856F2}"/>
              </a:ext>
            </a:extLst>
          </p:cNvPr>
          <p:cNvSpPr/>
          <p:nvPr/>
        </p:nvSpPr>
        <p:spPr>
          <a:xfrm>
            <a:off x="5362574" y="4453037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9A971E7-4346-E4B3-A3BE-2B3ACFAAE8CD}"/>
              </a:ext>
            </a:extLst>
          </p:cNvPr>
          <p:cNvSpPr/>
          <p:nvPr/>
        </p:nvSpPr>
        <p:spPr>
          <a:xfrm>
            <a:off x="5691188" y="5232058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ㅂ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E96C056-21A1-A077-2966-EFFD5E73407B}"/>
              </a:ext>
            </a:extLst>
          </p:cNvPr>
          <p:cNvSpPr/>
          <p:nvPr/>
        </p:nvSpPr>
        <p:spPr>
          <a:xfrm>
            <a:off x="5237480" y="2118542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E4D71E6-E6CD-4261-6DE8-E1FDDEFCB143}"/>
              </a:ext>
            </a:extLst>
          </p:cNvPr>
          <p:cNvSpPr/>
          <p:nvPr/>
        </p:nvSpPr>
        <p:spPr>
          <a:xfrm>
            <a:off x="6372513" y="2268720"/>
            <a:ext cx="853169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D9D5ABF-7D7E-1947-A5DE-E8FBA442027F}"/>
              </a:ext>
            </a:extLst>
          </p:cNvPr>
          <p:cNvSpPr/>
          <p:nvPr/>
        </p:nvSpPr>
        <p:spPr>
          <a:xfrm>
            <a:off x="7206905" y="2575630"/>
            <a:ext cx="853169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C7955B0D-1587-F49B-762B-0AA870044213}"/>
              </a:ext>
            </a:extLst>
          </p:cNvPr>
          <p:cNvSpPr/>
          <p:nvPr/>
        </p:nvSpPr>
        <p:spPr>
          <a:xfrm>
            <a:off x="5826713" y="298195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C790C84-EB6E-DF83-9B5A-BAB565348FAB}"/>
              </a:ext>
            </a:extLst>
          </p:cNvPr>
          <p:cNvSpPr/>
          <p:nvPr/>
        </p:nvSpPr>
        <p:spPr>
          <a:xfrm>
            <a:off x="6236528" y="3745766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3155E30-B879-EDFD-197F-4E969822D43E}"/>
              </a:ext>
            </a:extLst>
          </p:cNvPr>
          <p:cNvSpPr/>
          <p:nvPr/>
        </p:nvSpPr>
        <p:spPr>
          <a:xfrm>
            <a:off x="8053360" y="2859088"/>
            <a:ext cx="853169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CB4D8F-29C2-023F-E7B4-DAFAC626C5E4}"/>
              </a:ext>
            </a:extLst>
          </p:cNvPr>
          <p:cNvSpPr txBox="1"/>
          <p:nvPr/>
        </p:nvSpPr>
        <p:spPr>
          <a:xfrm>
            <a:off x="9215752" y="173641"/>
            <a:ext cx="27476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나의 기준</a:t>
            </a:r>
            <a:r>
              <a:rPr lang="en-US" altLang="ko-KR" dirty="0"/>
              <a:t>, </a:t>
            </a:r>
            <a:r>
              <a:rPr lang="ko-KR" altLang="en-US" dirty="0"/>
              <a:t>좌에서 </a:t>
            </a:r>
            <a:r>
              <a:rPr lang="en-US" altLang="ko-KR" dirty="0"/>
              <a:t>B</a:t>
            </a:r>
            <a:r>
              <a:rPr lang="ko-KR" altLang="en-US" dirty="0"/>
              <a:t>는 좌</a:t>
            </a:r>
            <a:r>
              <a:rPr lang="en-US" altLang="ko-KR" dirty="0"/>
              <a:t>SM1, D</a:t>
            </a:r>
            <a:r>
              <a:rPr lang="ko-KR" altLang="en-US" dirty="0"/>
              <a:t>는 좌</a:t>
            </a:r>
            <a:r>
              <a:rPr lang="en-US" altLang="ko-KR" dirty="0"/>
              <a:t>SM2</a:t>
            </a:r>
            <a:r>
              <a:rPr lang="ko-KR" altLang="en-US" dirty="0"/>
              <a:t>가 된다</a:t>
            </a:r>
            <a:r>
              <a:rPr lang="en-US" altLang="ko-KR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</a:t>
            </a:r>
            <a:r>
              <a:rPr lang="ko-KR" altLang="en-US" dirty="0"/>
              <a:t>기준에서 </a:t>
            </a:r>
            <a:r>
              <a:rPr lang="en-US" altLang="ko-KR" dirty="0"/>
              <a:t>D</a:t>
            </a:r>
            <a:r>
              <a:rPr lang="ko-KR" altLang="en-US" dirty="0"/>
              <a:t>는 좌에 있는 직급자가 되는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D</a:t>
            </a:r>
            <a:r>
              <a:rPr lang="ko-KR" altLang="en-US" dirty="0"/>
              <a:t>는 회원</a:t>
            </a:r>
            <a:r>
              <a:rPr lang="en-US" altLang="ko-KR" dirty="0"/>
              <a:t>PV(</a:t>
            </a:r>
            <a:r>
              <a:rPr lang="ko-KR" altLang="en-US" dirty="0"/>
              <a:t>몸</a:t>
            </a:r>
            <a:r>
              <a:rPr lang="en-US" altLang="ko-KR" dirty="0"/>
              <a:t>PV)</a:t>
            </a:r>
            <a:r>
              <a:rPr lang="ko-KR" altLang="en-US" dirty="0"/>
              <a:t>가 없었다면</a:t>
            </a:r>
            <a:r>
              <a:rPr lang="en-US" altLang="ko-KR" dirty="0"/>
              <a:t>, E+F</a:t>
            </a:r>
            <a:r>
              <a:rPr lang="ko-KR" altLang="en-US" dirty="0"/>
              <a:t>가 최소 </a:t>
            </a:r>
            <a:r>
              <a:rPr lang="en-US" altLang="ko-KR" dirty="0"/>
              <a:t>250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이상이고 </a:t>
            </a:r>
            <a:r>
              <a:rPr lang="en-US" altLang="ko-KR" dirty="0"/>
              <a:t>D1</a:t>
            </a:r>
            <a:r>
              <a:rPr lang="ko-KR" altLang="en-US" dirty="0"/>
              <a:t>이 최소 </a:t>
            </a:r>
            <a:r>
              <a:rPr lang="en-US" altLang="ko-KR" dirty="0"/>
              <a:t>250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이상인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D</a:t>
            </a:r>
            <a:r>
              <a:rPr lang="ko-KR" altLang="en-US" dirty="0"/>
              <a:t>의 좌</a:t>
            </a:r>
            <a:r>
              <a:rPr lang="en-US" altLang="ko-KR" dirty="0"/>
              <a:t>,</a:t>
            </a:r>
            <a:r>
              <a:rPr lang="ko-KR" altLang="en-US" dirty="0"/>
              <a:t>우 매출합은 </a:t>
            </a:r>
            <a:r>
              <a:rPr lang="en-US" altLang="ko-KR" dirty="0"/>
              <a:t>B</a:t>
            </a:r>
            <a:r>
              <a:rPr lang="ko-KR" altLang="en-US" dirty="0"/>
              <a:t>의 좌의 매출로 그대로 올라간다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</a:t>
            </a:r>
            <a:r>
              <a:rPr lang="ko-KR" altLang="en-US" dirty="0"/>
              <a:t>는 회원</a:t>
            </a:r>
            <a:r>
              <a:rPr lang="en-US" altLang="ko-KR" dirty="0"/>
              <a:t>PV(</a:t>
            </a:r>
            <a:r>
              <a:rPr lang="ko-KR" altLang="en-US" dirty="0"/>
              <a:t>몸</a:t>
            </a:r>
            <a:r>
              <a:rPr lang="en-US" altLang="ko-KR" dirty="0"/>
              <a:t>PV)</a:t>
            </a:r>
            <a:r>
              <a:rPr lang="ko-KR" altLang="en-US" dirty="0"/>
              <a:t>가 없다면 </a:t>
            </a:r>
            <a:r>
              <a:rPr lang="en-US" altLang="ko-KR" dirty="0"/>
              <a:t>B1+B2</a:t>
            </a:r>
            <a:r>
              <a:rPr lang="ko-KR" altLang="en-US" dirty="0"/>
              <a:t>가 최소 </a:t>
            </a:r>
            <a:r>
              <a:rPr lang="en-US" altLang="ko-KR" dirty="0"/>
              <a:t>250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이상인 것이다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B</a:t>
            </a:r>
            <a:r>
              <a:rPr lang="ko-KR" altLang="en-US" dirty="0"/>
              <a:t>의 좌는 </a:t>
            </a:r>
            <a:r>
              <a:rPr lang="en-US" altLang="ko-KR" dirty="0"/>
              <a:t>D</a:t>
            </a:r>
            <a:r>
              <a:rPr lang="ko-KR" altLang="en-US" dirty="0"/>
              <a:t>라는 </a:t>
            </a:r>
            <a:r>
              <a:rPr lang="en-US" altLang="ko-KR" dirty="0"/>
              <a:t>SM</a:t>
            </a:r>
            <a:r>
              <a:rPr lang="ko-KR" altLang="en-US" dirty="0"/>
              <a:t>가 있기 때문에 </a:t>
            </a:r>
            <a:r>
              <a:rPr lang="en-US" altLang="ko-KR" dirty="0"/>
              <a:t>500</a:t>
            </a:r>
            <a:r>
              <a:rPr lang="ko-KR" altLang="en-US" dirty="0"/>
              <a:t>만</a:t>
            </a:r>
            <a:r>
              <a:rPr lang="en-US" altLang="ko-KR" dirty="0"/>
              <a:t>PV </a:t>
            </a:r>
            <a:r>
              <a:rPr lang="ko-KR" altLang="en-US" dirty="0"/>
              <a:t>이상이 올라오는 것이다</a:t>
            </a:r>
            <a:r>
              <a:rPr lang="en-US" altLang="ko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4151B-A1C1-69F4-42B4-4AADBA507E91}"/>
              </a:ext>
            </a:extLst>
          </p:cNvPr>
          <p:cNvSpPr txBox="1"/>
          <p:nvPr/>
        </p:nvSpPr>
        <p:spPr>
          <a:xfrm>
            <a:off x="130810" y="64270"/>
            <a:ext cx="212979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다이아몬드마스터 </a:t>
            </a:r>
            <a:r>
              <a:rPr lang="en-US" altLang="ko-KR" dirty="0"/>
              <a:t>(DM)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6569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9A0D-D286-194F-B24C-C6C37C946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4DA73FC5-4C6D-FEB4-1325-FF4B192F5CEB}"/>
              </a:ext>
            </a:extLst>
          </p:cNvPr>
          <p:cNvSpPr/>
          <p:nvPr/>
        </p:nvSpPr>
        <p:spPr>
          <a:xfrm>
            <a:off x="4283705" y="1241613"/>
            <a:ext cx="4870361" cy="50953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우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9AB15E3-0647-8FAF-CFCA-540F103C10E2}"/>
              </a:ext>
            </a:extLst>
          </p:cNvPr>
          <p:cNvCxnSpPr>
            <a:cxnSpLocks/>
          </p:cNvCxnSpPr>
          <p:nvPr/>
        </p:nvCxnSpPr>
        <p:spPr>
          <a:xfrm>
            <a:off x="6693582" y="3937150"/>
            <a:ext cx="1983530" cy="7334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26B5285-DBD9-C529-95C2-2C37D4682AA1}"/>
              </a:ext>
            </a:extLst>
          </p:cNvPr>
          <p:cNvSpPr/>
          <p:nvPr/>
        </p:nvSpPr>
        <p:spPr>
          <a:xfrm>
            <a:off x="1029652" y="1241613"/>
            <a:ext cx="3062605" cy="50953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</a:rPr>
              <a:t>좌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5B982E4-665F-C601-E989-450F1A09F14F}"/>
              </a:ext>
            </a:extLst>
          </p:cNvPr>
          <p:cNvCxnSpPr>
            <a:cxnSpLocks/>
          </p:cNvCxnSpPr>
          <p:nvPr/>
        </p:nvCxnSpPr>
        <p:spPr>
          <a:xfrm>
            <a:off x="5611956" y="2425273"/>
            <a:ext cx="1919822" cy="2893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0E1FE5C-BEDF-E75F-F192-C884B7FE115F}"/>
              </a:ext>
            </a:extLst>
          </p:cNvPr>
          <p:cNvCxnSpPr/>
          <p:nvPr/>
        </p:nvCxnSpPr>
        <p:spPr>
          <a:xfrm>
            <a:off x="4362449" y="1299478"/>
            <a:ext cx="1895475" cy="4387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29E8AE6-60D1-FF33-9956-25F9DCBB5485}"/>
              </a:ext>
            </a:extLst>
          </p:cNvPr>
          <p:cNvCxnSpPr>
            <a:cxnSpLocks/>
          </p:cNvCxnSpPr>
          <p:nvPr/>
        </p:nvCxnSpPr>
        <p:spPr>
          <a:xfrm>
            <a:off x="4795615" y="2106070"/>
            <a:ext cx="3795935" cy="1035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B84AC9A-B3A2-5C3D-EC22-3FAF40253C3E}"/>
              </a:ext>
            </a:extLst>
          </p:cNvPr>
          <p:cNvCxnSpPr>
            <a:cxnSpLocks/>
          </p:cNvCxnSpPr>
          <p:nvPr/>
        </p:nvCxnSpPr>
        <p:spPr>
          <a:xfrm>
            <a:off x="2321474" y="4055983"/>
            <a:ext cx="601870" cy="1430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B39C4B5-5E7B-AE08-D8EB-D1DD4F7A71DD}"/>
              </a:ext>
            </a:extLst>
          </p:cNvPr>
          <p:cNvCxnSpPr>
            <a:cxnSpLocks/>
          </p:cNvCxnSpPr>
          <p:nvPr/>
        </p:nvCxnSpPr>
        <p:spPr>
          <a:xfrm>
            <a:off x="3037933" y="2774752"/>
            <a:ext cx="648240" cy="15267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547D4AF-0A16-EB9B-A44C-16AB4F191897}"/>
              </a:ext>
            </a:extLst>
          </p:cNvPr>
          <p:cNvCxnSpPr>
            <a:cxnSpLocks/>
          </p:cNvCxnSpPr>
          <p:nvPr/>
        </p:nvCxnSpPr>
        <p:spPr>
          <a:xfrm flipH="1">
            <a:off x="1591945" y="1238250"/>
            <a:ext cx="2503805" cy="4251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1">
            <a:extLst>
              <a:ext uri="{FF2B5EF4-FFF2-40B4-BE49-F238E27FC236}">
                <a16:creationId xmlns:a16="http://schemas.microsoft.com/office/drawing/2014/main" id="{4092BC77-8974-A534-9C5E-0AE84B3D9603}"/>
              </a:ext>
            </a:extLst>
          </p:cNvPr>
          <p:cNvSpPr/>
          <p:nvPr/>
        </p:nvSpPr>
        <p:spPr>
          <a:xfrm>
            <a:off x="3457574" y="737271"/>
            <a:ext cx="1455422" cy="758690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애터미 Bold" panose="020B0803000000000000" pitchFamily="50" charset="-127"/>
                <a:ea typeface="애터미 Bold" panose="020B0803000000000000" pitchFamily="50" charset="-127"/>
                <a:cs typeface="+mn-cs"/>
              </a:rPr>
              <a:t>나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D2BCB05-7EDB-F3F4-4BE3-7922168AE675}"/>
              </a:ext>
            </a:extLst>
          </p:cNvPr>
          <p:cNvSpPr/>
          <p:nvPr/>
        </p:nvSpPr>
        <p:spPr>
          <a:xfrm>
            <a:off x="3267075" y="176266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95680B48-ED33-B498-EFF1-76752E3633B2}"/>
              </a:ext>
            </a:extLst>
          </p:cNvPr>
          <p:cNvSpPr/>
          <p:nvPr/>
        </p:nvSpPr>
        <p:spPr>
          <a:xfrm>
            <a:off x="2762887" y="2508052"/>
            <a:ext cx="838196" cy="533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DM1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F8608D1-6A8F-F9AC-5CA0-DB47BD0D2A55}"/>
              </a:ext>
            </a:extLst>
          </p:cNvPr>
          <p:cNvSpPr/>
          <p:nvPr/>
        </p:nvSpPr>
        <p:spPr>
          <a:xfrm>
            <a:off x="2211357" y="3242310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36AB608-909A-8352-3EFA-B124E0963159}"/>
              </a:ext>
            </a:extLst>
          </p:cNvPr>
          <p:cNvSpPr/>
          <p:nvPr/>
        </p:nvSpPr>
        <p:spPr>
          <a:xfrm>
            <a:off x="1967867" y="3906962"/>
            <a:ext cx="838196" cy="533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F009BF9-8C35-AFF7-7BDB-9663CE51E018}"/>
              </a:ext>
            </a:extLst>
          </p:cNvPr>
          <p:cNvSpPr/>
          <p:nvPr/>
        </p:nvSpPr>
        <p:spPr>
          <a:xfrm>
            <a:off x="3088915" y="3246210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80417E1-DB53-EDFC-3245-F8D2F7886214}"/>
              </a:ext>
            </a:extLst>
          </p:cNvPr>
          <p:cNvSpPr/>
          <p:nvPr/>
        </p:nvSpPr>
        <p:spPr>
          <a:xfrm>
            <a:off x="3264536" y="3937099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B2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CDB0490-47DF-E518-350C-55A3C40064B7}"/>
              </a:ext>
            </a:extLst>
          </p:cNvPr>
          <p:cNvSpPr/>
          <p:nvPr/>
        </p:nvSpPr>
        <p:spPr>
          <a:xfrm>
            <a:off x="1578612" y="4571614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E16DD09-9193-5E45-7D42-FC2ECA8C2B88}"/>
              </a:ext>
            </a:extLst>
          </p:cNvPr>
          <p:cNvSpPr/>
          <p:nvPr/>
        </p:nvSpPr>
        <p:spPr>
          <a:xfrm>
            <a:off x="2505993" y="4654781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2DA5165-C23C-A901-9008-37644734E2F5}"/>
              </a:ext>
            </a:extLst>
          </p:cNvPr>
          <p:cNvSpPr/>
          <p:nvPr/>
        </p:nvSpPr>
        <p:spPr>
          <a:xfrm>
            <a:off x="1108077" y="5158740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5A14583-5C3A-BDAD-DE1E-DFCA3A3FEA3E}"/>
              </a:ext>
            </a:extLst>
          </p:cNvPr>
          <p:cNvSpPr/>
          <p:nvPr/>
        </p:nvSpPr>
        <p:spPr>
          <a:xfrm>
            <a:off x="4244343" y="1720602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580031E-18DF-E7BE-00E3-DA6AFDBE7475}"/>
              </a:ext>
            </a:extLst>
          </p:cNvPr>
          <p:cNvSpPr/>
          <p:nvPr/>
        </p:nvSpPr>
        <p:spPr>
          <a:xfrm>
            <a:off x="4496437" y="240777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E0DEA22-7D83-CC20-A7B3-E5E592DBB14D}"/>
              </a:ext>
            </a:extLst>
          </p:cNvPr>
          <p:cNvSpPr/>
          <p:nvPr/>
        </p:nvSpPr>
        <p:spPr>
          <a:xfrm>
            <a:off x="4800561" y="320674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B49815C-2DC0-BC69-0555-55BCF7864CE1}"/>
              </a:ext>
            </a:extLst>
          </p:cNvPr>
          <p:cNvSpPr/>
          <p:nvPr/>
        </p:nvSpPr>
        <p:spPr>
          <a:xfrm>
            <a:off x="5157788" y="3789283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D8BC2B9-F562-7728-8D96-A10F231DA0BC}"/>
              </a:ext>
            </a:extLst>
          </p:cNvPr>
          <p:cNvSpPr/>
          <p:nvPr/>
        </p:nvSpPr>
        <p:spPr>
          <a:xfrm>
            <a:off x="5362574" y="4453037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72DE0F4-8511-4928-AD24-EDABCA87E564}"/>
              </a:ext>
            </a:extLst>
          </p:cNvPr>
          <p:cNvSpPr/>
          <p:nvPr/>
        </p:nvSpPr>
        <p:spPr>
          <a:xfrm>
            <a:off x="5691188" y="5232058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ㅂ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7AEED70-05DD-D5A0-87B6-24DDF4FEA2BE}"/>
              </a:ext>
            </a:extLst>
          </p:cNvPr>
          <p:cNvSpPr/>
          <p:nvPr/>
        </p:nvSpPr>
        <p:spPr>
          <a:xfrm>
            <a:off x="5237480" y="2118542"/>
            <a:ext cx="838196" cy="533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A97C236-6004-9945-AC16-34393A249B6F}"/>
              </a:ext>
            </a:extLst>
          </p:cNvPr>
          <p:cNvSpPr/>
          <p:nvPr/>
        </p:nvSpPr>
        <p:spPr>
          <a:xfrm>
            <a:off x="6372513" y="2268720"/>
            <a:ext cx="853169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29E8AD1-A2A0-DF27-B1F0-32E8AB0FB773}"/>
              </a:ext>
            </a:extLst>
          </p:cNvPr>
          <p:cNvSpPr/>
          <p:nvPr/>
        </p:nvSpPr>
        <p:spPr>
          <a:xfrm>
            <a:off x="7206905" y="2575630"/>
            <a:ext cx="853169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ED7BE3E-EA23-E8C9-F014-CBD64BF5147A}"/>
              </a:ext>
            </a:extLst>
          </p:cNvPr>
          <p:cNvSpPr/>
          <p:nvPr/>
        </p:nvSpPr>
        <p:spPr>
          <a:xfrm>
            <a:off x="5826713" y="2981951"/>
            <a:ext cx="838196" cy="533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9729ED8-A05E-20DA-F684-090F1CD0B863}"/>
              </a:ext>
            </a:extLst>
          </p:cNvPr>
          <p:cNvSpPr/>
          <p:nvPr/>
        </p:nvSpPr>
        <p:spPr>
          <a:xfrm>
            <a:off x="6236528" y="3745766"/>
            <a:ext cx="838196" cy="5334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6D48D68-D316-B225-542B-40D0A4EEF328}"/>
              </a:ext>
            </a:extLst>
          </p:cNvPr>
          <p:cNvSpPr/>
          <p:nvPr/>
        </p:nvSpPr>
        <p:spPr>
          <a:xfrm>
            <a:off x="8053360" y="2859088"/>
            <a:ext cx="853169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13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03E783-F0C5-A609-A591-F46FB31D757B}"/>
              </a:ext>
            </a:extLst>
          </p:cNvPr>
          <p:cNvSpPr txBox="1"/>
          <p:nvPr/>
        </p:nvSpPr>
        <p:spPr>
          <a:xfrm>
            <a:off x="9215752" y="173641"/>
            <a:ext cx="27476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DM</a:t>
            </a:r>
            <a:r>
              <a:rPr lang="ko-KR" altLang="en-US" dirty="0"/>
              <a:t>부터 </a:t>
            </a:r>
            <a:r>
              <a:rPr lang="en-US" altLang="ko-KR" dirty="0"/>
              <a:t>IM</a:t>
            </a:r>
            <a:r>
              <a:rPr lang="ko-KR" altLang="en-US" dirty="0"/>
              <a:t>까지는 좌</a:t>
            </a:r>
            <a:r>
              <a:rPr lang="en-US" altLang="ko-KR" dirty="0"/>
              <a:t>,</a:t>
            </a:r>
            <a:r>
              <a:rPr lang="ko-KR" altLang="en-US" dirty="0"/>
              <a:t>우에 나와 같은 직급을 </a:t>
            </a:r>
            <a:r>
              <a:rPr lang="en-US" altLang="ko-KR" dirty="0"/>
              <a:t>2</a:t>
            </a:r>
            <a:r>
              <a:rPr lang="ko-KR" altLang="en-US" dirty="0"/>
              <a:t>명이상씩 달성하면 </a:t>
            </a:r>
            <a:r>
              <a:rPr lang="ko-KR" altLang="en-US" dirty="0" err="1"/>
              <a:t>승급하게</a:t>
            </a:r>
            <a:r>
              <a:rPr lang="ko-KR" altLang="en-US" dirty="0"/>
              <a:t> 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예를 들면 좌에 </a:t>
            </a:r>
            <a:r>
              <a:rPr lang="en-US" altLang="ko-KR" dirty="0"/>
              <a:t>DM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명 달성되어도 된다는 것이다</a:t>
            </a:r>
            <a:r>
              <a:rPr lang="en-US" altLang="ko-KR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1C28B-A303-ACAB-D3BA-CD6888E73AA4}"/>
              </a:ext>
            </a:extLst>
          </p:cNvPr>
          <p:cNvSpPr txBox="1"/>
          <p:nvPr/>
        </p:nvSpPr>
        <p:spPr>
          <a:xfrm>
            <a:off x="130810" y="64270"/>
            <a:ext cx="212979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샤론로즈마스터</a:t>
            </a:r>
            <a:br>
              <a:rPr lang="en-US" altLang="ko-KR" dirty="0"/>
            </a:br>
            <a:r>
              <a:rPr lang="en-US" altLang="ko-KR" dirty="0"/>
              <a:t>SRM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D48D25B-D4BC-1DD8-12A4-0D635D06E84B}"/>
              </a:ext>
            </a:extLst>
          </p:cNvPr>
          <p:cNvSpPr/>
          <p:nvPr/>
        </p:nvSpPr>
        <p:spPr>
          <a:xfrm>
            <a:off x="6664909" y="4440362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1AF9CF4-046A-4D45-EE65-FC45C54317C6}"/>
              </a:ext>
            </a:extLst>
          </p:cNvPr>
          <p:cNvSpPr/>
          <p:nvPr/>
        </p:nvSpPr>
        <p:spPr>
          <a:xfrm>
            <a:off x="7468668" y="3980667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EA3929C-63F8-37EF-16D9-5A01825D3BBC}"/>
              </a:ext>
            </a:extLst>
          </p:cNvPr>
          <p:cNvSpPr/>
          <p:nvPr/>
        </p:nvSpPr>
        <p:spPr>
          <a:xfrm>
            <a:off x="2563769" y="5305793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D1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888FB82-385B-7550-5AD8-60ADEB81CA99}"/>
              </a:ext>
            </a:extLst>
          </p:cNvPr>
          <p:cNvSpPr/>
          <p:nvPr/>
        </p:nvSpPr>
        <p:spPr>
          <a:xfrm>
            <a:off x="7049570" y="5039093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FF927E1-F63E-EA1A-C1F4-09B431705258}"/>
              </a:ext>
            </a:extLst>
          </p:cNvPr>
          <p:cNvSpPr/>
          <p:nvPr/>
        </p:nvSpPr>
        <p:spPr>
          <a:xfrm>
            <a:off x="8258014" y="4408843"/>
            <a:ext cx="838196" cy="5334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ㄱ</a:t>
            </a:r>
            <a:r>
              <a:rPr lang="en-US" altLang="ko-KR" dirty="0">
                <a:solidFill>
                  <a:schemeClr val="tx1"/>
                </a:solidFill>
              </a:rPr>
              <a:t>32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SM6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94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F0B787-648D-4B3A-FB63-E5D3BF0E2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05177"/>
            <a:ext cx="100012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세미 세일즈와 세일즈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마스터에게만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'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몸PV'를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소실적에 합산하여 직급 달성 조건을 충족시키는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히든카드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로직을 활성화합니다.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다이아몬드 마스터(DM) 이상의 직급자는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합산을 통한 직급 달성 로직에서 철저히 배제됩니다. DM 이상의 직급 달성은 오직 하위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직급자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배출 수(좌/우 각 2명 이상)로만 판별하도록 연산식을 분리합니다.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단, 하위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자신의 직급 달성을 위해 쪼개 넣은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상위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SRM의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일일 후원수당 점수(15점, 30점 등)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높이는 데 기여하는 '타이밍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롤업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Roll-up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 계산은 유지되어 전체 조직의 효율을 극대화합니다.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672EC20-CF9F-8421-CA82-D0535BD6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3993473"/>
            <a:ext cx="104013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단순한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[+]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버튼 대신, 각 노드(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직급자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아래에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[+ 좌측 하위 추가]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와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[+ 우측 하위 추가]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버튼을 명확히 구분하여 제공합니다.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이를 통해 SRM 좌측 그룹 내부에서 "DM1의 우측에 DM2가 속하고, DM2의 좌측에 DM3이 위치하는" 현장의 복잡한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뎁스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그대로 구현할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각 하위 직급자가 좌/우 어느 라인에 속해 있는지 시스템이 정확히 인지해야만, 매일 발생하는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상위 스폰서의 '좌측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실적'으로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갈지 '우측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실적'으로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갈지 오차 없이 분류하여 수당 매칭과 플래시 아웃(소멸) 여부를 계산할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3896623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131412-057C-BD8C-2E6F-8DFA2B0A8B9C}"/>
              </a:ext>
            </a:extLst>
          </p:cNvPr>
          <p:cNvSpPr txBox="1"/>
          <p:nvPr/>
        </p:nvSpPr>
        <p:spPr>
          <a:xfrm>
            <a:off x="247650" y="320456"/>
            <a:ext cx="1179195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600" dirty="0"/>
              <a:t>이 알고리즘은 맨 밑단의 세미</a:t>
            </a:r>
            <a:r>
              <a:rPr lang="en-US" altLang="ko-KR" sz="1600" dirty="0"/>
              <a:t>/SM</a:t>
            </a:r>
            <a:r>
              <a:rPr lang="ko-KR" altLang="en-US" sz="1600" dirty="0"/>
              <a:t>부터 시작하여 상위 직급자로 올라가는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상향식</a:t>
            </a:r>
            <a:r>
              <a:rPr lang="en-US" altLang="ko-KR" sz="1600" b="1" dirty="0"/>
              <a:t>(Bottom-Up)'</a:t>
            </a:r>
            <a:r>
              <a:rPr lang="ko-KR" altLang="en-US" sz="1600" dirty="0"/>
              <a:t> 구조를 가지며</a:t>
            </a:r>
            <a:r>
              <a:rPr lang="en-US" altLang="ko-KR" sz="1600" dirty="0"/>
              <a:t>, </a:t>
            </a:r>
            <a:r>
              <a:rPr lang="ko-KR" altLang="en-US" sz="1600" dirty="0"/>
              <a:t>상위 직급자의 수당 조건을 스캔하여 몸</a:t>
            </a:r>
            <a:r>
              <a:rPr lang="en-US" altLang="ko-KR" sz="1600" dirty="0"/>
              <a:t>PV</a:t>
            </a:r>
            <a:r>
              <a:rPr lang="ko-KR" altLang="en-US" sz="1600" dirty="0"/>
              <a:t>를 알맞은 날짜에 끼워 넣는 **</a:t>
            </a:r>
            <a:r>
              <a:rPr lang="en-US" altLang="ko-KR" sz="1600" dirty="0"/>
              <a:t>'</a:t>
            </a:r>
            <a:r>
              <a:rPr lang="ko-KR" altLang="en-US" sz="1600" dirty="0"/>
              <a:t>조건부 매칭</a:t>
            </a:r>
            <a:r>
              <a:rPr lang="en-US" altLang="ko-KR" sz="1600" dirty="0"/>
              <a:t>'**</a:t>
            </a:r>
            <a:r>
              <a:rPr lang="ko-KR" altLang="en-US" sz="1600" dirty="0"/>
              <a:t>이 핵심입니다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b="1" dirty="0"/>
              <a:t>1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캘린더 및 타겟 배열 초기화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기초 세팅</a:t>
            </a:r>
            <a:r>
              <a:rPr lang="en-US" altLang="ko-KR" sz="1600" b="1" dirty="0"/>
              <a:t>)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1</a:t>
            </a:r>
            <a:r>
              <a:rPr lang="ko-KR" altLang="en-US" sz="1600" dirty="0"/>
              <a:t>일</a:t>
            </a:r>
            <a:r>
              <a:rPr lang="en-US" altLang="ko-KR" sz="1600" dirty="0"/>
              <a:t>~15</a:t>
            </a:r>
            <a:r>
              <a:rPr lang="ko-KR" altLang="en-US" sz="1600" dirty="0"/>
              <a:t>일</a:t>
            </a:r>
            <a:r>
              <a:rPr lang="en-US" altLang="ko-KR" sz="1600" dirty="0"/>
              <a:t>(</a:t>
            </a:r>
            <a:r>
              <a:rPr lang="ko-KR" altLang="en-US" sz="1600" dirty="0"/>
              <a:t>또는 </a:t>
            </a:r>
            <a:r>
              <a:rPr lang="en-US" altLang="ko-KR" sz="1600" dirty="0"/>
              <a:t>16</a:t>
            </a:r>
            <a:r>
              <a:rPr lang="ko-KR" altLang="en-US" sz="1600" dirty="0"/>
              <a:t>일</a:t>
            </a:r>
            <a:r>
              <a:rPr lang="en-US" altLang="ko-KR" sz="1600" dirty="0"/>
              <a:t>~</a:t>
            </a:r>
            <a:r>
              <a:rPr lang="ko-KR" altLang="en-US" sz="1600" dirty="0"/>
              <a:t>말일</a:t>
            </a:r>
            <a:r>
              <a:rPr lang="en-US" altLang="ko-KR" sz="1600" dirty="0"/>
              <a:t>)</a:t>
            </a:r>
            <a:r>
              <a:rPr lang="ko-KR" altLang="en-US" sz="1600" dirty="0"/>
              <a:t>의 날짜 배열을 생성하고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일요일을 찾아 해당 일자의 </a:t>
            </a:r>
            <a:r>
              <a:rPr lang="en-US" altLang="ko-KR" sz="1600" dirty="0"/>
              <a:t>PV </a:t>
            </a:r>
            <a:r>
              <a:rPr lang="ko-KR" altLang="en-US" sz="1600" dirty="0" err="1"/>
              <a:t>입력값을</a:t>
            </a:r>
            <a:r>
              <a:rPr lang="ko-KR" altLang="en-US" sz="1600" dirty="0"/>
              <a:t> </a:t>
            </a:r>
            <a:r>
              <a:rPr lang="en-US" altLang="ko-KR" sz="1600" dirty="0">
                <a:latin typeface="Courier New" panose="02070309020205020404" pitchFamily="49" charset="0"/>
              </a:rPr>
              <a:t>0</a:t>
            </a:r>
            <a:r>
              <a:rPr lang="ko-KR" altLang="en-US" sz="1600" dirty="0"/>
              <a:t>으로 잠금 처리합니다</a:t>
            </a:r>
            <a:r>
              <a:rPr lang="en-US" altLang="ko-KR" sz="1600" dirty="0"/>
              <a:t>. (</a:t>
            </a:r>
            <a:r>
              <a:rPr lang="ko-KR" altLang="en-US" sz="1600" dirty="0"/>
              <a:t>실제 가동일은 보통 </a:t>
            </a:r>
            <a:r>
              <a:rPr lang="en-US" altLang="ko-KR" sz="1600" dirty="0"/>
              <a:t>13</a:t>
            </a:r>
            <a:r>
              <a:rPr lang="ko-KR" altLang="en-US" sz="1600" dirty="0"/>
              <a:t>일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최하위 </a:t>
            </a:r>
            <a:r>
              <a:rPr lang="ko-KR" altLang="en-US" sz="1600" dirty="0" err="1"/>
              <a:t>직급자</a:t>
            </a:r>
            <a:r>
              <a:rPr lang="en-US" altLang="ko-KR" sz="1600" dirty="0"/>
              <a:t>(</a:t>
            </a:r>
            <a:r>
              <a:rPr lang="ko-KR" altLang="en-US" sz="1600" dirty="0"/>
              <a:t>세미</a:t>
            </a:r>
            <a:r>
              <a:rPr lang="en-US" altLang="ko-KR" sz="1600" dirty="0"/>
              <a:t>/SM)</a:t>
            </a:r>
            <a:r>
              <a:rPr lang="ko-KR" altLang="en-US" sz="1600" dirty="0"/>
              <a:t>들의 타겟 배열을 세팅합니다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예시 </a:t>
            </a:r>
            <a:r>
              <a:rPr lang="en-US" altLang="ko-KR" sz="1600" b="1" dirty="0"/>
              <a:t>(SM):</a:t>
            </a:r>
            <a:r>
              <a:rPr lang="ko-KR" altLang="en-US" sz="1600" dirty="0"/>
              <a:t> 좌측 타겟 </a:t>
            </a:r>
            <a:r>
              <a:rPr lang="en-US" altLang="ko-KR" sz="1600" dirty="0">
                <a:latin typeface="Courier New" panose="02070309020205020404" pitchFamily="49" charset="0"/>
              </a:rPr>
              <a:t>250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en-US" altLang="ko-KR" sz="1600" dirty="0"/>
              <a:t>, </a:t>
            </a:r>
            <a:r>
              <a:rPr lang="ko-KR" altLang="en-US" sz="1600" dirty="0"/>
              <a:t>우측 타겟 </a:t>
            </a:r>
            <a:r>
              <a:rPr lang="en-US" altLang="ko-KR" sz="1600" dirty="0">
                <a:latin typeface="Courier New" panose="02070309020205020404" pitchFamily="49" charset="0"/>
              </a:rPr>
              <a:t>210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en-US" altLang="ko-KR" sz="1600" dirty="0"/>
              <a:t>, </a:t>
            </a:r>
            <a:r>
              <a:rPr lang="ko-KR" altLang="en-US" sz="1600" dirty="0"/>
              <a:t>몸</a:t>
            </a:r>
            <a:r>
              <a:rPr lang="en-US" altLang="ko-KR" sz="1600" dirty="0"/>
              <a:t>PV </a:t>
            </a:r>
            <a:r>
              <a:rPr lang="ko-KR" altLang="en-US" sz="1600" dirty="0"/>
              <a:t>풀</a:t>
            </a:r>
            <a:r>
              <a:rPr lang="en-US" altLang="ko-KR" sz="1600" dirty="0"/>
              <a:t>(Pool) </a:t>
            </a:r>
            <a:r>
              <a:rPr lang="en-US" altLang="ko-KR" sz="1600" dirty="0">
                <a:latin typeface="Courier New" panose="02070309020205020404" pitchFamily="49" charset="0"/>
              </a:rPr>
              <a:t>40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b="1" dirty="0"/>
              <a:t>2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하위 </a:t>
            </a:r>
            <a:r>
              <a:rPr lang="ko-KR" altLang="en-US" sz="1600" b="1" dirty="0" err="1"/>
              <a:t>직급자</a:t>
            </a:r>
            <a:r>
              <a:rPr lang="ko-KR" altLang="en-US" sz="1600" b="1" dirty="0"/>
              <a:t> 기본 배열 생성 </a:t>
            </a:r>
            <a:r>
              <a:rPr lang="en-US" altLang="ko-KR" sz="1600" b="1" dirty="0"/>
              <a:t>(Base Array)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세미</a:t>
            </a:r>
            <a:r>
              <a:rPr lang="en-US" altLang="ko-KR" sz="1600" dirty="0"/>
              <a:t>/SM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소실적</a:t>
            </a:r>
            <a:r>
              <a:rPr lang="ko-KR" altLang="en-US" sz="1600" dirty="0"/>
              <a:t> 타겟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210</a:t>
            </a:r>
            <a:r>
              <a:rPr lang="ko-KR" altLang="en-US" sz="1600" dirty="0"/>
              <a:t>만</a:t>
            </a:r>
            <a:r>
              <a:rPr lang="en-US" altLang="ko-KR" sz="1600" dirty="0"/>
              <a:t>)</a:t>
            </a:r>
            <a:r>
              <a:rPr lang="ko-KR" altLang="en-US" sz="1600" dirty="0"/>
              <a:t>을 후원수당 발생 기준인 </a:t>
            </a:r>
            <a:r>
              <a:rPr lang="en-US" altLang="ko-KR" sz="1600" dirty="0">
                <a:latin typeface="Courier New" panose="02070309020205020404" pitchFamily="49" charset="0"/>
              </a:rPr>
              <a:t>30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ko-KR" altLang="en-US" sz="1600" dirty="0"/>
              <a:t> 단위로 나눕니다</a:t>
            </a:r>
            <a:r>
              <a:rPr lang="en-US" altLang="ko-KR" sz="1600" dirty="0"/>
              <a:t>. (210</a:t>
            </a:r>
            <a:r>
              <a:rPr lang="ko-KR" altLang="en-US" sz="1600" dirty="0"/>
              <a:t>만 </a:t>
            </a:r>
            <a:r>
              <a:rPr lang="en-US" altLang="ko-KR" sz="1600" dirty="0"/>
              <a:t>÷ 30</a:t>
            </a:r>
            <a:r>
              <a:rPr lang="ko-KR" altLang="en-US" sz="1600" dirty="0"/>
              <a:t>만 </a:t>
            </a:r>
            <a:r>
              <a:rPr lang="en-US" altLang="ko-KR" sz="1600" dirty="0"/>
              <a:t>= 7</a:t>
            </a:r>
            <a:r>
              <a:rPr lang="ko-KR" altLang="en-US" sz="1600" dirty="0"/>
              <a:t>회 매칭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가동일 </a:t>
            </a:r>
            <a:r>
              <a:rPr lang="en-US" altLang="ko-KR" sz="1600" dirty="0"/>
              <a:t>13</a:t>
            </a:r>
            <a:r>
              <a:rPr lang="ko-KR" altLang="en-US" sz="1600" dirty="0"/>
              <a:t>일 중 </a:t>
            </a:r>
            <a:r>
              <a:rPr lang="en-US" altLang="ko-KR" sz="1600" dirty="0"/>
              <a:t>7</a:t>
            </a:r>
            <a:r>
              <a:rPr lang="ko-KR" altLang="en-US" sz="1600" dirty="0"/>
              <a:t>일의 날짜를 </a:t>
            </a:r>
            <a:r>
              <a:rPr lang="en-US" altLang="ko-KR" sz="1600" dirty="0"/>
              <a:t>1</a:t>
            </a:r>
            <a:r>
              <a:rPr lang="ko-KR" altLang="en-US" sz="1600" dirty="0"/>
              <a:t>차적으로 임의 배정</a:t>
            </a:r>
            <a:r>
              <a:rPr lang="en-US" altLang="ko-KR" sz="1600" dirty="0"/>
              <a:t>(</a:t>
            </a:r>
            <a:r>
              <a:rPr lang="ko-KR" altLang="en-US" sz="1600" dirty="0"/>
              <a:t>또는 균등 분배</a:t>
            </a:r>
            <a:r>
              <a:rPr lang="en-US" altLang="ko-KR" sz="1600" dirty="0"/>
              <a:t>)</a:t>
            </a:r>
            <a:r>
              <a:rPr lang="ko-KR" altLang="en-US" sz="1600" dirty="0"/>
              <a:t>하여 </a:t>
            </a:r>
            <a:r>
              <a:rPr lang="en-US" altLang="ko-KR" sz="1600" dirty="0">
                <a:latin typeface="Courier New" panose="02070309020205020404" pitchFamily="49" charset="0"/>
              </a:rPr>
              <a:t>30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ko-KR" altLang="en-US" sz="1600" dirty="0"/>
              <a:t>씩 배열에 입력합니다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나머지 날짜는 </a:t>
            </a:r>
            <a:r>
              <a:rPr lang="en-US" altLang="ko-KR" sz="1600" dirty="0">
                <a:latin typeface="Courier New" panose="02070309020205020404" pitchFamily="49" charset="0"/>
              </a:rPr>
              <a:t>0</a:t>
            </a:r>
            <a:r>
              <a:rPr lang="ko-KR" altLang="en-US" sz="1600" dirty="0"/>
              <a:t>이 됩니다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b="1" dirty="0"/>
              <a:t>3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상위 </a:t>
            </a:r>
            <a:r>
              <a:rPr lang="ko-KR" altLang="en-US" sz="1600" b="1" dirty="0" err="1"/>
              <a:t>직급자</a:t>
            </a:r>
            <a:r>
              <a:rPr lang="en-US" altLang="ko-KR" sz="1600" b="1" dirty="0"/>
              <a:t>(DM/SRM) </a:t>
            </a:r>
            <a:r>
              <a:rPr lang="ko-KR" altLang="en-US" sz="1600" b="1" dirty="0"/>
              <a:t>수당 스캐닝 및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몸</a:t>
            </a:r>
            <a:r>
              <a:rPr lang="en-US" altLang="ko-KR" sz="1600" b="1" dirty="0"/>
              <a:t>PV' </a:t>
            </a:r>
            <a:r>
              <a:rPr lang="ko-KR" altLang="en-US" sz="1600" b="1" dirty="0"/>
              <a:t>투입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핵심 퍼즐</a:t>
            </a:r>
            <a:r>
              <a:rPr lang="en-US" altLang="ko-KR" sz="1600" b="1" dirty="0"/>
              <a:t>)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롤업</a:t>
            </a:r>
            <a:r>
              <a:rPr lang="ko-KR" altLang="en-US" sz="1600" b="1" dirty="0"/>
              <a:t> 연산</a:t>
            </a:r>
            <a:r>
              <a:rPr lang="en-US" altLang="ko-KR" sz="1600" b="1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2</a:t>
            </a:r>
            <a:r>
              <a:rPr lang="ko-KR" altLang="en-US" sz="1600" dirty="0"/>
              <a:t>단계에서 임시 배정된 하위 직급자들의 일일 </a:t>
            </a:r>
            <a:r>
              <a:rPr lang="en-US" altLang="ko-KR" sz="1600" dirty="0"/>
              <a:t>PV</a:t>
            </a:r>
            <a:r>
              <a:rPr lang="ko-KR" altLang="en-US" sz="1600" dirty="0"/>
              <a:t>를 상위 </a:t>
            </a:r>
            <a:r>
              <a:rPr lang="ko-KR" altLang="en-US" sz="1600" dirty="0" err="1"/>
              <a:t>직급자</a:t>
            </a:r>
            <a:r>
              <a:rPr lang="en-US" altLang="ko-KR" sz="1600" dirty="0"/>
              <a:t>(DM)</a:t>
            </a:r>
            <a:r>
              <a:rPr lang="ko-KR" altLang="en-US" sz="1600" dirty="0"/>
              <a:t>의 좌</a:t>
            </a:r>
            <a:r>
              <a:rPr lang="en-US" altLang="ko-KR" sz="1600" dirty="0"/>
              <a:t>/</a:t>
            </a:r>
            <a:r>
              <a:rPr lang="ko-KR" altLang="en-US" sz="1600" dirty="0"/>
              <a:t>우로 합산</a:t>
            </a:r>
            <a:r>
              <a:rPr lang="en-US" altLang="ko-KR" sz="1600" dirty="0"/>
              <a:t>(Roll-up)</a:t>
            </a:r>
            <a:r>
              <a:rPr lang="ko-KR" altLang="en-US" sz="1600" dirty="0"/>
              <a:t>하여 가져옵니다</a:t>
            </a:r>
            <a:r>
              <a:rPr lang="en-US" altLang="ko-KR" sz="1600" dirty="0"/>
              <a:t>. (</a:t>
            </a:r>
            <a:r>
              <a:rPr lang="ko-KR" altLang="en-US" sz="1600" dirty="0"/>
              <a:t>비대칭 조직일 경우 있는 그대로 모두 더함</a:t>
            </a:r>
            <a:r>
              <a:rPr lang="en-US" altLang="ko-KR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수당 구간 스캔</a:t>
            </a:r>
            <a:r>
              <a:rPr lang="en-US" altLang="ko-KR" sz="1600" b="1" dirty="0"/>
              <a:t>:</a:t>
            </a:r>
            <a:r>
              <a:rPr lang="ko-KR" altLang="en-US" sz="1600" dirty="0"/>
              <a:t> 시스템이 상위 </a:t>
            </a:r>
            <a:r>
              <a:rPr lang="en-US" altLang="ko-KR" sz="1600" dirty="0"/>
              <a:t>DM</a:t>
            </a:r>
            <a:r>
              <a:rPr lang="ko-KR" altLang="en-US" sz="1600" dirty="0"/>
              <a:t>의 일자별 합산 </a:t>
            </a:r>
            <a:r>
              <a:rPr lang="en-US" altLang="ko-KR" sz="1600" dirty="0"/>
              <a:t>PV</a:t>
            </a:r>
            <a:r>
              <a:rPr lang="ko-KR" altLang="en-US" sz="1600" dirty="0"/>
              <a:t>를 분석하여 </a:t>
            </a:r>
            <a:r>
              <a:rPr lang="en-US" altLang="ko-KR" sz="1600" dirty="0"/>
              <a:t>'</a:t>
            </a:r>
            <a:r>
              <a:rPr lang="ko-KR" altLang="en-US" sz="1600" dirty="0"/>
              <a:t>다음 수당 점수</a:t>
            </a:r>
            <a:r>
              <a:rPr lang="en-US" altLang="ko-KR" sz="1600" dirty="0"/>
              <a:t>(30</a:t>
            </a:r>
            <a:r>
              <a:rPr lang="ko-KR" altLang="en-US" sz="1600" dirty="0"/>
              <a:t>점</a:t>
            </a:r>
            <a:r>
              <a:rPr lang="en-US" altLang="ko-KR" sz="1600" dirty="0"/>
              <a:t>, 60</a:t>
            </a:r>
            <a:r>
              <a:rPr lang="ko-KR" altLang="en-US" sz="1600" dirty="0"/>
              <a:t>점 등</a:t>
            </a:r>
            <a:r>
              <a:rPr lang="en-US" altLang="ko-KR" sz="1600" dirty="0"/>
              <a:t>)'</a:t>
            </a:r>
            <a:r>
              <a:rPr lang="ko-KR" altLang="en-US" sz="1600" dirty="0"/>
              <a:t>에 근접한 날짜를 찾습니다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i="1" dirty="0"/>
              <a:t>탐색 예</a:t>
            </a:r>
            <a:r>
              <a:rPr lang="en-US" altLang="ko-KR" sz="1600" i="1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"5</a:t>
            </a:r>
            <a:r>
              <a:rPr lang="ko-KR" altLang="en-US" sz="1600" dirty="0"/>
              <a:t>일 차에 </a:t>
            </a:r>
            <a:r>
              <a:rPr lang="en-US" altLang="ko-KR" sz="1600" dirty="0"/>
              <a:t>DM</a:t>
            </a:r>
            <a:r>
              <a:rPr lang="ko-KR" altLang="en-US" sz="1600" dirty="0"/>
              <a:t>의 좌측이 </a:t>
            </a:r>
            <a:r>
              <a:rPr lang="en-US" altLang="ko-KR" sz="1600" dirty="0">
                <a:latin typeface="Courier New" panose="02070309020205020404" pitchFamily="49" charset="0"/>
              </a:rPr>
              <a:t>60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en-US" altLang="ko-KR" sz="1600" dirty="0"/>
              <a:t>, </a:t>
            </a:r>
            <a:r>
              <a:rPr lang="ko-KR" altLang="en-US" sz="1600" dirty="0"/>
              <a:t>우측이 </a:t>
            </a:r>
            <a:r>
              <a:rPr lang="en-US" altLang="ko-KR" sz="1600" dirty="0">
                <a:latin typeface="Courier New" panose="02070309020205020404" pitchFamily="49" charset="0"/>
              </a:rPr>
              <a:t>60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ko-KR" altLang="en-US" sz="1600" dirty="0"/>
              <a:t>이다</a:t>
            </a:r>
            <a:r>
              <a:rPr lang="en-US" altLang="ko-KR" sz="1600" dirty="0"/>
              <a:t>. 30</a:t>
            </a:r>
            <a:r>
              <a:rPr lang="ko-KR" altLang="en-US" sz="1600" dirty="0"/>
              <a:t>점</a:t>
            </a:r>
            <a:r>
              <a:rPr lang="en-US" altLang="ko-KR" sz="1600" dirty="0"/>
              <a:t>(70</a:t>
            </a:r>
            <a:r>
              <a:rPr lang="ko-KR" altLang="en-US" sz="1600" dirty="0"/>
              <a:t>만</a:t>
            </a:r>
            <a:r>
              <a:rPr lang="en-US" altLang="ko-KR" sz="1600" dirty="0"/>
              <a:t>/70</a:t>
            </a:r>
            <a:r>
              <a:rPr lang="ko-KR" altLang="en-US" sz="1600" dirty="0"/>
              <a:t>만</a:t>
            </a:r>
            <a:r>
              <a:rPr lang="en-US" altLang="ko-KR" sz="1600" dirty="0"/>
              <a:t>)</a:t>
            </a:r>
            <a:r>
              <a:rPr lang="ko-KR" altLang="en-US" sz="1600" dirty="0"/>
              <a:t>을 받으려면 좌우 각각 </a:t>
            </a:r>
            <a:r>
              <a:rPr lang="en-US" altLang="ko-KR" sz="1600" dirty="0">
                <a:latin typeface="Courier New" panose="02070309020205020404" pitchFamily="49" charset="0"/>
              </a:rPr>
              <a:t>10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ko-KR" altLang="en-US" sz="1600" dirty="0"/>
              <a:t>이 부족하다</a:t>
            </a:r>
            <a:r>
              <a:rPr lang="en-US" altLang="ko-KR" sz="1600" dirty="0"/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/>
              <a:t>몸</a:t>
            </a:r>
            <a:r>
              <a:rPr lang="en-US" altLang="ko-KR" sz="1600" b="1" dirty="0"/>
              <a:t>PV </a:t>
            </a:r>
            <a:r>
              <a:rPr lang="ko-KR" altLang="en-US" sz="1600" b="1" dirty="0"/>
              <a:t>할당</a:t>
            </a:r>
            <a:r>
              <a:rPr lang="en-US" altLang="ko-KR" sz="1600" b="1" dirty="0"/>
              <a:t>:</a:t>
            </a:r>
            <a:r>
              <a:rPr lang="ko-KR" altLang="en-US" sz="1600" dirty="0"/>
              <a:t> 부족분을 채우기 위해 해당 라인 하위 </a:t>
            </a:r>
            <a:r>
              <a:rPr lang="en-US" altLang="ko-KR" sz="1600" dirty="0"/>
              <a:t>SM</a:t>
            </a:r>
            <a:r>
              <a:rPr lang="ko-KR" altLang="en-US" sz="1600" dirty="0"/>
              <a:t>의 </a:t>
            </a:r>
            <a:r>
              <a:rPr lang="en-US" altLang="ko-KR" sz="1600" dirty="0"/>
              <a:t>'</a:t>
            </a:r>
            <a:r>
              <a:rPr lang="ko-KR" altLang="en-US" sz="1600" dirty="0"/>
              <a:t>몸</a:t>
            </a:r>
            <a:r>
              <a:rPr lang="en-US" altLang="ko-KR" sz="1600" dirty="0"/>
              <a:t>PV </a:t>
            </a:r>
            <a:r>
              <a:rPr lang="ko-KR" altLang="en-US" sz="1600" dirty="0"/>
              <a:t>풀</a:t>
            </a:r>
            <a:r>
              <a:rPr lang="en-US" altLang="ko-KR" sz="1600" dirty="0"/>
              <a:t>(40</a:t>
            </a:r>
            <a:r>
              <a:rPr lang="ko-KR" altLang="en-US" sz="1600" dirty="0"/>
              <a:t>만</a:t>
            </a:r>
            <a:r>
              <a:rPr lang="en-US" altLang="ko-KR" sz="1600" dirty="0"/>
              <a:t>)'</a:t>
            </a:r>
            <a:r>
              <a:rPr lang="ko-KR" altLang="en-US" sz="1600" dirty="0"/>
              <a:t>에서 </a:t>
            </a:r>
            <a:r>
              <a:rPr lang="en-US" altLang="ko-KR" sz="1600" dirty="0">
                <a:latin typeface="Courier New" panose="02070309020205020404" pitchFamily="49" charset="0"/>
              </a:rPr>
              <a:t>10</a:t>
            </a:r>
            <a:r>
              <a:rPr lang="ko-KR" altLang="en-US" sz="1600" dirty="0">
                <a:latin typeface="Courier New" panose="02070309020205020404" pitchFamily="49" charset="0"/>
              </a:rPr>
              <a:t>만</a:t>
            </a:r>
            <a:r>
              <a:rPr lang="ko-KR" altLang="en-US" sz="1600" dirty="0"/>
              <a:t>을 차감하여 </a:t>
            </a:r>
            <a:r>
              <a:rPr lang="en-US" altLang="ko-KR" sz="1600" dirty="0"/>
              <a:t>5</a:t>
            </a:r>
            <a:r>
              <a:rPr lang="ko-KR" altLang="en-US" sz="1600" dirty="0"/>
              <a:t>일 차에 강제로 배정합니다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i="1" dirty="0"/>
              <a:t>결과</a:t>
            </a:r>
            <a:r>
              <a:rPr lang="en-US" altLang="ko-KR" sz="1600" i="1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DM</a:t>
            </a:r>
            <a:r>
              <a:rPr lang="ko-KR" altLang="en-US" sz="1600" dirty="0"/>
              <a:t>은 </a:t>
            </a:r>
            <a:r>
              <a:rPr lang="en-US" altLang="ko-KR" sz="1600" dirty="0"/>
              <a:t>15</a:t>
            </a:r>
            <a:r>
              <a:rPr lang="ko-KR" altLang="en-US" sz="1600" dirty="0"/>
              <a:t>점 받을 것을 </a:t>
            </a:r>
            <a:r>
              <a:rPr lang="en-US" altLang="ko-KR" sz="1600" dirty="0"/>
              <a:t>30</a:t>
            </a:r>
            <a:r>
              <a:rPr lang="ko-KR" altLang="en-US" sz="1600" dirty="0"/>
              <a:t>점으로 받게 되고</a:t>
            </a:r>
            <a:r>
              <a:rPr lang="en-US" altLang="ko-KR" sz="1600" dirty="0"/>
              <a:t>, </a:t>
            </a:r>
            <a:r>
              <a:rPr lang="ko-KR" altLang="en-US" sz="1600" dirty="0"/>
              <a:t>하위 </a:t>
            </a:r>
            <a:r>
              <a:rPr lang="en-US" altLang="ko-KR" sz="1600" dirty="0"/>
              <a:t>SM</a:t>
            </a:r>
            <a:r>
              <a:rPr lang="ko-KR" altLang="en-US" sz="1600" dirty="0"/>
              <a:t>은 본인의 몸</a:t>
            </a:r>
            <a:r>
              <a:rPr lang="en-US" altLang="ko-KR" sz="1600" dirty="0"/>
              <a:t>PV 40</a:t>
            </a:r>
            <a:r>
              <a:rPr lang="ko-KR" altLang="en-US" sz="1600" dirty="0"/>
              <a:t>만 중 </a:t>
            </a:r>
            <a:r>
              <a:rPr lang="en-US" altLang="ko-KR" sz="1600" dirty="0"/>
              <a:t>10</a:t>
            </a:r>
            <a:r>
              <a:rPr lang="ko-KR" altLang="en-US" sz="1600" dirty="0"/>
              <a:t>만을 소진하고 </a:t>
            </a:r>
            <a:r>
              <a:rPr lang="en-US" altLang="ko-KR" sz="1600" dirty="0"/>
              <a:t>30</a:t>
            </a:r>
            <a:r>
              <a:rPr lang="ko-KR" altLang="en-US" sz="1600" dirty="0"/>
              <a:t>만이 남습니다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이 과정을 상위 </a:t>
            </a:r>
            <a:r>
              <a:rPr lang="ko-KR" altLang="en-US" sz="1600" dirty="0" err="1"/>
              <a:t>직급자</a:t>
            </a:r>
            <a:r>
              <a:rPr lang="en-US" altLang="ko-KR" sz="1600" dirty="0"/>
              <a:t>(DM -&gt; SRM -&gt; STM) </a:t>
            </a:r>
            <a:r>
              <a:rPr lang="ko-KR" altLang="en-US" sz="1600" dirty="0"/>
              <a:t>순으로 반복하며 하위 사업자들의 몸</a:t>
            </a:r>
            <a:r>
              <a:rPr lang="en-US" altLang="ko-KR" sz="1600" dirty="0"/>
              <a:t>PV </a:t>
            </a:r>
            <a:r>
              <a:rPr lang="ko-KR" altLang="en-US" sz="1600" dirty="0"/>
              <a:t>풀이 </a:t>
            </a:r>
            <a:r>
              <a:rPr lang="en-US" altLang="ko-KR" sz="1600" dirty="0">
                <a:latin typeface="Courier New" panose="02070309020205020404" pitchFamily="49" charset="0"/>
              </a:rPr>
              <a:t>0</a:t>
            </a:r>
            <a:r>
              <a:rPr lang="ko-KR" altLang="en-US" sz="1600" dirty="0"/>
              <a:t>이 될 때까지 각 날짜에 최적으로 쪼개 넣습니다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b="1" dirty="0"/>
              <a:t>4</a:t>
            </a:r>
            <a:r>
              <a:rPr lang="ko-KR" altLang="en-US" sz="1600" b="1" dirty="0"/>
              <a:t>단계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잔여 </a:t>
            </a:r>
            <a:r>
              <a:rPr lang="en-US" altLang="ko-KR" sz="1600" b="1" dirty="0"/>
              <a:t>PV </a:t>
            </a:r>
            <a:r>
              <a:rPr lang="ko-KR" altLang="en-US" sz="1600" b="1" dirty="0"/>
              <a:t>처리 및 최종 확정</a:t>
            </a:r>
            <a:endParaRPr lang="ko-KR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상위 직급자의 매칭을 다 맞추고도 하위 </a:t>
            </a:r>
            <a:r>
              <a:rPr lang="en-US" altLang="ko-KR" sz="1600" dirty="0"/>
              <a:t>SM</a:t>
            </a:r>
            <a:r>
              <a:rPr lang="ko-KR" altLang="en-US" sz="1600" dirty="0"/>
              <a:t>의 몸</a:t>
            </a:r>
            <a:r>
              <a:rPr lang="en-US" altLang="ko-KR" sz="1600" dirty="0"/>
              <a:t>PV</a:t>
            </a:r>
            <a:r>
              <a:rPr lang="ko-KR" altLang="en-US" sz="1600" dirty="0"/>
              <a:t>가 남았다면</a:t>
            </a:r>
            <a:r>
              <a:rPr lang="en-US" altLang="ko-KR" sz="1600" dirty="0"/>
              <a:t>, </a:t>
            </a:r>
            <a:r>
              <a:rPr lang="ko-KR" altLang="en-US" sz="1600" dirty="0"/>
              <a:t>남은 수치는 플래시 아웃</a:t>
            </a:r>
            <a:r>
              <a:rPr lang="en-US" altLang="ko-KR" sz="1600" dirty="0"/>
              <a:t>(</a:t>
            </a:r>
            <a:r>
              <a:rPr lang="ko-KR" altLang="en-US" sz="1600" dirty="0"/>
              <a:t>소멸</a:t>
            </a:r>
            <a:r>
              <a:rPr lang="en-US" altLang="ko-KR" sz="1600" dirty="0"/>
              <a:t>) </a:t>
            </a:r>
            <a:r>
              <a:rPr lang="ko-KR" altLang="en-US" sz="1600" dirty="0"/>
              <a:t>위험이 없는 직급 마감일</a:t>
            </a:r>
            <a:r>
              <a:rPr lang="en-US" altLang="ko-KR" sz="1600" dirty="0"/>
              <a:t>(15</a:t>
            </a:r>
            <a:r>
              <a:rPr lang="ko-KR" altLang="en-US" sz="1600" dirty="0"/>
              <a:t>일 또는 말일</a:t>
            </a:r>
            <a:r>
              <a:rPr lang="en-US" altLang="ko-KR" sz="1600" dirty="0"/>
              <a:t>)</a:t>
            </a:r>
            <a:r>
              <a:rPr lang="ko-KR" altLang="en-US" sz="1600" dirty="0"/>
              <a:t>에 일괄 배치합니다</a:t>
            </a:r>
            <a:r>
              <a:rPr lang="en-US" altLang="ko-KR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/>
              <a:t>최종적으로 모든 날짜의 합산이 상위</a:t>
            </a:r>
            <a:r>
              <a:rPr lang="en-US" altLang="ko-KR" sz="1600" dirty="0"/>
              <a:t>/</a:t>
            </a:r>
            <a:r>
              <a:rPr lang="ko-KR" altLang="en-US" sz="1600" dirty="0"/>
              <a:t>하위 모두 목표 </a:t>
            </a:r>
            <a:r>
              <a:rPr lang="en-US" altLang="ko-KR" sz="1600" dirty="0"/>
              <a:t>PV(250</a:t>
            </a:r>
            <a:r>
              <a:rPr lang="ko-KR" altLang="en-US" sz="1600" dirty="0"/>
              <a:t>만</a:t>
            </a:r>
            <a:r>
              <a:rPr lang="en-US" altLang="ko-KR" sz="1600" dirty="0"/>
              <a:t>, 150</a:t>
            </a:r>
            <a:r>
              <a:rPr lang="ko-KR" altLang="en-US" sz="1600" dirty="0"/>
              <a:t>만 등</a:t>
            </a:r>
            <a:r>
              <a:rPr lang="en-US" altLang="ko-KR" sz="1600" dirty="0"/>
              <a:t>)</a:t>
            </a:r>
            <a:r>
              <a:rPr lang="ko-KR" altLang="en-US" sz="1600" dirty="0"/>
              <a:t>와 일치하는지 검증</a:t>
            </a:r>
            <a:r>
              <a:rPr lang="en-US" altLang="ko-KR" sz="1600" dirty="0"/>
              <a:t>(Validation)</a:t>
            </a:r>
            <a:r>
              <a:rPr lang="ko-KR" altLang="en-US" sz="1600" dirty="0"/>
              <a:t>한 뒤</a:t>
            </a:r>
            <a:r>
              <a:rPr lang="en-US" altLang="ko-KR" sz="1600" dirty="0"/>
              <a:t>, PC </a:t>
            </a:r>
            <a:r>
              <a:rPr lang="ko-KR" altLang="en-US" sz="1600" dirty="0"/>
              <a:t>화면의 표</a:t>
            </a:r>
            <a:r>
              <a:rPr lang="en-US" altLang="ko-KR" sz="1600" dirty="0"/>
              <a:t>(Table)</a:t>
            </a:r>
            <a:r>
              <a:rPr lang="ko-KR" altLang="en-US" sz="1600" dirty="0"/>
              <a:t>로 출력합니다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8072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0D579B-8C4D-7596-F9A3-1E3D89B37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31575"/>
            <a:ext cx="1205865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1단계: 자율 변수 입력 및 캘린더 세팅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15일 달력을 생성하고 일요일(휴무일)은 PV 연산에서 배제(0처리)합니다.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SM별로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**[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자율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입력칸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]**을 통해 개별 풀(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)을 세팅합니다. (예: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SM_A는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40만,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SM_B는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60만).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풀은 최종 결산 시 해당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좌/우 누적 실적 중 '더 적은 쪽(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소실적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자동 합산되도록 조건부 수식(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 +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BodyPV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걸어둡니다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2단계: 징검다리식 베이스 배열(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생성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목표 PV(예: 250만 -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60만 = 190만 PV)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후원수당 기준인 30만 단위로 나눕니다. (190만 ÷ 30만 = 6회 매칭, 잔여 10만).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심리적 부담 완화를 위해 13일의 영업일 동안 연속 배치를 피하고, **'간격 분배 함수(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Even-Spacing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)'**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적용합니다.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예를 들어 13일 중 6번을 매칭해야 한다면, [1일, 3일, 5일, 8일, 10일, 13일]과 같이 2~3일 간격으로 30만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배치되도록 기본 뼈대를 짭니다.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3단계: 직속 DM 최우선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롤업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및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퍼즐링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Top-Priority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2단계에서 띄엄띄엄 배치된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SM들의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일자별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**직속 DM 하나에게만 우선적으로 합산(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Roll-up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)**합니다.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일자별 캘린더를 스캔하여 70만/70만(30점), 150만/150만(60점) 등 다음 수당 구간에 근접한 '타겟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날짜'를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찾아냅니다.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해당 날짜에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수당을 한 단계 올리기 위해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PV가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부족하다면, 그 라인에 속한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'자율 입력된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풀'에서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필요한 만큼을 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빼와서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그 날짜에 강제로 끼워 넣습니다.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만약 직속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매칭이 다 끝났는데도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남았다면, 그 위의 SRM 매칭을 위해 사용하는 식으로 상향 전개합니다.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4단계: 잔여 PV 정산 및 플래시 아웃 방지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상위 스폰서들의 타겟 매칭을 모두 끝내고도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몸PV가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남았다면, 후원수당 소멸(플래시 아웃)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영향을 주지 않는 보름의 마지막 날(15일 또는 말일)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전액 배치합니다.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최종적으로 모든 하위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(실제 매출 + 분배된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몸PV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가 250만(또는 150만) 조건을 충족했는지 검증합니다.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4045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AC6CC49-69C7-6FD1-9FDE-31A3D05B0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776287"/>
            <a:ext cx="4191000" cy="4200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74DF3D-0ACA-2FAD-B5DC-21D2AF949879}"/>
              </a:ext>
            </a:extLst>
          </p:cNvPr>
          <p:cNvSpPr txBox="1"/>
          <p:nvPr/>
        </p:nvSpPr>
        <p:spPr>
          <a:xfrm>
            <a:off x="5181600" y="7513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그리고 또 하나, 이런 규칙을 적용할 수도 있어.</a:t>
            </a:r>
          </a:p>
          <a:p>
            <a:endParaRPr lang="ko-KR" altLang="en-US" dirty="0"/>
          </a:p>
          <a:p>
            <a:r>
              <a:rPr lang="ko-KR" altLang="en-US" dirty="0"/>
              <a:t>이미지에 색깔로 구분해 놓은 것처럼</a:t>
            </a:r>
          </a:p>
          <a:p>
            <a:r>
              <a:rPr lang="ko-KR" altLang="en-US" dirty="0"/>
              <a:t>꼭 하루 안에서 좌/우 30만PV를 채우지 않아도 </a:t>
            </a:r>
            <a:r>
              <a:rPr lang="ko-KR" altLang="en-US" dirty="0" err="1"/>
              <a:t>된다는거야</a:t>
            </a:r>
            <a:r>
              <a:rPr lang="ko-KR" altLang="en-US" dirty="0"/>
              <a:t>.</a:t>
            </a:r>
          </a:p>
          <a:p>
            <a:endParaRPr lang="ko-KR" altLang="en-US" dirty="0"/>
          </a:p>
          <a:p>
            <a:r>
              <a:rPr lang="ko-KR" altLang="en-US" dirty="0" err="1"/>
              <a:t>플래쉬아웃을</a:t>
            </a:r>
            <a:r>
              <a:rPr lang="ko-KR" altLang="en-US" dirty="0"/>
              <a:t> 이해한다면</a:t>
            </a:r>
          </a:p>
          <a:p>
            <a:r>
              <a:rPr lang="ko-KR" altLang="en-US" dirty="0"/>
              <a:t>저 색깔이 무슨 말을 하는지 </a:t>
            </a:r>
            <a:r>
              <a:rPr lang="ko-KR" altLang="en-US" dirty="0" err="1"/>
              <a:t>알거야</a:t>
            </a:r>
            <a:r>
              <a:rPr lang="ko-KR" altLang="en-US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2일에 걸쳐 하루는 좌에 30만pv, 다음 날에는 우에 30만pv 가 되면서 점수를 받으며 플래쉬 아웃이 되고</a:t>
            </a:r>
          </a:p>
          <a:p>
            <a:r>
              <a:rPr lang="ko-KR" altLang="en-US" dirty="0"/>
              <a:t>하루 쉬었다가 그 다음날에 또 그렇게 진행되어도 되고.</a:t>
            </a:r>
          </a:p>
          <a:p>
            <a:endParaRPr lang="ko-KR" altLang="en-US" dirty="0"/>
          </a:p>
          <a:p>
            <a:r>
              <a:rPr lang="ko-KR" altLang="en-US" dirty="0"/>
              <a:t>물론, 하루에 좌30만pv, 우30만pv </a:t>
            </a:r>
            <a:r>
              <a:rPr lang="ko-KR" altLang="en-US" dirty="0" err="1"/>
              <a:t>넣는게</a:t>
            </a:r>
            <a:r>
              <a:rPr lang="ko-KR" altLang="en-US" dirty="0"/>
              <a:t> 효율적일 때도 </a:t>
            </a:r>
            <a:r>
              <a:rPr lang="ko-KR" altLang="en-US" dirty="0" err="1"/>
              <a:t>있을거야</a:t>
            </a:r>
            <a:r>
              <a:rPr lang="ko-KR" altLang="en-US" dirty="0"/>
              <a:t>. 그러면 그렇게 해도 돼.</a:t>
            </a:r>
          </a:p>
          <a:p>
            <a:endParaRPr lang="ko-KR" altLang="en-US" dirty="0"/>
          </a:p>
          <a:p>
            <a:r>
              <a:rPr lang="ko-KR" altLang="en-US" dirty="0"/>
              <a:t>결론은, 하루에 좌/우를 맞추어서 점수를 받아도 되고, 이틀에 걸쳐서 좌/우를 맞추어서 점수를 받을 수도 </a:t>
            </a:r>
            <a:r>
              <a:rPr lang="ko-KR" altLang="en-US" dirty="0" err="1"/>
              <a:t>있는거야</a:t>
            </a:r>
            <a:r>
              <a:rPr lang="ko-KR" altLang="en-US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그렇게 유연하게 넣을 수도 있다는 거지.</a:t>
            </a:r>
          </a:p>
        </p:txBody>
      </p:sp>
    </p:spTree>
    <p:extLst>
      <p:ext uri="{BB962C8B-B14F-4D97-AF65-F5344CB8AC3E}">
        <p14:creationId xmlns:p14="http://schemas.microsoft.com/office/powerpoint/2010/main" val="9833752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7174A154-7A42-AFBE-C810-0F06D5C62960}"/>
              </a:ext>
            </a:extLst>
          </p:cNvPr>
          <p:cNvSpPr/>
          <p:nvPr/>
        </p:nvSpPr>
        <p:spPr>
          <a:xfrm flipH="1">
            <a:off x="73820" y="375107"/>
            <a:ext cx="5948359" cy="6488786"/>
          </a:xfrm>
          <a:prstGeom prst="rtTriangl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E+F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=G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직각 삼각형 68">
            <a:extLst>
              <a:ext uri="{FF2B5EF4-FFF2-40B4-BE49-F238E27FC236}">
                <a16:creationId xmlns:a16="http://schemas.microsoft.com/office/drawing/2014/main" id="{07643A6E-9BAA-0352-E670-38462F001CF6}"/>
              </a:ext>
            </a:extLst>
          </p:cNvPr>
          <p:cNvSpPr/>
          <p:nvPr/>
        </p:nvSpPr>
        <p:spPr>
          <a:xfrm flipH="1">
            <a:off x="1188480" y="2497023"/>
            <a:ext cx="3735445" cy="4277749"/>
          </a:xfrm>
          <a:prstGeom prst="rt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C+D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=E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BB05D7F-5FBF-B2B8-25E2-8953C779F270}"/>
              </a:ext>
            </a:extLst>
          </p:cNvPr>
          <p:cNvSpPr/>
          <p:nvPr/>
        </p:nvSpPr>
        <p:spPr>
          <a:xfrm>
            <a:off x="6069013" y="587604"/>
            <a:ext cx="6059488" cy="6270396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L+Q=R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3978E54-0BA0-0D68-E1B8-3C8A3347907B}"/>
              </a:ext>
            </a:extLst>
          </p:cNvPr>
          <p:cNvSpPr/>
          <p:nvPr/>
        </p:nvSpPr>
        <p:spPr>
          <a:xfrm>
            <a:off x="6105525" y="1343025"/>
            <a:ext cx="3111075" cy="549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                                            J+K=L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BED981C-FA98-5D9B-E107-D1ABCA1FAE48}"/>
              </a:ext>
            </a:extLst>
          </p:cNvPr>
          <p:cNvSpPr/>
          <p:nvPr/>
        </p:nvSpPr>
        <p:spPr>
          <a:xfrm>
            <a:off x="9266964" y="1343025"/>
            <a:ext cx="2784089" cy="5495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O+P=Q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각 삼각형 55">
            <a:extLst>
              <a:ext uri="{FF2B5EF4-FFF2-40B4-BE49-F238E27FC236}">
                <a16:creationId xmlns:a16="http://schemas.microsoft.com/office/drawing/2014/main" id="{41E1CA9A-EFCE-355E-3686-8375A3581A68}"/>
              </a:ext>
            </a:extLst>
          </p:cNvPr>
          <p:cNvSpPr/>
          <p:nvPr/>
        </p:nvSpPr>
        <p:spPr>
          <a:xfrm>
            <a:off x="9982553" y="2190749"/>
            <a:ext cx="2068500" cy="455057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M+N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=O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1" name="직각 삼각형 40">
            <a:extLst>
              <a:ext uri="{FF2B5EF4-FFF2-40B4-BE49-F238E27FC236}">
                <a16:creationId xmlns:a16="http://schemas.microsoft.com/office/drawing/2014/main" id="{B988B8BE-D920-8F33-B6B7-6DFF450D1F2B}"/>
              </a:ext>
            </a:extLst>
          </p:cNvPr>
          <p:cNvSpPr/>
          <p:nvPr/>
        </p:nvSpPr>
        <p:spPr>
          <a:xfrm>
            <a:off x="8202413" y="2411640"/>
            <a:ext cx="892176" cy="828675"/>
          </a:xfrm>
          <a:prstGeom prst="rt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K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55D786C7-CB8F-23CF-3FE1-5EEA28EC486A}"/>
              </a:ext>
            </a:extLst>
          </p:cNvPr>
          <p:cNvSpPr/>
          <p:nvPr/>
        </p:nvSpPr>
        <p:spPr>
          <a:xfrm flipH="1">
            <a:off x="6077446" y="2214562"/>
            <a:ext cx="2068500" cy="4550571"/>
          </a:xfrm>
          <a:prstGeom prst="rt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altLang="ko-KR" dirty="0">
                <a:solidFill>
                  <a:schemeClr val="tx1"/>
                </a:solidFill>
              </a:rPr>
              <a:t>H+I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=J</a:t>
            </a: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4B595ED-D1BB-AC5D-C48E-0D40FF64098F}"/>
              </a:ext>
            </a:extLst>
          </p:cNvPr>
          <p:cNvSpPr/>
          <p:nvPr/>
        </p:nvSpPr>
        <p:spPr>
          <a:xfrm flipH="1">
            <a:off x="1437476" y="3964782"/>
            <a:ext cx="2546349" cy="2776538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  A+B</a:t>
            </a:r>
          </a:p>
          <a:p>
            <a:pPr algn="r"/>
            <a:r>
              <a:rPr lang="en-US" altLang="ko-KR" dirty="0">
                <a:solidFill>
                  <a:schemeClr val="tx1"/>
                </a:solidFill>
              </a:rPr>
              <a:t>=C</a:t>
            </a: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en-US" altLang="ko-KR" dirty="0">
              <a:solidFill>
                <a:schemeClr val="tx1"/>
              </a:solidFill>
            </a:endParaRPr>
          </a:p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9730A436-1A55-6D3E-6FAD-A1370DB2B668}"/>
              </a:ext>
            </a:extLst>
          </p:cNvPr>
          <p:cNvSpPr/>
          <p:nvPr/>
        </p:nvSpPr>
        <p:spPr>
          <a:xfrm flipH="1">
            <a:off x="2077235" y="5824539"/>
            <a:ext cx="892176" cy="828675"/>
          </a:xfrm>
          <a:prstGeom prst="rtTriangl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각 삼각형 11">
            <a:extLst>
              <a:ext uri="{FF2B5EF4-FFF2-40B4-BE49-F238E27FC236}">
                <a16:creationId xmlns:a16="http://schemas.microsoft.com/office/drawing/2014/main" id="{AE5F9F3F-2E27-1484-A33F-FE9F534A4FF1}"/>
              </a:ext>
            </a:extLst>
          </p:cNvPr>
          <p:cNvSpPr/>
          <p:nvPr/>
        </p:nvSpPr>
        <p:spPr>
          <a:xfrm>
            <a:off x="3066248" y="5824539"/>
            <a:ext cx="892176" cy="828675"/>
          </a:xfrm>
          <a:prstGeom prst="rtTriangl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각 삼각형 10">
            <a:extLst>
              <a:ext uri="{FF2B5EF4-FFF2-40B4-BE49-F238E27FC236}">
                <a16:creationId xmlns:a16="http://schemas.microsoft.com/office/drawing/2014/main" id="{0A5CDA2E-3555-E926-7597-42D7B0F4CA3F}"/>
              </a:ext>
            </a:extLst>
          </p:cNvPr>
          <p:cNvSpPr/>
          <p:nvPr/>
        </p:nvSpPr>
        <p:spPr>
          <a:xfrm>
            <a:off x="4077492" y="4143375"/>
            <a:ext cx="818356" cy="85725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D73310E4-E9A6-D586-D986-9BE65892B3CE}"/>
              </a:ext>
            </a:extLst>
          </p:cNvPr>
          <p:cNvSpPr/>
          <p:nvPr/>
        </p:nvSpPr>
        <p:spPr>
          <a:xfrm>
            <a:off x="4983163" y="2781300"/>
            <a:ext cx="892176" cy="828675"/>
          </a:xfrm>
          <a:prstGeom prst="rt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C39D87-6D11-B4A9-8BF7-6922DC06DE65}"/>
              </a:ext>
            </a:extLst>
          </p:cNvPr>
          <p:cNvSpPr txBox="1"/>
          <p:nvPr/>
        </p:nvSpPr>
        <p:spPr>
          <a:xfrm>
            <a:off x="0" y="2644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L-SM2</a:t>
            </a:r>
            <a:r>
              <a:rPr lang="ko-KR" altLang="en-US" dirty="0"/>
              <a:t>는 </a:t>
            </a:r>
            <a:r>
              <a:rPr lang="en-US" altLang="ko-KR" dirty="0"/>
              <a:t>L-SM1</a:t>
            </a:r>
            <a:r>
              <a:rPr lang="ko-KR" altLang="en-US" dirty="0"/>
              <a:t>의 좌 또는 우에 배치할 수 있는</a:t>
            </a:r>
            <a:endParaRPr lang="en-US" altLang="ko-KR" dirty="0"/>
          </a:p>
          <a:p>
            <a:r>
              <a:rPr lang="ko-KR" altLang="en-US" dirty="0"/>
              <a:t>버튼이 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89D2669-C17E-AAFA-AB85-EE22FE22B947}"/>
              </a:ext>
            </a:extLst>
          </p:cNvPr>
          <p:cNvCxnSpPr>
            <a:cxnSpLocks/>
          </p:cNvCxnSpPr>
          <p:nvPr/>
        </p:nvCxnSpPr>
        <p:spPr>
          <a:xfrm flipH="1">
            <a:off x="4983163" y="809626"/>
            <a:ext cx="817562" cy="167639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D2DCBA3-9083-300F-C933-1AF9F09274D7}"/>
              </a:ext>
            </a:extLst>
          </p:cNvPr>
          <p:cNvCxnSpPr>
            <a:cxnSpLocks/>
          </p:cNvCxnSpPr>
          <p:nvPr/>
        </p:nvCxnSpPr>
        <p:spPr>
          <a:xfrm flipH="1">
            <a:off x="4077492" y="2714625"/>
            <a:ext cx="758625" cy="113347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153621AB-DC4D-9D51-2868-437A1D7F70FC}"/>
              </a:ext>
            </a:extLst>
          </p:cNvPr>
          <p:cNvCxnSpPr>
            <a:cxnSpLocks/>
          </p:cNvCxnSpPr>
          <p:nvPr/>
        </p:nvCxnSpPr>
        <p:spPr>
          <a:xfrm flipH="1">
            <a:off x="3034617" y="4057788"/>
            <a:ext cx="874720" cy="18298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FE26168-AE16-C9E6-D850-6A89475B4A89}"/>
              </a:ext>
            </a:extLst>
          </p:cNvPr>
          <p:cNvCxnSpPr>
            <a:cxnSpLocks/>
          </p:cNvCxnSpPr>
          <p:nvPr/>
        </p:nvCxnSpPr>
        <p:spPr>
          <a:xfrm>
            <a:off x="6430962" y="638175"/>
            <a:ext cx="2587727" cy="76199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9BF55E-445B-1251-3E6B-D1C6219AD91C}"/>
              </a:ext>
            </a:extLst>
          </p:cNvPr>
          <p:cNvSpPr/>
          <p:nvPr/>
        </p:nvSpPr>
        <p:spPr>
          <a:xfrm>
            <a:off x="5613400" y="171450"/>
            <a:ext cx="892176" cy="638176"/>
          </a:xfrm>
          <a:prstGeom prst="roundRect">
            <a:avLst/>
          </a:prstGeom>
          <a:solidFill>
            <a:schemeClr val="accent2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47F4DF-DC84-81FB-661B-31D3552876CB}"/>
              </a:ext>
            </a:extLst>
          </p:cNvPr>
          <p:cNvSpPr/>
          <p:nvPr/>
        </p:nvSpPr>
        <p:spPr>
          <a:xfrm>
            <a:off x="4537075" y="2305050"/>
            <a:ext cx="892176" cy="638176"/>
          </a:xfrm>
          <a:prstGeom prst="roundRect">
            <a:avLst/>
          </a:prstGeom>
          <a:solidFill>
            <a:srgbClr val="00B0F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L-SM1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2BEB135-8128-2A0D-76D2-B725169CECC4}"/>
              </a:ext>
            </a:extLst>
          </p:cNvPr>
          <p:cNvSpPr/>
          <p:nvPr/>
        </p:nvSpPr>
        <p:spPr>
          <a:xfrm>
            <a:off x="3654816" y="3645693"/>
            <a:ext cx="892176" cy="63817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L-SM2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2AF378-903F-C9B2-D39E-1DB7D69A1B10}"/>
              </a:ext>
            </a:extLst>
          </p:cNvPr>
          <p:cNvSpPr/>
          <p:nvPr/>
        </p:nvSpPr>
        <p:spPr>
          <a:xfrm>
            <a:off x="2609045" y="5736433"/>
            <a:ext cx="1000125" cy="304800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L-SSM1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직각 삼각형 44">
            <a:extLst>
              <a:ext uri="{FF2B5EF4-FFF2-40B4-BE49-F238E27FC236}">
                <a16:creationId xmlns:a16="http://schemas.microsoft.com/office/drawing/2014/main" id="{615D392B-4F7A-398B-F895-5B96ADD2C3B5}"/>
              </a:ext>
            </a:extLst>
          </p:cNvPr>
          <p:cNvSpPr/>
          <p:nvPr/>
        </p:nvSpPr>
        <p:spPr>
          <a:xfrm flipH="1">
            <a:off x="6533234" y="5824539"/>
            <a:ext cx="662094" cy="828675"/>
          </a:xfrm>
          <a:prstGeom prst="rtTriangl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FA516C7A-321D-D6F5-A66C-6D1F3A4FA25A}"/>
              </a:ext>
            </a:extLst>
          </p:cNvPr>
          <p:cNvSpPr/>
          <p:nvPr/>
        </p:nvSpPr>
        <p:spPr>
          <a:xfrm>
            <a:off x="7390355" y="5824539"/>
            <a:ext cx="662094" cy="828675"/>
          </a:xfrm>
          <a:prstGeom prst="rtTriangl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75446A7-4B08-3B58-409C-3759951AA79F}"/>
              </a:ext>
            </a:extLst>
          </p:cNvPr>
          <p:cNvCxnSpPr>
            <a:cxnSpLocks/>
          </p:cNvCxnSpPr>
          <p:nvPr/>
        </p:nvCxnSpPr>
        <p:spPr>
          <a:xfrm flipH="1">
            <a:off x="7952283" y="1413898"/>
            <a:ext cx="1162688" cy="7768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1526CB22-3DA1-BA53-6591-67AA3422AC25}"/>
              </a:ext>
            </a:extLst>
          </p:cNvPr>
          <p:cNvCxnSpPr>
            <a:cxnSpLocks/>
          </p:cNvCxnSpPr>
          <p:nvPr/>
        </p:nvCxnSpPr>
        <p:spPr>
          <a:xfrm flipH="1">
            <a:off x="7292842" y="2340767"/>
            <a:ext cx="799703" cy="348377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EA55D1B-6CA0-48C9-C02B-107A82B17C2D}"/>
              </a:ext>
            </a:extLst>
          </p:cNvPr>
          <p:cNvCxnSpPr>
            <a:cxnSpLocks/>
          </p:cNvCxnSpPr>
          <p:nvPr/>
        </p:nvCxnSpPr>
        <p:spPr>
          <a:xfrm>
            <a:off x="9518752" y="1385888"/>
            <a:ext cx="337575" cy="8669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38AB3A4-2DD8-5FDF-F63A-1F4F1204B70E}"/>
              </a:ext>
            </a:extLst>
          </p:cNvPr>
          <p:cNvCxnSpPr>
            <a:cxnSpLocks/>
          </p:cNvCxnSpPr>
          <p:nvPr/>
        </p:nvCxnSpPr>
        <p:spPr>
          <a:xfrm>
            <a:off x="9995819" y="2329204"/>
            <a:ext cx="849487" cy="344340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각 삼각형 54">
            <a:extLst>
              <a:ext uri="{FF2B5EF4-FFF2-40B4-BE49-F238E27FC236}">
                <a16:creationId xmlns:a16="http://schemas.microsoft.com/office/drawing/2014/main" id="{F9D19736-0316-949C-1BA4-622018E94044}"/>
              </a:ext>
            </a:extLst>
          </p:cNvPr>
          <p:cNvSpPr/>
          <p:nvPr/>
        </p:nvSpPr>
        <p:spPr>
          <a:xfrm flipH="1">
            <a:off x="9263992" y="2390774"/>
            <a:ext cx="662094" cy="828675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직각 삼각형 58">
            <a:extLst>
              <a:ext uri="{FF2B5EF4-FFF2-40B4-BE49-F238E27FC236}">
                <a16:creationId xmlns:a16="http://schemas.microsoft.com/office/drawing/2014/main" id="{2B43F669-C6A0-ED7E-0DAB-056B04F8DE22}"/>
              </a:ext>
            </a:extLst>
          </p:cNvPr>
          <p:cNvSpPr/>
          <p:nvPr/>
        </p:nvSpPr>
        <p:spPr>
          <a:xfrm flipH="1">
            <a:off x="10155762" y="5772605"/>
            <a:ext cx="662094" cy="828675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직각 삼각형 59">
            <a:extLst>
              <a:ext uri="{FF2B5EF4-FFF2-40B4-BE49-F238E27FC236}">
                <a16:creationId xmlns:a16="http://schemas.microsoft.com/office/drawing/2014/main" id="{8505E313-0B35-7EA5-37F2-BC81E2174297}"/>
              </a:ext>
            </a:extLst>
          </p:cNvPr>
          <p:cNvSpPr/>
          <p:nvPr/>
        </p:nvSpPr>
        <p:spPr>
          <a:xfrm>
            <a:off x="11012883" y="5772605"/>
            <a:ext cx="662094" cy="828675"/>
          </a:xfrm>
          <a:prstGeom prst="rt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8F487DE-7AB9-E830-2C3E-8DE02F4D5D43}"/>
              </a:ext>
            </a:extLst>
          </p:cNvPr>
          <p:cNvSpPr/>
          <p:nvPr/>
        </p:nvSpPr>
        <p:spPr>
          <a:xfrm>
            <a:off x="8618638" y="1193915"/>
            <a:ext cx="1114425" cy="3839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R-DM1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6C2EA28-E4E6-D138-2DC7-2F50FAF64B55}"/>
              </a:ext>
            </a:extLst>
          </p:cNvPr>
          <p:cNvSpPr/>
          <p:nvPr/>
        </p:nvSpPr>
        <p:spPr>
          <a:xfrm>
            <a:off x="7594994" y="2083028"/>
            <a:ext cx="1045370" cy="383947"/>
          </a:xfrm>
          <a:prstGeom prst="roundRect">
            <a:avLst/>
          </a:prstGeom>
          <a:solidFill>
            <a:srgbClr val="00B0F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RL-SM1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42F51A1-F186-8B18-4763-9A216C27FFCE}"/>
              </a:ext>
            </a:extLst>
          </p:cNvPr>
          <p:cNvSpPr/>
          <p:nvPr/>
        </p:nvSpPr>
        <p:spPr>
          <a:xfrm>
            <a:off x="6770157" y="5632565"/>
            <a:ext cx="1045370" cy="383947"/>
          </a:xfrm>
          <a:prstGeom prst="roundRect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RL-SM2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7C0D34F-323D-7646-6F9A-0B930C80AC0B}"/>
              </a:ext>
            </a:extLst>
          </p:cNvPr>
          <p:cNvSpPr/>
          <p:nvPr/>
        </p:nvSpPr>
        <p:spPr>
          <a:xfrm>
            <a:off x="9402102" y="2113076"/>
            <a:ext cx="1045370" cy="38394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RR-SM1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4ABC875-BB23-FAC3-2A88-93F904E92C35}"/>
              </a:ext>
            </a:extLst>
          </p:cNvPr>
          <p:cNvSpPr/>
          <p:nvPr/>
        </p:nvSpPr>
        <p:spPr>
          <a:xfrm>
            <a:off x="10352937" y="5602235"/>
            <a:ext cx="1045370" cy="383947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RR-SM2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C1E281-DB59-4807-E63C-CB8D1F8D9C82}"/>
              </a:ext>
            </a:extLst>
          </p:cNvPr>
          <p:cNvSpPr txBox="1"/>
          <p:nvPr/>
        </p:nvSpPr>
        <p:spPr>
          <a:xfrm>
            <a:off x="51496" y="2862915"/>
            <a:ext cx="312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DM</a:t>
            </a:r>
            <a:r>
              <a:rPr lang="ko-KR" altLang="en-US" dirty="0"/>
              <a:t>의 좌매출은 </a:t>
            </a:r>
            <a:r>
              <a:rPr lang="en-US" altLang="ko-KR" dirty="0"/>
              <a:t>G </a:t>
            </a:r>
            <a:r>
              <a:rPr lang="ko-KR" altLang="en-US" dirty="0"/>
              <a:t>가 되고</a:t>
            </a:r>
            <a:r>
              <a:rPr lang="en-US" altLang="ko-KR" dirty="0"/>
              <a:t> DM</a:t>
            </a:r>
            <a:r>
              <a:rPr lang="ko-KR" altLang="en-US" dirty="0"/>
              <a:t>의 </a:t>
            </a:r>
            <a:r>
              <a:rPr lang="ko-KR" altLang="en-US" dirty="0" err="1"/>
              <a:t>우매출은</a:t>
            </a:r>
            <a:r>
              <a:rPr lang="ko-KR" altLang="en-US" dirty="0"/>
              <a:t> </a:t>
            </a:r>
            <a:r>
              <a:rPr lang="en-US" altLang="ko-KR" dirty="0"/>
              <a:t>R 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EFB122-813C-2394-4440-352120DB1D4F}"/>
              </a:ext>
            </a:extLst>
          </p:cNvPr>
          <p:cNvSpPr txBox="1"/>
          <p:nvPr/>
        </p:nvSpPr>
        <p:spPr>
          <a:xfrm>
            <a:off x="26428" y="1050785"/>
            <a:ext cx="35326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상향식 </a:t>
            </a:r>
            <a:r>
              <a:rPr lang="ko-KR" altLang="en-US" dirty="0" err="1"/>
              <a:t>롤업</a:t>
            </a:r>
            <a:r>
              <a:rPr lang="ko-KR" altLang="en-US" dirty="0"/>
              <a:t> 구조를 이해하기 위함이다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회원</a:t>
            </a:r>
            <a:r>
              <a:rPr lang="en-US" altLang="ko-KR" dirty="0"/>
              <a:t>PV(</a:t>
            </a:r>
            <a:r>
              <a:rPr lang="ko-KR" altLang="en-US" dirty="0"/>
              <a:t>몸</a:t>
            </a:r>
            <a:r>
              <a:rPr lang="en-US" altLang="ko-KR" dirty="0"/>
              <a:t>PV)</a:t>
            </a:r>
            <a:r>
              <a:rPr lang="ko-KR" altLang="en-US" dirty="0"/>
              <a:t>는 </a:t>
            </a:r>
            <a:r>
              <a:rPr lang="en-US" altLang="ko-KR" dirty="0"/>
              <a:t>0 </a:t>
            </a:r>
            <a:r>
              <a:rPr lang="ko-KR" altLang="en-US" dirty="0"/>
              <a:t>이라고 가정하에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A=B=150</a:t>
            </a:r>
            <a:r>
              <a:rPr lang="ko-KR" altLang="en-US" dirty="0"/>
              <a:t>만</a:t>
            </a:r>
            <a:r>
              <a:rPr lang="en-US" altLang="ko-KR" dirty="0"/>
              <a:t>PV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D=F=H=I=K=M=N=P=250</a:t>
            </a:r>
            <a:r>
              <a:rPr lang="ko-KR" altLang="en-US" dirty="0"/>
              <a:t>만</a:t>
            </a:r>
            <a:r>
              <a:rPr lang="en-US" altLang="ko-KR" dirty="0"/>
              <a:t>PV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1913E4-044F-6804-992F-1ED3D0382A1A}"/>
              </a:ext>
            </a:extLst>
          </p:cNvPr>
          <p:cNvSpPr txBox="1"/>
          <p:nvPr/>
        </p:nvSpPr>
        <p:spPr>
          <a:xfrm>
            <a:off x="79835" y="3672705"/>
            <a:ext cx="1937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나와 동일한 직급 또는 나보다 높은 직급이 내 하위에 나올 수도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48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0" tIns="0" rIns="0" bIns="0"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9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</TotalTime>
  <Words>7665</Words>
  <Application>Microsoft Office PowerPoint</Application>
  <PresentationFormat>와이드스크린</PresentationFormat>
  <Paragraphs>4794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30</vt:i4>
      </vt:variant>
    </vt:vector>
  </HeadingPairs>
  <TitlesOfParts>
    <vt:vector size="42" baseType="lpstr">
      <vt:lpstr>Arial Unicode MS</vt:lpstr>
      <vt:lpstr>Noto Sans KR</vt:lpstr>
      <vt:lpstr>애터미 Bold</vt:lpstr>
      <vt:lpstr>애터미 Medium</vt:lpstr>
      <vt:lpstr>Aptos</vt:lpstr>
      <vt:lpstr>Aptos Display</vt:lpstr>
      <vt:lpstr>Arial</vt:lpstr>
      <vt:lpstr>Calibri</vt:lpstr>
      <vt:lpstr>Calibri Light</vt:lpstr>
      <vt:lpstr>Courier New</vt:lpstr>
      <vt:lpstr>Office 테마</vt:lpstr>
      <vt:lpstr>9_Office 테마</vt:lpstr>
      <vt:lpstr>효율적인 직급표를 만들기 위한 매커니즘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Daejin Seong</dc:creator>
  <cp:lastModifiedBy>Daejin Seong</cp:lastModifiedBy>
  <cp:revision>1</cp:revision>
  <dcterms:created xsi:type="dcterms:W3CDTF">2026-04-16T14:58:33Z</dcterms:created>
  <dcterms:modified xsi:type="dcterms:W3CDTF">2026-04-16T18:17:55Z</dcterms:modified>
</cp:coreProperties>
</file>